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23"/>
  </p:notesMasterIdLst>
  <p:handoutMasterIdLst>
    <p:handoutMasterId r:id="rId24"/>
  </p:handoutMasterIdLst>
  <p:sldIdLst>
    <p:sldId id="339" r:id="rId5"/>
    <p:sldId id="323" r:id="rId6"/>
    <p:sldId id="295" r:id="rId7"/>
    <p:sldId id="336" r:id="rId8"/>
    <p:sldId id="337" r:id="rId9"/>
    <p:sldId id="338" r:id="rId10"/>
    <p:sldId id="343" r:id="rId11"/>
    <p:sldId id="342" r:id="rId12"/>
    <p:sldId id="340" r:id="rId13"/>
    <p:sldId id="341" r:id="rId14"/>
    <p:sldId id="310" r:id="rId15"/>
    <p:sldId id="331" r:id="rId16"/>
    <p:sldId id="298" r:id="rId17"/>
    <p:sldId id="304" r:id="rId18"/>
    <p:sldId id="300" r:id="rId19"/>
    <p:sldId id="302" r:id="rId20"/>
    <p:sldId id="301" r:id="rId21"/>
    <p:sldId id="303" r:id="rId22"/>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F8F8F8"/>
    <a:srgbClr val="3B6FBB"/>
    <a:srgbClr val="EAEAE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966" autoAdjust="0"/>
    <p:restoredTop sz="96484"/>
  </p:normalViewPr>
  <p:slideViewPr>
    <p:cSldViewPr snapToGrid="0">
      <p:cViewPr>
        <p:scale>
          <a:sx n="124" d="100"/>
          <a:sy n="124" d="100"/>
        </p:scale>
        <p:origin x="592" y="400"/>
      </p:cViewPr>
      <p:guideLst/>
    </p:cSldViewPr>
  </p:slideViewPr>
  <p:notesTextViewPr>
    <p:cViewPr>
      <p:scale>
        <a:sx n="1" d="1"/>
        <a:sy n="1" d="1"/>
      </p:scale>
      <p:origin x="0" y="0"/>
    </p:cViewPr>
  </p:notesTextViewPr>
  <p:notesViewPr>
    <p:cSldViewPr snapToGrid="0">
      <p:cViewPr varScale="1">
        <p:scale>
          <a:sx n="49" d="100"/>
          <a:sy n="49" d="100"/>
        </p:scale>
        <p:origin x="2733" y="3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oleObject" Target="file:////Users/yutteee/Downloads/Data.xlsx"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scatterChart>
        <c:scatterStyle val="lineMarker"/>
        <c:varyColors val="0"/>
        <c:ser>
          <c:idx val="1"/>
          <c:order val="0"/>
          <c:spPr>
            <a:ln w="25400" cap="rnd">
              <a:noFill/>
              <a:round/>
            </a:ln>
            <a:effectLst/>
          </c:spPr>
          <c:marker>
            <c:symbol val="circle"/>
            <c:size val="5"/>
            <c:spPr>
              <a:solidFill>
                <a:schemeClr val="bg1">
                  <a:lumMod val="85000"/>
                  <a:alpha val="99000"/>
                </a:schemeClr>
              </a:solidFill>
              <a:ln w="9525">
                <a:solidFill>
                  <a:schemeClr val="accent1"/>
                </a:solidFill>
              </a:ln>
              <a:effectLst/>
            </c:spPr>
          </c:marker>
          <c:xVal>
            <c:numRef>
              <c:f>data!$K$2:$K$8001</c:f>
              <c:numCache>
                <c:formatCode>General</c:formatCode>
                <c:ptCount val="8000"/>
                <c:pt idx="0">
                  <c:v>4.3243243243243197E-2</c:v>
                </c:pt>
                <c:pt idx="1">
                  <c:v>4.2261731273681102E-2</c:v>
                </c:pt>
                <c:pt idx="2">
                  <c:v>4.7352199495656999E-2</c:v>
                </c:pt>
                <c:pt idx="3">
                  <c:v>4.8974008207934301E-2</c:v>
                </c:pt>
                <c:pt idx="4">
                  <c:v>0.107002360346184</c:v>
                </c:pt>
                <c:pt idx="5">
                  <c:v>4.09285277947464E-2</c:v>
                </c:pt>
                <c:pt idx="6">
                  <c:v>5.7812500000000003E-2</c:v>
                </c:pt>
                <c:pt idx="7">
                  <c:v>5.5539892867211699E-2</c:v>
                </c:pt>
                <c:pt idx="8">
                  <c:v>5.4365733113673799E-2</c:v>
                </c:pt>
                <c:pt idx="9">
                  <c:v>5.4694107696644997E-2</c:v>
                </c:pt>
                <c:pt idx="10">
                  <c:v>4.4821826280623603E-2</c:v>
                </c:pt>
                <c:pt idx="11">
                  <c:v>4.8233314638250098E-2</c:v>
                </c:pt>
                <c:pt idx="12">
                  <c:v>5.2617230098146103E-2</c:v>
                </c:pt>
                <c:pt idx="13">
                  <c:v>4.9835706462212401E-2</c:v>
                </c:pt>
                <c:pt idx="14">
                  <c:v>4.8429319371727703E-2</c:v>
                </c:pt>
                <c:pt idx="15">
                  <c:v>4.25655976676384E-2</c:v>
                </c:pt>
                <c:pt idx="16">
                  <c:v>4.5911047345767501E-2</c:v>
                </c:pt>
                <c:pt idx="17">
                  <c:v>5.0388712928303998E-2</c:v>
                </c:pt>
                <c:pt idx="18">
                  <c:v>0.13081591368846901</c:v>
                </c:pt>
                <c:pt idx="19">
                  <c:v>0.10118001506402199</c:v>
                </c:pt>
                <c:pt idx="20">
                  <c:v>4.2335766423357603E-2</c:v>
                </c:pt>
                <c:pt idx="21">
                  <c:v>4.08163265306122E-2</c:v>
                </c:pt>
                <c:pt idx="22">
                  <c:v>4.5676998368678598E-2</c:v>
                </c:pt>
                <c:pt idx="23">
                  <c:v>4.7177312483434902E-2</c:v>
                </c:pt>
                <c:pt idx="24">
                  <c:v>0.10306406685236701</c:v>
                </c:pt>
                <c:pt idx="25">
                  <c:v>3.9489311163895403E-2</c:v>
                </c:pt>
                <c:pt idx="26">
                  <c:v>5.5709604234938197E-2</c:v>
                </c:pt>
                <c:pt idx="27">
                  <c:v>5.38987688098495E-2</c:v>
                </c:pt>
                <c:pt idx="28">
                  <c:v>5.2310143388210301E-2</c:v>
                </c:pt>
                <c:pt idx="29">
                  <c:v>5.3077975376196899E-2</c:v>
                </c:pt>
                <c:pt idx="30">
                  <c:v>4.3443065299514298E-2</c:v>
                </c:pt>
                <c:pt idx="31">
                  <c:v>4.65306122448979E-2</c:v>
                </c:pt>
                <c:pt idx="32">
                  <c:v>5.0950369588173103E-2</c:v>
                </c:pt>
                <c:pt idx="33">
                  <c:v>4.8010610079575598E-2</c:v>
                </c:pt>
                <c:pt idx="34">
                  <c:v>4.6511627906976702E-2</c:v>
                </c:pt>
                <c:pt idx="35">
                  <c:v>4.1111426141196401E-2</c:v>
                </c:pt>
                <c:pt idx="36">
                  <c:v>4.4934412503488598E-2</c:v>
                </c:pt>
                <c:pt idx="37">
                  <c:v>4.9285914309717099E-2</c:v>
                </c:pt>
                <c:pt idx="38">
                  <c:v>0.126222029111449</c:v>
                </c:pt>
                <c:pt idx="39">
                  <c:v>9.7312999273783493E-2</c:v>
                </c:pt>
                <c:pt idx="40">
                  <c:v>4.8527349228611502E-2</c:v>
                </c:pt>
                <c:pt idx="41">
                  <c:v>4.6815459989112601E-2</c:v>
                </c:pt>
                <c:pt idx="42">
                  <c:v>4.9103663289166002E-2</c:v>
                </c:pt>
                <c:pt idx="43">
                  <c:v>5.1898734177215099E-2</c:v>
                </c:pt>
                <c:pt idx="44">
                  <c:v>0.106866537717601</c:v>
                </c:pt>
                <c:pt idx="45">
                  <c:v>4.6272493573264697E-2</c:v>
                </c:pt>
                <c:pt idx="46">
                  <c:v>5.9884559884559797E-2</c:v>
                </c:pt>
                <c:pt idx="47">
                  <c:v>5.86387434554973E-2</c:v>
                </c:pt>
                <c:pt idx="48">
                  <c:v>5.72586774765644E-2</c:v>
                </c:pt>
                <c:pt idx="49">
                  <c:v>5.8407543216343602E-2</c:v>
                </c:pt>
                <c:pt idx="50">
                  <c:v>4.8491101367036299E-2</c:v>
                </c:pt>
                <c:pt idx="51">
                  <c:v>5.1015096304008301E-2</c:v>
                </c:pt>
                <c:pt idx="52">
                  <c:v>5.6423173803526398E-2</c:v>
                </c:pt>
                <c:pt idx="53">
                  <c:v>5.26982518368381E-2</c:v>
                </c:pt>
                <c:pt idx="54">
                  <c:v>5.1158301158301098E-2</c:v>
                </c:pt>
                <c:pt idx="55">
                  <c:v>4.7100462836918003E-2</c:v>
                </c:pt>
                <c:pt idx="56">
                  <c:v>5.03211991434689E-2</c:v>
                </c:pt>
                <c:pt idx="57">
                  <c:v>5.4228187919463003E-2</c:v>
                </c:pt>
                <c:pt idx="58">
                  <c:v>0.12725762922981099</c:v>
                </c:pt>
                <c:pt idx="59">
                  <c:v>0.10080924855491299</c:v>
                </c:pt>
                <c:pt idx="60">
                  <c:v>5.0986842105263101E-2</c:v>
                </c:pt>
                <c:pt idx="61">
                  <c:v>4.9241416023422899E-2</c:v>
                </c:pt>
                <c:pt idx="62">
                  <c:v>5.3889171326893699E-2</c:v>
                </c:pt>
                <c:pt idx="63">
                  <c:v>5.3254437869822403E-2</c:v>
                </c:pt>
                <c:pt idx="64">
                  <c:v>0.108171941426547</c:v>
                </c:pt>
                <c:pt idx="65">
                  <c:v>4.8576214405360099E-2</c:v>
                </c:pt>
                <c:pt idx="66">
                  <c:v>6.2059238363892801E-2</c:v>
                </c:pt>
                <c:pt idx="67">
                  <c:v>6.10784564272936E-2</c:v>
                </c:pt>
                <c:pt idx="68">
                  <c:v>5.9259259259259199E-2</c:v>
                </c:pt>
                <c:pt idx="69">
                  <c:v>6.00408788962698E-2</c:v>
                </c:pt>
                <c:pt idx="70">
                  <c:v>5.0792054312295699E-2</c:v>
                </c:pt>
                <c:pt idx="71">
                  <c:v>5.46934622233528E-2</c:v>
                </c:pt>
                <c:pt idx="72">
                  <c:v>5.9388861508132003E-2</c:v>
                </c:pt>
                <c:pt idx="73">
                  <c:v>5.4294175715695898E-2</c:v>
                </c:pt>
                <c:pt idx="74">
                  <c:v>5.2966101694915203E-2</c:v>
                </c:pt>
                <c:pt idx="75">
                  <c:v>4.9520766773162903E-2</c:v>
                </c:pt>
                <c:pt idx="76">
                  <c:v>5.28657419523684E-2</c:v>
                </c:pt>
                <c:pt idx="77">
                  <c:v>5.6970333420845301E-2</c:v>
                </c:pt>
                <c:pt idx="78">
                  <c:v>0.12721351516385099</c:v>
                </c:pt>
                <c:pt idx="79">
                  <c:v>0.10219308161880999</c:v>
                </c:pt>
                <c:pt idx="80">
                  <c:v>0.114285714285714</c:v>
                </c:pt>
                <c:pt idx="81">
                  <c:v>0.110266159695817</c:v>
                </c:pt>
                <c:pt idx="82">
                  <c:v>0.114285714285714</c:v>
                </c:pt>
                <c:pt idx="83">
                  <c:v>0.11333647502356201</c:v>
                </c:pt>
                <c:pt idx="84">
                  <c:v>0.14371257485029901</c:v>
                </c:pt>
                <c:pt idx="85">
                  <c:v>0.110665597433841</c:v>
                </c:pt>
                <c:pt idx="86">
                  <c:v>0.117686617350369</c:v>
                </c:pt>
                <c:pt idx="87">
                  <c:v>0.12344777209641999</c:v>
                </c:pt>
                <c:pt idx="88">
                  <c:v>0.119424120840217</c:v>
                </c:pt>
                <c:pt idx="89">
                  <c:v>0.12289685442574901</c:v>
                </c:pt>
                <c:pt idx="90">
                  <c:v>0.110604606525911</c:v>
                </c:pt>
                <c:pt idx="91">
                  <c:v>0.11590688651794299</c:v>
                </c:pt>
                <c:pt idx="92">
                  <c:v>0.122019635343618</c:v>
                </c:pt>
                <c:pt idx="93">
                  <c:v>0.11438679245283</c:v>
                </c:pt>
                <c:pt idx="94">
                  <c:v>0.110459873760144</c:v>
                </c:pt>
                <c:pt idx="95">
                  <c:v>0.110547667342799</c:v>
                </c:pt>
                <c:pt idx="96">
                  <c:v>0.114819427148194</c:v>
                </c:pt>
                <c:pt idx="97">
                  <c:v>0.12003000750187499</c:v>
                </c:pt>
                <c:pt idx="98">
                  <c:v>0.14732824427480901</c:v>
                </c:pt>
                <c:pt idx="99">
                  <c:v>0.13956466069142101</c:v>
                </c:pt>
                <c:pt idx="100">
                  <c:v>3.9975587427525099E-2</c:v>
                </c:pt>
                <c:pt idx="101">
                  <c:v>3.84957062481492E-2</c:v>
                </c:pt>
                <c:pt idx="102">
                  <c:v>4.3292509256622001E-2</c:v>
                </c:pt>
                <c:pt idx="103">
                  <c:v>4.5365989423879698E-2</c:v>
                </c:pt>
                <c:pt idx="104">
                  <c:v>0.102351683591662</c:v>
                </c:pt>
                <c:pt idx="105">
                  <c:v>3.5924434809538497E-2</c:v>
                </c:pt>
                <c:pt idx="106">
                  <c:v>5.4419962835147301E-2</c:v>
                </c:pt>
                <c:pt idx="107">
                  <c:v>5.1590713671539098E-2</c:v>
                </c:pt>
                <c:pt idx="108">
                  <c:v>5.0251256281407003E-2</c:v>
                </c:pt>
                <c:pt idx="109">
                  <c:v>5.0730868443680098E-2</c:v>
                </c:pt>
                <c:pt idx="110">
                  <c:v>4.13363533408833E-2</c:v>
                </c:pt>
                <c:pt idx="111">
                  <c:v>4.4184720638540398E-2</c:v>
                </c:pt>
                <c:pt idx="112">
                  <c:v>4.8665183537263602E-2</c:v>
                </c:pt>
                <c:pt idx="113">
                  <c:v>4.6239554317548698E-2</c:v>
                </c:pt>
                <c:pt idx="114">
                  <c:v>4.4764188649080702E-2</c:v>
                </c:pt>
                <c:pt idx="115">
                  <c:v>3.9111111111111103E-2</c:v>
                </c:pt>
                <c:pt idx="116">
                  <c:v>4.2907180385288901E-2</c:v>
                </c:pt>
                <c:pt idx="117">
                  <c:v>4.6838407494145202E-2</c:v>
                </c:pt>
                <c:pt idx="118">
                  <c:v>0.12792834175470799</c:v>
                </c:pt>
                <c:pt idx="119">
                  <c:v>9.7055057618437898E-2</c:v>
                </c:pt>
                <c:pt idx="120">
                  <c:v>5.9236165237724001E-2</c:v>
                </c:pt>
                <c:pt idx="121">
                  <c:v>5.7178841309823598E-2</c:v>
                </c:pt>
                <c:pt idx="122">
                  <c:v>6.12833453496755E-2</c:v>
                </c:pt>
                <c:pt idx="123">
                  <c:v>6.1300889096864701E-2</c:v>
                </c:pt>
                <c:pt idx="124">
                  <c:v>0.111409395973154</c:v>
                </c:pt>
                <c:pt idx="125">
                  <c:v>5.6998939554612903E-2</c:v>
                </c:pt>
                <c:pt idx="126">
                  <c:v>6.4108251996450705E-2</c:v>
                </c:pt>
                <c:pt idx="127">
                  <c:v>6.8582468002897801E-2</c:v>
                </c:pt>
                <c:pt idx="128">
                  <c:v>6.6557300210921003E-2</c:v>
                </c:pt>
                <c:pt idx="129">
                  <c:v>6.7649190625755001E-2</c:v>
                </c:pt>
                <c:pt idx="130">
                  <c:v>5.84028605482717E-2</c:v>
                </c:pt>
                <c:pt idx="131">
                  <c:v>6.12833453496755E-2</c:v>
                </c:pt>
                <c:pt idx="132">
                  <c:v>6.5433526011560605E-2</c:v>
                </c:pt>
                <c:pt idx="133">
                  <c:v>6.2046359166471499E-2</c:v>
                </c:pt>
                <c:pt idx="134">
                  <c:v>6.0008956560680698E-2</c:v>
                </c:pt>
                <c:pt idx="135">
                  <c:v>5.7445200302343097E-2</c:v>
                </c:pt>
                <c:pt idx="136">
                  <c:v>6.0830860534124599E-2</c:v>
                </c:pt>
                <c:pt idx="137">
                  <c:v>6.4732142857142794E-2</c:v>
                </c:pt>
                <c:pt idx="138">
                  <c:v>0.12630560928433199</c:v>
                </c:pt>
                <c:pt idx="139">
                  <c:v>0.10560206052800999</c:v>
                </c:pt>
                <c:pt idx="140">
                  <c:v>5.8524173027989797E-2</c:v>
                </c:pt>
                <c:pt idx="141">
                  <c:v>5.6790123456790097E-2</c:v>
                </c:pt>
                <c:pt idx="142">
                  <c:v>6.1695983197689597E-2</c:v>
                </c:pt>
                <c:pt idx="143">
                  <c:v>6.2021439509954E-2</c:v>
                </c:pt>
                <c:pt idx="144">
                  <c:v>0.119785313491095</c:v>
                </c:pt>
                <c:pt idx="145">
                  <c:v>5.5523590333716899E-2</c:v>
                </c:pt>
                <c:pt idx="146">
                  <c:v>7.0545454545454495E-2</c:v>
                </c:pt>
                <c:pt idx="147">
                  <c:v>6.8601583113456405E-2</c:v>
                </c:pt>
                <c:pt idx="148">
                  <c:v>6.82515337423312E-2</c:v>
                </c:pt>
                <c:pt idx="149">
                  <c:v>6.8655928175336597E-2</c:v>
                </c:pt>
                <c:pt idx="150">
                  <c:v>5.8227190018195998E-2</c:v>
                </c:pt>
                <c:pt idx="151">
                  <c:v>6.3091482649842198E-2</c:v>
                </c:pt>
                <c:pt idx="152">
                  <c:v>6.8974293713413001E-2</c:v>
                </c:pt>
                <c:pt idx="153">
                  <c:v>6.3106796116504799E-2</c:v>
                </c:pt>
                <c:pt idx="154">
                  <c:v>6.0966723342239397E-2</c:v>
                </c:pt>
                <c:pt idx="155">
                  <c:v>5.7080131723380903E-2</c:v>
                </c:pt>
                <c:pt idx="156">
                  <c:v>6.0442525634106799E-2</c:v>
                </c:pt>
                <c:pt idx="157">
                  <c:v>6.4699512723335101E-2</c:v>
                </c:pt>
                <c:pt idx="158">
                  <c:v>0.13570981863664699</c:v>
                </c:pt>
                <c:pt idx="159">
                  <c:v>0.112948299953423</c:v>
                </c:pt>
                <c:pt idx="160">
                  <c:v>5.6883759274525901E-2</c:v>
                </c:pt>
                <c:pt idx="161">
                  <c:v>5.4874800213105999E-2</c:v>
                </c:pt>
                <c:pt idx="162">
                  <c:v>6.0305343511450303E-2</c:v>
                </c:pt>
                <c:pt idx="163">
                  <c:v>6.0044477390659698E-2</c:v>
                </c:pt>
                <c:pt idx="164">
                  <c:v>0.114975159687721</c:v>
                </c:pt>
                <c:pt idx="165">
                  <c:v>5.3691275167785199E-2</c:v>
                </c:pt>
                <c:pt idx="166">
                  <c:v>6.8299576071596799E-2</c:v>
                </c:pt>
                <c:pt idx="167">
                  <c:v>6.8082928077808996E-2</c:v>
                </c:pt>
                <c:pt idx="168">
                  <c:v>6.5448258829340494E-2</c:v>
                </c:pt>
                <c:pt idx="169">
                  <c:v>6.7315075505502905E-2</c:v>
                </c:pt>
                <c:pt idx="170">
                  <c:v>5.6869652742828299E-2</c:v>
                </c:pt>
                <c:pt idx="171">
                  <c:v>6.1115355233002197E-2</c:v>
                </c:pt>
                <c:pt idx="172">
                  <c:v>6.6864784546805306E-2</c:v>
                </c:pt>
                <c:pt idx="173">
                  <c:v>6.0830860534124599E-2</c:v>
                </c:pt>
                <c:pt idx="174">
                  <c:v>5.8865081233812101E-2</c:v>
                </c:pt>
                <c:pt idx="175">
                  <c:v>5.5155875299760099E-2</c:v>
                </c:pt>
                <c:pt idx="176">
                  <c:v>5.9239842726081203E-2</c:v>
                </c:pt>
                <c:pt idx="177">
                  <c:v>6.3650710152551193E-2</c:v>
                </c:pt>
                <c:pt idx="178">
                  <c:v>0.13064713064712999</c:v>
                </c:pt>
                <c:pt idx="179">
                  <c:v>0.108695652173913</c:v>
                </c:pt>
                <c:pt idx="180">
                  <c:v>5.7377049180327801E-2</c:v>
                </c:pt>
                <c:pt idx="181">
                  <c:v>5.56774547449259E-2</c:v>
                </c:pt>
                <c:pt idx="182">
                  <c:v>6.1186974789915902E-2</c:v>
                </c:pt>
                <c:pt idx="183">
                  <c:v>6.0984945139066001E-2</c:v>
                </c:pt>
                <c:pt idx="184">
                  <c:v>0.118408203125</c:v>
                </c:pt>
                <c:pt idx="185">
                  <c:v>5.4357204486626398E-2</c:v>
                </c:pt>
                <c:pt idx="186">
                  <c:v>6.9609507640067902E-2</c:v>
                </c:pt>
                <c:pt idx="187">
                  <c:v>6.8655928175336597E-2</c:v>
                </c:pt>
                <c:pt idx="188">
                  <c:v>6.7484662576687102E-2</c:v>
                </c:pt>
                <c:pt idx="189">
                  <c:v>6.7863744388698105E-2</c:v>
                </c:pt>
                <c:pt idx="190">
                  <c:v>5.7722308892355599E-2</c:v>
                </c:pt>
                <c:pt idx="191">
                  <c:v>6.2582171969497696E-2</c:v>
                </c:pt>
                <c:pt idx="192">
                  <c:v>6.8210740646474893E-2</c:v>
                </c:pt>
                <c:pt idx="193">
                  <c:v>6.2068965517241302E-2</c:v>
                </c:pt>
                <c:pt idx="194">
                  <c:v>6.03259547555339E-2</c:v>
                </c:pt>
                <c:pt idx="195">
                  <c:v>5.5967078189300398E-2</c:v>
                </c:pt>
                <c:pt idx="196">
                  <c:v>5.99190283400809E-2</c:v>
                </c:pt>
                <c:pt idx="197">
                  <c:v>6.4463705308775696E-2</c:v>
                </c:pt>
                <c:pt idx="198">
                  <c:v>0.13447483817080799</c:v>
                </c:pt>
                <c:pt idx="199">
                  <c:v>0.111785297549591</c:v>
                </c:pt>
                <c:pt idx="200">
                  <c:v>4.5695179715798201E-2</c:v>
                </c:pt>
                <c:pt idx="201">
                  <c:v>4.4396318354087701E-2</c:v>
                </c:pt>
                <c:pt idx="202">
                  <c:v>4.9146404552509002E-2</c:v>
                </c:pt>
                <c:pt idx="203">
                  <c:v>0.05</c:v>
                </c:pt>
                <c:pt idx="204">
                  <c:v>0.104807692307692</c:v>
                </c:pt>
                <c:pt idx="205">
                  <c:v>4.31083380601247E-2</c:v>
                </c:pt>
                <c:pt idx="206">
                  <c:v>5.8147882268485197E-2</c:v>
                </c:pt>
                <c:pt idx="207">
                  <c:v>5.64369310793238E-2</c:v>
                </c:pt>
                <c:pt idx="208">
                  <c:v>5.52763819095477E-2</c:v>
                </c:pt>
                <c:pt idx="209">
                  <c:v>5.6206088992974197E-2</c:v>
                </c:pt>
                <c:pt idx="210">
                  <c:v>4.6315250767655997E-2</c:v>
                </c:pt>
                <c:pt idx="211">
                  <c:v>4.9961170075071101E-2</c:v>
                </c:pt>
                <c:pt idx="212">
                  <c:v>5.4746358613761897E-2</c:v>
                </c:pt>
                <c:pt idx="213">
                  <c:v>5.0792054312295699E-2</c:v>
                </c:pt>
                <c:pt idx="214">
                  <c:v>4.9317692123533603E-2</c:v>
                </c:pt>
                <c:pt idx="215">
                  <c:v>4.4679122664500401E-2</c:v>
                </c:pt>
                <c:pt idx="216">
                  <c:v>4.8202396804260902E-2</c:v>
                </c:pt>
                <c:pt idx="217">
                  <c:v>5.2083333333333301E-2</c:v>
                </c:pt>
                <c:pt idx="218">
                  <c:v>0.12562086092715199</c:v>
                </c:pt>
                <c:pt idx="219">
                  <c:v>9.8873304207863805E-2</c:v>
                </c:pt>
                <c:pt idx="220">
                  <c:v>4.9115913555992097E-2</c:v>
                </c:pt>
                <c:pt idx="221">
                  <c:v>4.7385620915032602E-2</c:v>
                </c:pt>
                <c:pt idx="222">
                  <c:v>5.1015096304008301E-2</c:v>
                </c:pt>
                <c:pt idx="223">
                  <c:v>5.26982518368381E-2</c:v>
                </c:pt>
                <c:pt idx="224">
                  <c:v>0.10766997338495</c:v>
                </c:pt>
                <c:pt idx="225">
                  <c:v>4.65714285714285E-2</c:v>
                </c:pt>
                <c:pt idx="226">
                  <c:v>5.9884559884559797E-2</c:v>
                </c:pt>
                <c:pt idx="227">
                  <c:v>5.9470788577416799E-2</c:v>
                </c:pt>
                <c:pt idx="228">
                  <c:v>5.7794676806083599E-2</c:v>
                </c:pt>
                <c:pt idx="229">
                  <c:v>5.9239842726081203E-2</c:v>
                </c:pt>
                <c:pt idx="230">
                  <c:v>4.9303045947341202E-2</c:v>
                </c:pt>
                <c:pt idx="231">
                  <c:v>5.2110474205315199E-2</c:v>
                </c:pt>
                <c:pt idx="232">
                  <c:v>5.69556451612903E-2</c:v>
                </c:pt>
                <c:pt idx="233">
                  <c:v>5.3231939163497999E-2</c:v>
                </c:pt>
                <c:pt idx="234">
                  <c:v>5.1665861902462501E-2</c:v>
                </c:pt>
                <c:pt idx="235">
                  <c:v>4.76709343503132E-2</c:v>
                </c:pt>
                <c:pt idx="236">
                  <c:v>5.1165282614519102E-2</c:v>
                </c:pt>
                <c:pt idx="237">
                  <c:v>5.5077915099408903E-2</c:v>
                </c:pt>
                <c:pt idx="238">
                  <c:v>0.12725762922981099</c:v>
                </c:pt>
                <c:pt idx="239">
                  <c:v>0.101573345673299</c:v>
                </c:pt>
                <c:pt idx="240">
                  <c:v>5.3900325027085499E-2</c:v>
                </c:pt>
                <c:pt idx="241">
                  <c:v>5.2162516382699801E-2</c:v>
                </c:pt>
                <c:pt idx="242">
                  <c:v>5.69207622868605E-2</c:v>
                </c:pt>
                <c:pt idx="243">
                  <c:v>5.6926459809430702E-2</c:v>
                </c:pt>
                <c:pt idx="244">
                  <c:v>0.110412299091544</c:v>
                </c:pt>
                <c:pt idx="245">
                  <c:v>5.2120876074299903E-2</c:v>
                </c:pt>
                <c:pt idx="246">
                  <c:v>6.4090698750578406E-2</c:v>
                </c:pt>
                <c:pt idx="247">
                  <c:v>6.41993957703927E-2</c:v>
                </c:pt>
                <c:pt idx="248">
                  <c:v>6.2545989698307505E-2</c:v>
                </c:pt>
                <c:pt idx="249">
                  <c:v>6.35400907715582E-2</c:v>
                </c:pt>
                <c:pt idx="250">
                  <c:v>5.4074258659357E-2</c:v>
                </c:pt>
                <c:pt idx="251">
                  <c:v>5.7451078775715002E-2</c:v>
                </c:pt>
                <c:pt idx="252">
                  <c:v>5.91179976162097E-2</c:v>
                </c:pt>
                <c:pt idx="253">
                  <c:v>5.7701711491442501E-2</c:v>
                </c:pt>
                <c:pt idx="254">
                  <c:v>5.5932600046805503E-2</c:v>
                </c:pt>
                <c:pt idx="255">
                  <c:v>5.2438384897745098E-2</c:v>
                </c:pt>
                <c:pt idx="256">
                  <c:v>5.5512721665381598E-2</c:v>
                </c:pt>
                <c:pt idx="257">
                  <c:v>5.9551430781129101E-2</c:v>
                </c:pt>
                <c:pt idx="258">
                  <c:v>0.12740384615384601</c:v>
                </c:pt>
                <c:pt idx="259">
                  <c:v>0.104487608841259</c:v>
                </c:pt>
                <c:pt idx="260">
                  <c:v>5.1563357103675198E-2</c:v>
                </c:pt>
                <c:pt idx="261">
                  <c:v>4.9800266311584497E-2</c:v>
                </c:pt>
                <c:pt idx="262">
                  <c:v>5.46934622233528E-2</c:v>
                </c:pt>
                <c:pt idx="263">
                  <c:v>5.4294175715695898E-2</c:v>
                </c:pt>
                <c:pt idx="264">
                  <c:v>0.109219858156028</c:v>
                </c:pt>
                <c:pt idx="265">
                  <c:v>4.8869030996928201E-2</c:v>
                </c:pt>
                <c:pt idx="266">
                  <c:v>6.2808750882145298E-2</c:v>
                </c:pt>
                <c:pt idx="267">
                  <c:v>6.2164236377590103E-2</c:v>
                </c:pt>
                <c:pt idx="268">
                  <c:v>6.0044477390659698E-2</c:v>
                </c:pt>
                <c:pt idx="269">
                  <c:v>6.11253196930946E-2</c:v>
                </c:pt>
                <c:pt idx="270">
                  <c:v>5.1585304479114198E-2</c:v>
                </c:pt>
                <c:pt idx="271">
                  <c:v>5.5230338508526301E-2</c:v>
                </c:pt>
                <c:pt idx="272">
                  <c:v>6.0172626387176298E-2</c:v>
                </c:pt>
                <c:pt idx="273">
                  <c:v>5.5075327241294103E-2</c:v>
                </c:pt>
                <c:pt idx="274">
                  <c:v>5.3710247349823298E-2</c:v>
                </c:pt>
                <c:pt idx="275">
                  <c:v>5.0079914757591902E-2</c:v>
                </c:pt>
                <c:pt idx="276">
                  <c:v>5.3693033001571501E-2</c:v>
                </c:pt>
                <c:pt idx="277">
                  <c:v>5.7803468208092401E-2</c:v>
                </c:pt>
                <c:pt idx="278">
                  <c:v>0.12721351516385099</c:v>
                </c:pt>
                <c:pt idx="279">
                  <c:v>0.103190767141887</c:v>
                </c:pt>
                <c:pt idx="280">
                  <c:v>4.9571762263171497E-2</c:v>
                </c:pt>
                <c:pt idx="281">
                  <c:v>4.7738693467336599E-2</c:v>
                </c:pt>
                <c:pt idx="282">
                  <c:v>5.2745664739884297E-2</c:v>
                </c:pt>
                <c:pt idx="283">
                  <c:v>5.2668539325842603E-2</c:v>
                </c:pt>
                <c:pt idx="284">
                  <c:v>0.104802513464991</c:v>
                </c:pt>
                <c:pt idx="285">
                  <c:v>4.6788263283108603E-2</c:v>
                </c:pt>
                <c:pt idx="286">
                  <c:v>6.03621730382293E-2</c:v>
                </c:pt>
                <c:pt idx="287">
                  <c:v>5.9719535783365502E-2</c:v>
                </c:pt>
                <c:pt idx="288">
                  <c:v>5.7750759878419398E-2</c:v>
                </c:pt>
                <c:pt idx="289">
                  <c:v>5.9079903147699703E-2</c:v>
                </c:pt>
                <c:pt idx="290">
                  <c:v>4.9785612196283899E-2</c:v>
                </c:pt>
                <c:pt idx="291">
                  <c:v>5.3253012048192702E-2</c:v>
                </c:pt>
                <c:pt idx="292">
                  <c:v>5.7669857576464999E-2</c:v>
                </c:pt>
                <c:pt idx="293">
                  <c:v>5.3408292340126402E-2</c:v>
                </c:pt>
                <c:pt idx="294">
                  <c:v>5.1843575418994398E-2</c:v>
                </c:pt>
                <c:pt idx="295">
                  <c:v>4.8002010555415899E-2</c:v>
                </c:pt>
                <c:pt idx="296">
                  <c:v>5.1630434782608599E-2</c:v>
                </c:pt>
                <c:pt idx="297">
                  <c:v>5.5500495540138702E-2</c:v>
                </c:pt>
                <c:pt idx="298">
                  <c:v>0.121789883268482</c:v>
                </c:pt>
                <c:pt idx="299">
                  <c:v>9.9246501614639396E-2</c:v>
                </c:pt>
                <c:pt idx="300">
                  <c:v>4.3859649122807001E-2</c:v>
                </c:pt>
                <c:pt idx="301">
                  <c:v>4.2293499858075498E-2</c:v>
                </c:pt>
                <c:pt idx="302">
                  <c:v>4.6245919477693097E-2</c:v>
                </c:pt>
                <c:pt idx="303">
                  <c:v>4.9123738714816699E-2</c:v>
                </c:pt>
                <c:pt idx="304">
                  <c:v>0.106145251396648</c:v>
                </c:pt>
                <c:pt idx="305">
                  <c:v>4.1034790365744797E-2</c:v>
                </c:pt>
                <c:pt idx="306">
                  <c:v>5.7575757575757502E-2</c:v>
                </c:pt>
                <c:pt idx="307">
                  <c:v>5.6210584041678002E-2</c:v>
                </c:pt>
                <c:pt idx="308">
                  <c:v>5.4550292708887699E-2</c:v>
                </c:pt>
                <c:pt idx="309">
                  <c:v>5.5387990128873001E-2</c:v>
                </c:pt>
                <c:pt idx="310">
                  <c:v>4.5135135135135097E-2</c:v>
                </c:pt>
                <c:pt idx="311">
                  <c:v>4.8242027800490597E-2</c:v>
                </c:pt>
                <c:pt idx="312">
                  <c:v>5.4011119936457498E-2</c:v>
                </c:pt>
                <c:pt idx="313">
                  <c:v>4.9960138187616202E-2</c:v>
                </c:pt>
                <c:pt idx="314">
                  <c:v>4.8366675107622097E-2</c:v>
                </c:pt>
                <c:pt idx="315">
                  <c:v>4.2293499858075498E-2</c:v>
                </c:pt>
                <c:pt idx="316">
                  <c:v>4.6394633873672403E-2</c:v>
                </c:pt>
                <c:pt idx="317">
                  <c:v>5.13468013468013E-2</c:v>
                </c:pt>
                <c:pt idx="318">
                  <c:v>0.128919860627177</c:v>
                </c:pt>
                <c:pt idx="319">
                  <c:v>0.100242718446601</c:v>
                </c:pt>
                <c:pt idx="320">
                  <c:v>4.8099078341013797E-2</c:v>
                </c:pt>
                <c:pt idx="321">
                  <c:v>4.6979865771811999E-2</c:v>
                </c:pt>
                <c:pt idx="322">
                  <c:v>5.1165282614519102E-2</c:v>
                </c:pt>
                <c:pt idx="323">
                  <c:v>5.3566762477136098E-2</c:v>
                </c:pt>
                <c:pt idx="324">
                  <c:v>0.111333000499251</c:v>
                </c:pt>
                <c:pt idx="325">
                  <c:v>4.5734388742304302E-2</c:v>
                </c:pt>
                <c:pt idx="326">
                  <c:v>6.2019350037211603E-2</c:v>
                </c:pt>
                <c:pt idx="327">
                  <c:v>6.0442525634106799E-2</c:v>
                </c:pt>
                <c:pt idx="328">
                  <c:v>5.9470788577416799E-2</c:v>
                </c:pt>
                <c:pt idx="329">
                  <c:v>6.0205183585313099E-2</c:v>
                </c:pt>
                <c:pt idx="330">
                  <c:v>4.9481245011971202E-2</c:v>
                </c:pt>
                <c:pt idx="331">
                  <c:v>5.3140096618357398E-2</c:v>
                </c:pt>
                <c:pt idx="332">
                  <c:v>5.90070184559396E-2</c:v>
                </c:pt>
                <c:pt idx="333">
                  <c:v>5.4393305439330498E-2</c:v>
                </c:pt>
                <c:pt idx="334">
                  <c:v>5.2801992528019898E-2</c:v>
                </c:pt>
                <c:pt idx="335">
                  <c:v>4.6979865771811999E-2</c:v>
                </c:pt>
                <c:pt idx="336">
                  <c:v>5.0330033003300301E-2</c:v>
                </c:pt>
                <c:pt idx="337">
                  <c:v>5.5218111540585299E-2</c:v>
                </c:pt>
                <c:pt idx="338">
                  <c:v>0.13213598460551601</c:v>
                </c:pt>
                <c:pt idx="339">
                  <c:v>0.104623450905624</c:v>
                </c:pt>
                <c:pt idx="340">
                  <c:v>5.2601156069364101E-2</c:v>
                </c:pt>
                <c:pt idx="341">
                  <c:v>5.13468013468013E-2</c:v>
                </c:pt>
                <c:pt idx="342">
                  <c:v>5.5929013175584803E-2</c:v>
                </c:pt>
                <c:pt idx="343">
                  <c:v>5.7112915902541202E-2</c:v>
                </c:pt>
                <c:pt idx="344">
                  <c:v>0.11570247933884199</c:v>
                </c:pt>
                <c:pt idx="345">
                  <c:v>0.05</c:v>
                </c:pt>
                <c:pt idx="346">
                  <c:v>6.5671641791044705E-2</c:v>
                </c:pt>
                <c:pt idx="347">
                  <c:v>6.3835542331620199E-2</c:v>
                </c:pt>
                <c:pt idx="348">
                  <c:v>6.3041765169424696E-2</c:v>
                </c:pt>
                <c:pt idx="349">
                  <c:v>6.3887384948565204E-2</c:v>
                </c:pt>
                <c:pt idx="350">
                  <c:v>5.30808215524139E-2</c:v>
                </c:pt>
                <c:pt idx="351">
                  <c:v>5.7350565428109797E-2</c:v>
                </c:pt>
                <c:pt idx="352">
                  <c:v>6.2548866301798206E-2</c:v>
                </c:pt>
                <c:pt idx="353">
                  <c:v>5.79444153120083E-2</c:v>
                </c:pt>
                <c:pt idx="354">
                  <c:v>5.6179775280898799E-2</c:v>
                </c:pt>
                <c:pt idx="355">
                  <c:v>5.1641874824586001E-2</c:v>
                </c:pt>
                <c:pt idx="356">
                  <c:v>5.4635761589403899E-2</c:v>
                </c:pt>
                <c:pt idx="357">
                  <c:v>5.8970099667774001E-2</c:v>
                </c:pt>
                <c:pt idx="358">
                  <c:v>0.13447537473233401</c:v>
                </c:pt>
                <c:pt idx="359">
                  <c:v>0.10903873744619701</c:v>
                </c:pt>
                <c:pt idx="360">
                  <c:v>0.13252480705622899</c:v>
                </c:pt>
                <c:pt idx="361">
                  <c:v>0.128122998078155</c:v>
                </c:pt>
                <c:pt idx="362">
                  <c:v>0.130069643588693</c:v>
                </c:pt>
                <c:pt idx="363">
                  <c:v>0.12822564512902501</c:v>
                </c:pt>
                <c:pt idx="364">
                  <c:v>0.14541344886042501</c:v>
                </c:pt>
                <c:pt idx="365">
                  <c:v>0.13100338218714699</c:v>
                </c:pt>
                <c:pt idx="366">
                  <c:v>0.12858234619793599</c:v>
                </c:pt>
                <c:pt idx="367">
                  <c:v>0.13585060537656399</c:v>
                </c:pt>
                <c:pt idx="368">
                  <c:v>0.13114754098360601</c:v>
                </c:pt>
                <c:pt idx="369">
                  <c:v>0.13603622144474101</c:v>
                </c:pt>
                <c:pt idx="370">
                  <c:v>0.126906650396583</c:v>
                </c:pt>
                <c:pt idx="371">
                  <c:v>0.13076450092232</c:v>
                </c:pt>
                <c:pt idx="372">
                  <c:v>0.12924638812963599</c:v>
                </c:pt>
                <c:pt idx="373">
                  <c:v>0.12822564512902501</c:v>
                </c:pt>
                <c:pt idx="374">
                  <c:v>0.123485285631852</c:v>
                </c:pt>
                <c:pt idx="375">
                  <c:v>0.12836394703118301</c:v>
                </c:pt>
                <c:pt idx="376">
                  <c:v>0.131054728454602</c:v>
                </c:pt>
                <c:pt idx="377">
                  <c:v>0.134300126103404</c:v>
                </c:pt>
                <c:pt idx="378">
                  <c:v>0.13068274401173199</c:v>
                </c:pt>
                <c:pt idx="379">
                  <c:v>0.14098360655737699</c:v>
                </c:pt>
                <c:pt idx="380">
                  <c:v>0.109199700822737</c:v>
                </c:pt>
                <c:pt idx="381">
                  <c:v>0.10522513845412899</c:v>
                </c:pt>
                <c:pt idx="382">
                  <c:v>0.10890632210429101</c:v>
                </c:pt>
                <c:pt idx="383">
                  <c:v>0.107567931731417</c:v>
                </c:pt>
                <c:pt idx="384">
                  <c:v>0.13876511775938799</c:v>
                </c:pt>
                <c:pt idx="385">
                  <c:v>0.106388393993382</c:v>
                </c:pt>
                <c:pt idx="386">
                  <c:v>0.11199143468950699</c:v>
                </c:pt>
                <c:pt idx="387">
                  <c:v>0.116925214169946</c:v>
                </c:pt>
                <c:pt idx="388">
                  <c:v>0.112783644124915</c:v>
                </c:pt>
                <c:pt idx="389">
                  <c:v>0.11655444625029</c:v>
                </c:pt>
                <c:pt idx="390">
                  <c:v>0.10537142857142801</c:v>
                </c:pt>
                <c:pt idx="391">
                  <c:v>0.110443622920517</c:v>
                </c:pt>
                <c:pt idx="392">
                  <c:v>0.115504220346512</c:v>
                </c:pt>
                <c:pt idx="393">
                  <c:v>0.10856372218476</c:v>
                </c:pt>
                <c:pt idx="394">
                  <c:v>0.10499139414802</c:v>
                </c:pt>
                <c:pt idx="395">
                  <c:v>0.105491329479768</c:v>
                </c:pt>
                <c:pt idx="396">
                  <c:v>0.108695652173913</c:v>
                </c:pt>
                <c:pt idx="397">
                  <c:v>0.11387900355871799</c:v>
                </c:pt>
                <c:pt idx="398">
                  <c:v>0.14207048458149699</c:v>
                </c:pt>
                <c:pt idx="399">
                  <c:v>0.130576492157262</c:v>
                </c:pt>
                <c:pt idx="400">
                  <c:v>4.2484617638441198E-2</c:v>
                </c:pt>
                <c:pt idx="401">
                  <c:v>4.0851063829787197E-2</c:v>
                </c:pt>
                <c:pt idx="402">
                  <c:v>4.5751633986928102E-2</c:v>
                </c:pt>
                <c:pt idx="403">
                  <c:v>4.73656200106439E-2</c:v>
                </c:pt>
                <c:pt idx="404">
                  <c:v>0.10377358490565999</c:v>
                </c:pt>
                <c:pt idx="405">
                  <c:v>3.9630512514898603E-2</c:v>
                </c:pt>
                <c:pt idx="406">
                  <c:v>5.6006082108464202E-2</c:v>
                </c:pt>
                <c:pt idx="407">
                  <c:v>5.3987393806522302E-2</c:v>
                </c:pt>
                <c:pt idx="408">
                  <c:v>5.2561366061899602E-2</c:v>
                </c:pt>
                <c:pt idx="409">
                  <c:v>5.3165250753631099E-2</c:v>
                </c:pt>
                <c:pt idx="410">
                  <c:v>4.3584190579317797E-2</c:v>
                </c:pt>
                <c:pt idx="411">
                  <c:v>4.6606704824202698E-2</c:v>
                </c:pt>
                <c:pt idx="412">
                  <c:v>5.1193633952254597E-2</c:v>
                </c:pt>
                <c:pt idx="413">
                  <c:v>4.8202396804260902E-2</c:v>
                </c:pt>
                <c:pt idx="414">
                  <c:v>4.6867040244523601E-2</c:v>
                </c:pt>
                <c:pt idx="415">
                  <c:v>4.1146424517593601E-2</c:v>
                </c:pt>
                <c:pt idx="416">
                  <c:v>4.4972067039106098E-2</c:v>
                </c:pt>
                <c:pt idx="417">
                  <c:v>4.93273542600896E-2</c:v>
                </c:pt>
                <c:pt idx="418">
                  <c:v>0.12746818780166699</c:v>
                </c:pt>
                <c:pt idx="419">
                  <c:v>9.8240469208211098E-2</c:v>
                </c:pt>
                <c:pt idx="420">
                  <c:v>4.0955631399317398E-2</c:v>
                </c:pt>
                <c:pt idx="421">
                  <c:v>3.9415656008820202E-2</c:v>
                </c:pt>
                <c:pt idx="422">
                  <c:v>4.40982307895431E-2</c:v>
                </c:pt>
                <c:pt idx="423">
                  <c:v>4.5595054095826801E-2</c:v>
                </c:pt>
                <c:pt idx="424">
                  <c:v>9.9901574803149595E-2</c:v>
                </c:pt>
                <c:pt idx="425">
                  <c:v>3.8194444444444399E-2</c:v>
                </c:pt>
                <c:pt idx="426">
                  <c:v>5.3934787938220097E-2</c:v>
                </c:pt>
                <c:pt idx="427">
                  <c:v>5.2351846930640399E-2</c:v>
                </c:pt>
                <c:pt idx="428">
                  <c:v>5.0541516245487299E-2</c:v>
                </c:pt>
                <c:pt idx="429">
                  <c:v>5.1554610682965699E-2</c:v>
                </c:pt>
                <c:pt idx="430">
                  <c:v>4.19397116644823E-2</c:v>
                </c:pt>
                <c:pt idx="431">
                  <c:v>4.4926004228329798E-2</c:v>
                </c:pt>
                <c:pt idx="432">
                  <c:v>4.9268668206312503E-2</c:v>
                </c:pt>
                <c:pt idx="433">
                  <c:v>4.6403712296983701E-2</c:v>
                </c:pt>
                <c:pt idx="434">
                  <c:v>4.4985250737463102E-2</c:v>
                </c:pt>
                <c:pt idx="435">
                  <c:v>3.9702233250620299E-2</c:v>
                </c:pt>
                <c:pt idx="436">
                  <c:v>4.3407487791644002E-2</c:v>
                </c:pt>
                <c:pt idx="437">
                  <c:v>4.7917233868772099E-2</c:v>
                </c:pt>
                <c:pt idx="438">
                  <c:v>0.122933446375582</c:v>
                </c:pt>
                <c:pt idx="439">
                  <c:v>9.4441827602449305E-2</c:v>
                </c:pt>
                <c:pt idx="440">
                  <c:v>4.6930422919508802E-2</c:v>
                </c:pt>
                <c:pt idx="441">
                  <c:v>4.5202220459952397E-2</c:v>
                </c:pt>
                <c:pt idx="442">
                  <c:v>4.73909755482732E-2</c:v>
                </c:pt>
                <c:pt idx="443">
                  <c:v>5.0147492625368703E-2</c:v>
                </c:pt>
                <c:pt idx="444">
                  <c:v>0.10352112676056301</c:v>
                </c:pt>
                <c:pt idx="445">
                  <c:v>4.4747081712062202E-2</c:v>
                </c:pt>
                <c:pt idx="446">
                  <c:v>5.7957466697826497E-2</c:v>
                </c:pt>
                <c:pt idx="447">
                  <c:v>5.6896113792227497E-2</c:v>
                </c:pt>
                <c:pt idx="448">
                  <c:v>5.5309734513274297E-2</c:v>
                </c:pt>
                <c:pt idx="449">
                  <c:v>5.6670902160101601E-2</c:v>
                </c:pt>
                <c:pt idx="450">
                  <c:v>4.6808510638297801E-2</c:v>
                </c:pt>
                <c:pt idx="451">
                  <c:v>4.9242424242424199E-2</c:v>
                </c:pt>
                <c:pt idx="452">
                  <c:v>5.4549902152641799E-2</c:v>
                </c:pt>
                <c:pt idx="453">
                  <c:v>5.09225092250922E-2</c:v>
                </c:pt>
                <c:pt idx="454">
                  <c:v>4.9472450175849898E-2</c:v>
                </c:pt>
                <c:pt idx="455">
                  <c:v>4.5478582760444197E-2</c:v>
                </c:pt>
                <c:pt idx="456">
                  <c:v>4.8596673596673599E-2</c:v>
                </c:pt>
                <c:pt idx="457">
                  <c:v>5.2659019812304399E-2</c:v>
                </c:pt>
                <c:pt idx="458">
                  <c:v>0.123861566484517</c:v>
                </c:pt>
                <c:pt idx="459">
                  <c:v>9.7774780849629095E-2</c:v>
                </c:pt>
                <c:pt idx="460">
                  <c:v>4.9280767181672798E-2</c:v>
                </c:pt>
                <c:pt idx="461">
                  <c:v>4.7520661157024698E-2</c:v>
                </c:pt>
                <c:pt idx="462">
                  <c:v>5.1996057171020203E-2</c:v>
                </c:pt>
                <c:pt idx="463">
                  <c:v>5.1435406698564501E-2</c:v>
                </c:pt>
                <c:pt idx="464">
                  <c:v>0.10472043996333601</c:v>
                </c:pt>
                <c:pt idx="465">
                  <c:v>4.6947082767978203E-2</c:v>
                </c:pt>
                <c:pt idx="466">
                  <c:v>6.0031956174389403E-2</c:v>
                </c:pt>
                <c:pt idx="467">
                  <c:v>5.9217046580773001E-2</c:v>
                </c:pt>
                <c:pt idx="468">
                  <c:v>5.7218099114196702E-2</c:v>
                </c:pt>
                <c:pt idx="469">
                  <c:v>5.8211543225167202E-2</c:v>
                </c:pt>
                <c:pt idx="470">
                  <c:v>4.9012435991221598E-2</c:v>
                </c:pt>
                <c:pt idx="471">
                  <c:v>5.2774352651047997E-2</c:v>
                </c:pt>
                <c:pt idx="472">
                  <c:v>5.7430007178750797E-2</c:v>
                </c:pt>
                <c:pt idx="473">
                  <c:v>5.2442528735632099E-2</c:v>
                </c:pt>
                <c:pt idx="474">
                  <c:v>5.1200000000000002E-2</c:v>
                </c:pt>
                <c:pt idx="475">
                  <c:v>4.7791268406096599E-2</c:v>
                </c:pt>
                <c:pt idx="476">
                  <c:v>5.1028179741050998E-2</c:v>
                </c:pt>
                <c:pt idx="477">
                  <c:v>5.5272542027508899E-2</c:v>
                </c:pt>
                <c:pt idx="478">
                  <c:v>0.12373587150505599</c:v>
                </c:pt>
                <c:pt idx="479">
                  <c:v>9.90555677575225E-2</c:v>
                </c:pt>
                <c:pt idx="480">
                  <c:v>0.110687022900763</c:v>
                </c:pt>
                <c:pt idx="481">
                  <c:v>0.10689655172413701</c:v>
                </c:pt>
                <c:pt idx="482">
                  <c:v>0.110719322990126</c:v>
                </c:pt>
                <c:pt idx="483">
                  <c:v>0.109890109890109</c:v>
                </c:pt>
                <c:pt idx="484">
                  <c:v>0.139559965487489</c:v>
                </c:pt>
                <c:pt idx="485">
                  <c:v>0.107189203218271</c:v>
                </c:pt>
                <c:pt idx="486">
                  <c:v>0.11421098517872701</c:v>
                </c:pt>
                <c:pt idx="487">
                  <c:v>0.119858156028368</c:v>
                </c:pt>
                <c:pt idx="488">
                  <c:v>0.11579912864022</c:v>
                </c:pt>
                <c:pt idx="489">
                  <c:v>0.119318181818181</c:v>
                </c:pt>
                <c:pt idx="490">
                  <c:v>0.10717614165890001</c:v>
                </c:pt>
                <c:pt idx="491">
                  <c:v>0.11228813559322</c:v>
                </c:pt>
                <c:pt idx="492">
                  <c:v>0.118194192377495</c:v>
                </c:pt>
                <c:pt idx="493">
                  <c:v>0.110907424381301</c:v>
                </c:pt>
                <c:pt idx="494">
                  <c:v>0.10723684210526301</c:v>
                </c:pt>
                <c:pt idx="495">
                  <c:v>0.107169253510716</c:v>
                </c:pt>
                <c:pt idx="496">
                  <c:v>0.11129929833051</c:v>
                </c:pt>
                <c:pt idx="497">
                  <c:v>0.116618075801749</c:v>
                </c:pt>
                <c:pt idx="498">
                  <c:v>0.14365567356064801</c:v>
                </c:pt>
                <c:pt idx="499">
                  <c:v>0.13567421566590401</c:v>
                </c:pt>
                <c:pt idx="500">
                  <c:v>3.87019946412622E-2</c:v>
                </c:pt>
                <c:pt idx="501">
                  <c:v>3.7197231833910001E-2</c:v>
                </c:pt>
                <c:pt idx="502">
                  <c:v>4.1816671282193199E-2</c:v>
                </c:pt>
                <c:pt idx="503">
                  <c:v>4.3866774979691298E-2</c:v>
                </c:pt>
                <c:pt idx="504">
                  <c:v>9.9272349272349195E-2</c:v>
                </c:pt>
                <c:pt idx="505">
                  <c:v>3.4764207980652898E-2</c:v>
                </c:pt>
                <c:pt idx="506">
                  <c:v>5.2713178294573601E-2</c:v>
                </c:pt>
                <c:pt idx="507">
                  <c:v>5.0167224080267497E-2</c:v>
                </c:pt>
                <c:pt idx="508">
                  <c:v>4.85753052917232E-2</c:v>
                </c:pt>
                <c:pt idx="509">
                  <c:v>4.9331103678929698E-2</c:v>
                </c:pt>
                <c:pt idx="510">
                  <c:v>3.9922907488986699E-2</c:v>
                </c:pt>
                <c:pt idx="511">
                  <c:v>4.2682926829268199E-2</c:v>
                </c:pt>
                <c:pt idx="512">
                  <c:v>4.7077922077922003E-2</c:v>
                </c:pt>
                <c:pt idx="513">
                  <c:v>4.4715447154471497E-2</c:v>
                </c:pt>
                <c:pt idx="514">
                  <c:v>4.3309128630705303E-2</c:v>
                </c:pt>
                <c:pt idx="515">
                  <c:v>3.7795729948066903E-2</c:v>
                </c:pt>
                <c:pt idx="516">
                  <c:v>4.1477272727272703E-2</c:v>
                </c:pt>
                <c:pt idx="517">
                  <c:v>4.5597036192647399E-2</c:v>
                </c:pt>
                <c:pt idx="518">
                  <c:v>0.124663677130044</c:v>
                </c:pt>
                <c:pt idx="519">
                  <c:v>9.4240837696334998E-2</c:v>
                </c:pt>
                <c:pt idx="520">
                  <c:v>5.7222082177968203E-2</c:v>
                </c:pt>
                <c:pt idx="521">
                  <c:v>5.5162313888210801E-2</c:v>
                </c:pt>
                <c:pt idx="522">
                  <c:v>5.9111007679776499E-2</c:v>
                </c:pt>
                <c:pt idx="523">
                  <c:v>5.9183673469387701E-2</c:v>
                </c:pt>
                <c:pt idx="524">
                  <c:v>0.107762359063313</c:v>
                </c:pt>
                <c:pt idx="525">
                  <c:v>5.5055312580396101E-2</c:v>
                </c:pt>
                <c:pt idx="526">
                  <c:v>6.1975468043899203E-2</c:v>
                </c:pt>
                <c:pt idx="527">
                  <c:v>6.6417212347988697E-2</c:v>
                </c:pt>
                <c:pt idx="528">
                  <c:v>6.4230594643667704E-2</c:v>
                </c:pt>
                <c:pt idx="529">
                  <c:v>6.5512400561534803E-2</c:v>
                </c:pt>
                <c:pt idx="530">
                  <c:v>5.6338028169014003E-2</c:v>
                </c:pt>
                <c:pt idx="531">
                  <c:v>5.9111007679776499E-2</c:v>
                </c:pt>
                <c:pt idx="532">
                  <c:v>6.3257065948855995E-2</c:v>
                </c:pt>
                <c:pt idx="533">
                  <c:v>5.9904697072838603E-2</c:v>
                </c:pt>
                <c:pt idx="534">
                  <c:v>5.7980456026058599E-2</c:v>
                </c:pt>
                <c:pt idx="535">
                  <c:v>5.5419921875E-2</c:v>
                </c:pt>
                <c:pt idx="536">
                  <c:v>5.8696693818878702E-2</c:v>
                </c:pt>
                <c:pt idx="537">
                  <c:v>6.2725306416726703E-2</c:v>
                </c:pt>
                <c:pt idx="538">
                  <c:v>0.12274096385542101</c:v>
                </c:pt>
                <c:pt idx="539">
                  <c:v>0.10227036034159501</c:v>
                </c:pt>
                <c:pt idx="540">
                  <c:v>5.6930693069306898E-2</c:v>
                </c:pt>
                <c:pt idx="541">
                  <c:v>5.5155875299760099E-2</c:v>
                </c:pt>
                <c:pt idx="542">
                  <c:v>5.9857361181864403E-2</c:v>
                </c:pt>
                <c:pt idx="543">
                  <c:v>6.0223048327137499E-2</c:v>
                </c:pt>
                <c:pt idx="544">
                  <c:v>0.116295594504973</c:v>
                </c:pt>
                <c:pt idx="545">
                  <c:v>5.4031354983202599E-2</c:v>
                </c:pt>
                <c:pt idx="546">
                  <c:v>6.8551236749116604E-2</c:v>
                </c:pt>
                <c:pt idx="547">
                  <c:v>6.6547222933196801E-2</c:v>
                </c:pt>
                <c:pt idx="548">
                  <c:v>6.6220238095238096E-2</c:v>
                </c:pt>
                <c:pt idx="549">
                  <c:v>6.6598360655737696E-2</c:v>
                </c:pt>
                <c:pt idx="550">
                  <c:v>5.6508577194752697E-2</c:v>
                </c:pt>
                <c:pt idx="551">
                  <c:v>6.1208875286916598E-2</c:v>
                </c:pt>
                <c:pt idx="552">
                  <c:v>6.6979733069698399E-2</c:v>
                </c:pt>
                <c:pt idx="553">
                  <c:v>6.1275117836765002E-2</c:v>
                </c:pt>
                <c:pt idx="554">
                  <c:v>5.9240028321925799E-2</c:v>
                </c:pt>
                <c:pt idx="555">
                  <c:v>5.5437100213219598E-2</c:v>
                </c:pt>
                <c:pt idx="556">
                  <c:v>5.8684831019124903E-2</c:v>
                </c:pt>
                <c:pt idx="557">
                  <c:v>6.2812089356110296E-2</c:v>
                </c:pt>
                <c:pt idx="558">
                  <c:v>0.13231707317073099</c:v>
                </c:pt>
                <c:pt idx="559">
                  <c:v>0.109803033733303</c:v>
                </c:pt>
                <c:pt idx="560">
                  <c:v>5.5050774986638101E-2</c:v>
                </c:pt>
                <c:pt idx="561">
                  <c:v>5.3150116670987797E-2</c:v>
                </c:pt>
                <c:pt idx="562">
                  <c:v>5.8343634116192797E-2</c:v>
                </c:pt>
                <c:pt idx="563">
                  <c:v>5.8103241296518601E-2</c:v>
                </c:pt>
                <c:pt idx="564">
                  <c:v>0.11162255466052901</c:v>
                </c:pt>
                <c:pt idx="565">
                  <c:v>5.1958650707290499E-2</c:v>
                </c:pt>
                <c:pt idx="566">
                  <c:v>6.6178154339363401E-2</c:v>
                </c:pt>
                <c:pt idx="567">
                  <c:v>6.6152698333747803E-2</c:v>
                </c:pt>
                <c:pt idx="568">
                  <c:v>6.3354931605471496E-2</c:v>
                </c:pt>
                <c:pt idx="569">
                  <c:v>6.5406615269833296E-2</c:v>
                </c:pt>
                <c:pt idx="570">
                  <c:v>5.4985337243401697E-2</c:v>
                </c:pt>
                <c:pt idx="571">
                  <c:v>5.9129143988124598E-2</c:v>
                </c:pt>
                <c:pt idx="572">
                  <c:v>6.4725697786332997E-2</c:v>
                </c:pt>
                <c:pt idx="573">
                  <c:v>5.8865929841422297E-2</c:v>
                </c:pt>
                <c:pt idx="574">
                  <c:v>5.7044673539518899E-2</c:v>
                </c:pt>
                <c:pt idx="575">
                  <c:v>5.3423236514522798E-2</c:v>
                </c:pt>
                <c:pt idx="576">
                  <c:v>5.73833205814843E-2</c:v>
                </c:pt>
                <c:pt idx="577">
                  <c:v>6.1940107499360103E-2</c:v>
                </c:pt>
                <c:pt idx="578">
                  <c:v>0.127384737678855</c:v>
                </c:pt>
                <c:pt idx="579">
                  <c:v>0.105646228495809</c:v>
                </c:pt>
                <c:pt idx="580">
                  <c:v>5.5815232334341401E-2</c:v>
                </c:pt>
                <c:pt idx="581">
                  <c:v>5.4075652637186999E-2</c:v>
                </c:pt>
                <c:pt idx="582">
                  <c:v>5.93630573248407E-2</c:v>
                </c:pt>
                <c:pt idx="583">
                  <c:v>5.9217046580773001E-2</c:v>
                </c:pt>
                <c:pt idx="584">
                  <c:v>0.11495615074662199</c:v>
                </c:pt>
                <c:pt idx="585">
                  <c:v>5.2896725440806001E-2</c:v>
                </c:pt>
                <c:pt idx="586">
                  <c:v>6.7640820174404898E-2</c:v>
                </c:pt>
                <c:pt idx="587">
                  <c:v>6.6598360655737696E-2</c:v>
                </c:pt>
                <c:pt idx="588">
                  <c:v>6.5476190476190396E-2</c:v>
                </c:pt>
                <c:pt idx="589">
                  <c:v>6.5829918032786802E-2</c:v>
                </c:pt>
                <c:pt idx="590">
                  <c:v>5.6018168054504103E-2</c:v>
                </c:pt>
                <c:pt idx="591">
                  <c:v>6.07142857142857E-2</c:v>
                </c:pt>
                <c:pt idx="592">
                  <c:v>6.6238260009886293E-2</c:v>
                </c:pt>
                <c:pt idx="593">
                  <c:v>6.0267857142857102E-2</c:v>
                </c:pt>
                <c:pt idx="594">
                  <c:v>5.8614984637201599E-2</c:v>
                </c:pt>
                <c:pt idx="595">
                  <c:v>5.4356514788169399E-2</c:v>
                </c:pt>
                <c:pt idx="596">
                  <c:v>5.8176100628930798E-2</c:v>
                </c:pt>
                <c:pt idx="597">
                  <c:v>6.2582171969497696E-2</c:v>
                </c:pt>
                <c:pt idx="598">
                  <c:v>0.131107491856677</c:v>
                </c:pt>
                <c:pt idx="599">
                  <c:v>0.108666061705989</c:v>
                </c:pt>
                <c:pt idx="600">
                  <c:v>4.44324031427797E-2</c:v>
                </c:pt>
                <c:pt idx="601">
                  <c:v>4.2827115081450297E-2</c:v>
                </c:pt>
                <c:pt idx="602">
                  <c:v>4.7404063205417603E-2</c:v>
                </c:pt>
                <c:pt idx="603">
                  <c:v>4.8280907095830203E-2</c:v>
                </c:pt>
                <c:pt idx="604">
                  <c:v>0.10146955913226</c:v>
                </c:pt>
                <c:pt idx="605">
                  <c:v>4.1643684500827297E-2</c:v>
                </c:pt>
                <c:pt idx="606">
                  <c:v>5.62398326748779E-2</c:v>
                </c:pt>
                <c:pt idx="607">
                  <c:v>5.4728877679697301E-2</c:v>
                </c:pt>
                <c:pt idx="608">
                  <c:v>5.3362573099415202E-2</c:v>
                </c:pt>
                <c:pt idx="609">
                  <c:v>5.4504163512490503E-2</c:v>
                </c:pt>
                <c:pt idx="610">
                  <c:v>4.4935451837139997E-2</c:v>
                </c:pt>
                <c:pt idx="611">
                  <c:v>4.8192771084337303E-2</c:v>
                </c:pt>
                <c:pt idx="612">
                  <c:v>5.2926829268292598E-2</c:v>
                </c:pt>
                <c:pt idx="613">
                  <c:v>4.90483162518301E-2</c:v>
                </c:pt>
                <c:pt idx="614">
                  <c:v>4.7663334108346798E-2</c:v>
                </c:pt>
                <c:pt idx="615">
                  <c:v>4.3101182654402097E-2</c:v>
                </c:pt>
                <c:pt idx="616">
                  <c:v>4.6782114241405999E-2</c:v>
                </c:pt>
                <c:pt idx="617">
                  <c:v>5.0544323483670203E-2</c:v>
                </c:pt>
                <c:pt idx="618">
                  <c:v>0.122202056866303</c:v>
                </c:pt>
                <c:pt idx="619">
                  <c:v>9.5844504021447702E-2</c:v>
                </c:pt>
                <c:pt idx="620">
                  <c:v>4.7502047502047499E-2</c:v>
                </c:pt>
                <c:pt idx="621">
                  <c:v>4.5755091245702102E-2</c:v>
                </c:pt>
                <c:pt idx="622">
                  <c:v>4.9242424242424199E-2</c:v>
                </c:pt>
                <c:pt idx="623">
                  <c:v>5.09225092250922E-2</c:v>
                </c:pt>
                <c:pt idx="624">
                  <c:v>0.10429880197322</c:v>
                </c:pt>
                <c:pt idx="625">
                  <c:v>4.5037531276063303E-2</c:v>
                </c:pt>
                <c:pt idx="626">
                  <c:v>5.7957466697826497E-2</c:v>
                </c:pt>
                <c:pt idx="627">
                  <c:v>5.7702084392475803E-2</c:v>
                </c:pt>
                <c:pt idx="628">
                  <c:v>5.5828824397442203E-2</c:v>
                </c:pt>
                <c:pt idx="629">
                  <c:v>5.7477110885045701E-2</c:v>
                </c:pt>
                <c:pt idx="630">
                  <c:v>4.7595190380761501E-2</c:v>
                </c:pt>
                <c:pt idx="631">
                  <c:v>5.0303336703741097E-2</c:v>
                </c:pt>
                <c:pt idx="632">
                  <c:v>5.5066079295154099E-2</c:v>
                </c:pt>
                <c:pt idx="633">
                  <c:v>5.1439822791041097E-2</c:v>
                </c:pt>
                <c:pt idx="634">
                  <c:v>4.99648135116115E-2</c:v>
                </c:pt>
                <c:pt idx="635">
                  <c:v>4.6031746031746E-2</c:v>
                </c:pt>
                <c:pt idx="636">
                  <c:v>4.94148244473342E-2</c:v>
                </c:pt>
                <c:pt idx="637">
                  <c:v>5.3482911557526699E-2</c:v>
                </c:pt>
                <c:pt idx="638">
                  <c:v>0.123861566484517</c:v>
                </c:pt>
                <c:pt idx="639">
                  <c:v>9.8515519568151105E-2</c:v>
                </c:pt>
                <c:pt idx="640">
                  <c:v>5.2285864424592703E-2</c:v>
                </c:pt>
                <c:pt idx="641">
                  <c:v>5.0266565118050201E-2</c:v>
                </c:pt>
                <c:pt idx="642">
                  <c:v>5.4841057995632103E-2</c:v>
                </c:pt>
                <c:pt idx="643">
                  <c:v>5.4898248935163201E-2</c:v>
                </c:pt>
                <c:pt idx="644">
                  <c:v>0.106723826714801</c:v>
                </c:pt>
                <c:pt idx="645">
                  <c:v>5.0282333960742102E-2</c:v>
                </c:pt>
                <c:pt idx="646">
                  <c:v>6.1911170928667499E-2</c:v>
                </c:pt>
                <c:pt idx="647">
                  <c:v>6.2134502923976598E-2</c:v>
                </c:pt>
                <c:pt idx="648">
                  <c:v>6.0289579871825302E-2</c:v>
                </c:pt>
                <c:pt idx="649">
                  <c:v>6.1493411420204903E-2</c:v>
                </c:pt>
                <c:pt idx="650">
                  <c:v>5.2098408104196803E-2</c:v>
                </c:pt>
                <c:pt idx="651">
                  <c:v>5.5353241077931499E-2</c:v>
                </c:pt>
                <c:pt idx="652">
                  <c:v>5.72748267898383E-2</c:v>
                </c:pt>
                <c:pt idx="653">
                  <c:v>5.5647643855079303E-2</c:v>
                </c:pt>
                <c:pt idx="654">
                  <c:v>5.3980494443184299E-2</c:v>
                </c:pt>
                <c:pt idx="655">
                  <c:v>5.0533265617064498E-2</c:v>
                </c:pt>
                <c:pt idx="656">
                  <c:v>5.3771471247199401E-2</c:v>
                </c:pt>
                <c:pt idx="657">
                  <c:v>5.7942057942057902E-2</c:v>
                </c:pt>
                <c:pt idx="658">
                  <c:v>0.123757552134086</c:v>
                </c:pt>
                <c:pt idx="659">
                  <c:v>0.101126028583802</c:v>
                </c:pt>
                <c:pt idx="660">
                  <c:v>4.9840085287846399E-2</c:v>
                </c:pt>
                <c:pt idx="661">
                  <c:v>4.8062015503875899E-2</c:v>
                </c:pt>
                <c:pt idx="662">
                  <c:v>5.2774352651047997E-2</c:v>
                </c:pt>
                <c:pt idx="663">
                  <c:v>5.2442528735632099E-2</c:v>
                </c:pt>
                <c:pt idx="664">
                  <c:v>0.105733944954128</c:v>
                </c:pt>
                <c:pt idx="665">
                  <c:v>4.7231270358306099E-2</c:v>
                </c:pt>
                <c:pt idx="666">
                  <c:v>6.0758337140246602E-2</c:v>
                </c:pt>
                <c:pt idx="667">
                  <c:v>6.0267857142857102E-2</c:v>
                </c:pt>
                <c:pt idx="668">
                  <c:v>5.7977958792525097E-2</c:v>
                </c:pt>
                <c:pt idx="669">
                  <c:v>5.9261095958343599E-2</c:v>
                </c:pt>
                <c:pt idx="670">
                  <c:v>4.97803806734992E-2</c:v>
                </c:pt>
                <c:pt idx="671">
                  <c:v>5.3293856402664597E-2</c:v>
                </c:pt>
                <c:pt idx="672">
                  <c:v>5.8189655172413701E-2</c:v>
                </c:pt>
                <c:pt idx="673">
                  <c:v>5.3199137311286802E-2</c:v>
                </c:pt>
                <c:pt idx="674">
                  <c:v>5.1921317474839801E-2</c:v>
                </c:pt>
                <c:pt idx="675">
                  <c:v>4.8332902558800697E-2</c:v>
                </c:pt>
                <c:pt idx="676">
                  <c:v>5.1829268292682897E-2</c:v>
                </c:pt>
                <c:pt idx="677">
                  <c:v>5.6079530971195501E-2</c:v>
                </c:pt>
                <c:pt idx="678">
                  <c:v>0.12373587150505599</c:v>
                </c:pt>
                <c:pt idx="679">
                  <c:v>0.10002198285337401</c:v>
                </c:pt>
                <c:pt idx="680">
                  <c:v>4.7883064516128997E-2</c:v>
                </c:pt>
                <c:pt idx="681">
                  <c:v>4.6187683284457402E-2</c:v>
                </c:pt>
                <c:pt idx="682">
                  <c:v>5.1018020126374901E-2</c:v>
                </c:pt>
                <c:pt idx="683">
                  <c:v>5.0955414012738801E-2</c:v>
                </c:pt>
                <c:pt idx="684">
                  <c:v>0.101746724890829</c:v>
                </c:pt>
                <c:pt idx="685">
                  <c:v>4.5186136071886998E-2</c:v>
                </c:pt>
                <c:pt idx="686">
                  <c:v>5.8478260869565202E-2</c:v>
                </c:pt>
                <c:pt idx="687">
                  <c:v>5.8035714285714197E-2</c:v>
                </c:pt>
                <c:pt idx="688">
                  <c:v>5.5896387184730702E-2</c:v>
                </c:pt>
                <c:pt idx="689">
                  <c:v>5.7411764705882301E-2</c:v>
                </c:pt>
                <c:pt idx="690">
                  <c:v>4.8125867653863903E-2</c:v>
                </c:pt>
                <c:pt idx="691">
                  <c:v>5.1510184968391402E-2</c:v>
                </c:pt>
                <c:pt idx="692">
                  <c:v>5.5744391570360298E-2</c:v>
                </c:pt>
                <c:pt idx="693">
                  <c:v>5.1673116321420402E-2</c:v>
                </c:pt>
                <c:pt idx="694">
                  <c:v>5.0228310502283102E-2</c:v>
                </c:pt>
                <c:pt idx="695">
                  <c:v>4.6443412368613997E-2</c:v>
                </c:pt>
                <c:pt idx="696">
                  <c:v>4.9963968292096997E-2</c:v>
                </c:pt>
                <c:pt idx="697">
                  <c:v>5.3975903614457803E-2</c:v>
                </c:pt>
                <c:pt idx="698">
                  <c:v>0.11873100303951301</c:v>
                </c:pt>
                <c:pt idx="699">
                  <c:v>9.6456280142587503E-2</c:v>
                </c:pt>
                <c:pt idx="700">
                  <c:v>4.24380518370834E-2</c:v>
                </c:pt>
                <c:pt idx="701">
                  <c:v>4.0850124206458699E-2</c:v>
                </c:pt>
                <c:pt idx="702">
                  <c:v>4.4649933949801802E-2</c:v>
                </c:pt>
                <c:pt idx="703">
                  <c:v>4.7483870967741898E-2</c:v>
                </c:pt>
                <c:pt idx="704">
                  <c:v>0.102886750555144</c:v>
                </c:pt>
                <c:pt idx="705">
                  <c:v>3.9698638075920001E-2</c:v>
                </c:pt>
                <c:pt idx="706">
                  <c:v>5.5746561886051003E-2</c:v>
                </c:pt>
                <c:pt idx="707">
                  <c:v>5.4593874833555198E-2</c:v>
                </c:pt>
                <c:pt idx="708">
                  <c:v>5.2713178294573601E-2</c:v>
                </c:pt>
                <c:pt idx="709">
                  <c:v>5.3794940079893397E-2</c:v>
                </c:pt>
                <c:pt idx="710">
                  <c:v>4.3580992386453098E-2</c:v>
                </c:pt>
                <c:pt idx="711">
                  <c:v>4.6585494970884003E-2</c:v>
                </c:pt>
                <c:pt idx="712">
                  <c:v>5.2238805970149203E-2</c:v>
                </c:pt>
                <c:pt idx="713">
                  <c:v>4.8295454545454503E-2</c:v>
                </c:pt>
                <c:pt idx="714">
                  <c:v>4.6786505786752003E-2</c:v>
                </c:pt>
                <c:pt idx="715">
                  <c:v>4.0850124206458699E-2</c:v>
                </c:pt>
                <c:pt idx="716">
                  <c:v>4.4824775876120597E-2</c:v>
                </c:pt>
                <c:pt idx="717">
                  <c:v>4.9918166939443502E-2</c:v>
                </c:pt>
                <c:pt idx="718">
                  <c:v>0.125557680050987</c:v>
                </c:pt>
                <c:pt idx="719">
                  <c:v>9.7284533648169996E-2</c:v>
                </c:pt>
                <c:pt idx="720">
                  <c:v>4.7138047138047097E-2</c:v>
                </c:pt>
                <c:pt idx="721">
                  <c:v>4.53927697743952E-2</c:v>
                </c:pt>
                <c:pt idx="722">
                  <c:v>4.94148244473342E-2</c:v>
                </c:pt>
                <c:pt idx="723">
                  <c:v>5.1789794364051699E-2</c:v>
                </c:pt>
                <c:pt idx="724">
                  <c:v>0.107904946653734</c:v>
                </c:pt>
                <c:pt idx="725">
                  <c:v>4.42604226156482E-2</c:v>
                </c:pt>
                <c:pt idx="726">
                  <c:v>6.0057887120115699E-2</c:v>
                </c:pt>
                <c:pt idx="727">
                  <c:v>5.8684831019124903E-2</c:v>
                </c:pt>
                <c:pt idx="728">
                  <c:v>5.7477110885045701E-2</c:v>
                </c:pt>
                <c:pt idx="729">
                  <c:v>5.8453473132372202E-2</c:v>
                </c:pt>
                <c:pt idx="730">
                  <c:v>4.8062015503875899E-2</c:v>
                </c:pt>
                <c:pt idx="731">
                  <c:v>5.1328817092235503E-2</c:v>
                </c:pt>
                <c:pt idx="732">
                  <c:v>5.7352198079838303E-2</c:v>
                </c:pt>
                <c:pt idx="733">
                  <c:v>5.2591463414634103E-2</c:v>
                </c:pt>
                <c:pt idx="734">
                  <c:v>5.1089588377723899E-2</c:v>
                </c:pt>
                <c:pt idx="735">
                  <c:v>4.53927697743952E-2</c:v>
                </c:pt>
                <c:pt idx="736">
                  <c:v>4.91978609625668E-2</c:v>
                </c:pt>
                <c:pt idx="737">
                  <c:v>5.39452495974235E-2</c:v>
                </c:pt>
                <c:pt idx="738">
                  <c:v>0.128675703858185</c:v>
                </c:pt>
                <c:pt idx="739">
                  <c:v>0.101529902642559</c:v>
                </c:pt>
                <c:pt idx="740">
                  <c:v>5.1520270270270202E-2</c:v>
                </c:pt>
                <c:pt idx="741">
                  <c:v>4.9918166939443502E-2</c:v>
                </c:pt>
                <c:pt idx="742">
                  <c:v>5.4308093994777998E-2</c:v>
                </c:pt>
                <c:pt idx="743">
                  <c:v>5.54989816700611E-2</c:v>
                </c:pt>
                <c:pt idx="744">
                  <c:v>0.112408759124087</c:v>
                </c:pt>
                <c:pt idx="745">
                  <c:v>4.8710601719197701E-2</c:v>
                </c:pt>
                <c:pt idx="746">
                  <c:v>6.3860667634252494E-2</c:v>
                </c:pt>
                <c:pt idx="747">
                  <c:v>6.1974789915966298E-2</c:v>
                </c:pt>
                <c:pt idx="748">
                  <c:v>6.1208875286916598E-2</c:v>
                </c:pt>
                <c:pt idx="749">
                  <c:v>6.2023653088042002E-2</c:v>
                </c:pt>
                <c:pt idx="750">
                  <c:v>5.1554404145077698E-2</c:v>
                </c:pt>
                <c:pt idx="751">
                  <c:v>5.5686274509803901E-2</c:v>
                </c:pt>
                <c:pt idx="752">
                  <c:v>6.1059032176336403E-2</c:v>
                </c:pt>
                <c:pt idx="753">
                  <c:v>5.6305732484076401E-2</c:v>
                </c:pt>
                <c:pt idx="754">
                  <c:v>5.4624908958484999E-2</c:v>
                </c:pt>
                <c:pt idx="755">
                  <c:v>5.02046384720327E-2</c:v>
                </c:pt>
                <c:pt idx="756">
                  <c:v>5.3379828326180198E-2</c:v>
                </c:pt>
                <c:pt idx="757">
                  <c:v>5.7588805166846002E-2</c:v>
                </c:pt>
                <c:pt idx="758">
                  <c:v>0.13118863588886501</c:v>
                </c:pt>
                <c:pt idx="759">
                  <c:v>0.106071179344033</c:v>
                </c:pt>
                <c:pt idx="760">
                  <c:v>0.128534704370179</c:v>
                </c:pt>
                <c:pt idx="761">
                  <c:v>0.12437707641196</c:v>
                </c:pt>
                <c:pt idx="762">
                  <c:v>0.12626966739693199</c:v>
                </c:pt>
                <c:pt idx="763">
                  <c:v>0.124562086414947</c:v>
                </c:pt>
                <c:pt idx="764">
                  <c:v>0.141441937259218</c:v>
                </c:pt>
                <c:pt idx="765">
                  <c:v>0.12705366922234301</c:v>
                </c:pt>
                <c:pt idx="766">
                  <c:v>0.125</c:v>
                </c:pt>
                <c:pt idx="767">
                  <c:v>0.13210935940929899</c:v>
                </c:pt>
                <c:pt idx="768">
                  <c:v>0.127407119237502</c:v>
                </c:pt>
                <c:pt idx="769">
                  <c:v>0.13227936762057199</c:v>
                </c:pt>
                <c:pt idx="770">
                  <c:v>0.12321993670886</c:v>
                </c:pt>
                <c:pt idx="771">
                  <c:v>0.12694300518134699</c:v>
                </c:pt>
                <c:pt idx="772">
                  <c:v>0.125426944971537</c:v>
                </c:pt>
                <c:pt idx="773">
                  <c:v>0.124562086414947</c:v>
                </c:pt>
                <c:pt idx="774">
                  <c:v>0.12008242787560799</c:v>
                </c:pt>
                <c:pt idx="775">
                  <c:v>0.124610591900311</c:v>
                </c:pt>
                <c:pt idx="776">
                  <c:v>0.12721712538226199</c:v>
                </c:pt>
                <c:pt idx="777">
                  <c:v>0.13059472716125001</c:v>
                </c:pt>
                <c:pt idx="778">
                  <c:v>0.12756808408982301</c:v>
                </c:pt>
                <c:pt idx="779">
                  <c:v>0.137251420454545</c:v>
                </c:pt>
                <c:pt idx="780">
                  <c:v>0.105606573223779</c:v>
                </c:pt>
                <c:pt idx="781">
                  <c:v>0.10194061257891</c:v>
                </c:pt>
                <c:pt idx="782">
                  <c:v>0.105510752688172</c:v>
                </c:pt>
                <c:pt idx="783">
                  <c:v>0.104298494435958</c:v>
                </c:pt>
                <c:pt idx="784">
                  <c:v>0.13475030953363501</c:v>
                </c:pt>
                <c:pt idx="785">
                  <c:v>0.102886750555144</c:v>
                </c:pt>
                <c:pt idx="786">
                  <c:v>0.108682073703935</c:v>
                </c:pt>
                <c:pt idx="787">
                  <c:v>0.11353417266187001</c:v>
                </c:pt>
                <c:pt idx="788">
                  <c:v>0.109364767518009</c:v>
                </c:pt>
                <c:pt idx="789">
                  <c:v>0.11316501352569799</c:v>
                </c:pt>
                <c:pt idx="790">
                  <c:v>0.102108768035516</c:v>
                </c:pt>
                <c:pt idx="791">
                  <c:v>0.106998654104979</c:v>
                </c:pt>
                <c:pt idx="792">
                  <c:v>0.111757105943152</c:v>
                </c:pt>
                <c:pt idx="793">
                  <c:v>0.105263157894736</c:v>
                </c:pt>
                <c:pt idx="794">
                  <c:v>0.10192549183758801</c:v>
                </c:pt>
                <c:pt idx="795">
                  <c:v>0.102198316183348</c:v>
                </c:pt>
                <c:pt idx="796">
                  <c:v>0.105299380591878</c:v>
                </c:pt>
                <c:pt idx="797">
                  <c:v>0.110573600552868</c:v>
                </c:pt>
                <c:pt idx="798">
                  <c:v>0.13850564414979299</c:v>
                </c:pt>
                <c:pt idx="799">
                  <c:v>0.126933756445854</c:v>
                </c:pt>
                <c:pt idx="800">
                  <c:v>4.5531197301854898E-2</c:v>
                </c:pt>
                <c:pt idx="801">
                  <c:v>4.3726235741444797E-2</c:v>
                </c:pt>
                <c:pt idx="802">
                  <c:v>4.6911649726348703E-2</c:v>
                </c:pt>
                <c:pt idx="803">
                  <c:v>4.8929663608562601E-2</c:v>
                </c:pt>
                <c:pt idx="804">
                  <c:v>0.103178484107579</c:v>
                </c:pt>
                <c:pt idx="805">
                  <c:v>4.35156026338391E-2</c:v>
                </c:pt>
                <c:pt idx="806">
                  <c:v>5.7406956944782199E-2</c:v>
                </c:pt>
                <c:pt idx="807">
                  <c:v>5.52645364064955E-2</c:v>
                </c:pt>
                <c:pt idx="808">
                  <c:v>5.4136874361593403E-2</c:v>
                </c:pt>
                <c:pt idx="809">
                  <c:v>5.4841249016006198E-2</c:v>
                </c:pt>
                <c:pt idx="810">
                  <c:v>4.5607670380927702E-2</c:v>
                </c:pt>
                <c:pt idx="811">
                  <c:v>4.8004174276023999E-2</c:v>
                </c:pt>
                <c:pt idx="812">
                  <c:v>5.2738336713995901E-2</c:v>
                </c:pt>
                <c:pt idx="813">
                  <c:v>4.9732211170619697E-2</c:v>
                </c:pt>
                <c:pt idx="814">
                  <c:v>4.8607718612603802E-2</c:v>
                </c:pt>
                <c:pt idx="815">
                  <c:v>4.4009779951100197E-2</c:v>
                </c:pt>
                <c:pt idx="816">
                  <c:v>4.6995994659546E-2</c:v>
                </c:pt>
                <c:pt idx="817">
                  <c:v>5.0883770755222199E-2</c:v>
                </c:pt>
                <c:pt idx="818">
                  <c:v>0.12563451776649701</c:v>
                </c:pt>
                <c:pt idx="819">
                  <c:v>9.7629664398028601E-2</c:v>
                </c:pt>
                <c:pt idx="820">
                  <c:v>4.38333787095017E-2</c:v>
                </c:pt>
                <c:pt idx="821">
                  <c:v>4.2138530418751603E-2</c:v>
                </c:pt>
                <c:pt idx="822">
                  <c:v>4.5190608432214001E-2</c:v>
                </c:pt>
                <c:pt idx="823">
                  <c:v>4.7079122504313502E-2</c:v>
                </c:pt>
                <c:pt idx="824">
                  <c:v>9.9269040320679E-2</c:v>
                </c:pt>
                <c:pt idx="825">
                  <c:v>4.1886269070734998E-2</c:v>
                </c:pt>
                <c:pt idx="826">
                  <c:v>5.5255114037150201E-2</c:v>
                </c:pt>
                <c:pt idx="827">
                  <c:v>5.3539710733316398E-2</c:v>
                </c:pt>
                <c:pt idx="828">
                  <c:v>5.2034525277435198E-2</c:v>
                </c:pt>
                <c:pt idx="829">
                  <c:v>5.3126588713777297E-2</c:v>
                </c:pt>
                <c:pt idx="830">
                  <c:v>4.3870644271747299E-2</c:v>
                </c:pt>
                <c:pt idx="831">
                  <c:v>4.62471569370735E-2</c:v>
                </c:pt>
                <c:pt idx="832">
                  <c:v>5.0698016164584803E-2</c:v>
                </c:pt>
                <c:pt idx="833">
                  <c:v>4.7853971386285103E-2</c:v>
                </c:pt>
                <c:pt idx="834">
                  <c:v>4.6643109540636003E-2</c:v>
                </c:pt>
                <c:pt idx="835">
                  <c:v>4.24130663856691E-2</c:v>
                </c:pt>
                <c:pt idx="836">
                  <c:v>4.5301579083613701E-2</c:v>
                </c:pt>
                <c:pt idx="837">
                  <c:v>4.9337834328745701E-2</c:v>
                </c:pt>
                <c:pt idx="838">
                  <c:v>0.121094547682254</c:v>
                </c:pt>
                <c:pt idx="839">
                  <c:v>9.3806509945750405E-2</c:v>
                </c:pt>
                <c:pt idx="840">
                  <c:v>4.8672566371681401E-2</c:v>
                </c:pt>
                <c:pt idx="841">
                  <c:v>4.6827794561933499E-2</c:v>
                </c:pt>
                <c:pt idx="842">
                  <c:v>4.83754512635379E-2</c:v>
                </c:pt>
                <c:pt idx="843">
                  <c:v>5.1444679351656003E-2</c:v>
                </c:pt>
                <c:pt idx="844">
                  <c:v>0.102425876010781</c:v>
                </c:pt>
                <c:pt idx="845">
                  <c:v>4.6696736534889802E-2</c:v>
                </c:pt>
                <c:pt idx="846">
                  <c:v>5.8863025962399201E-2</c:v>
                </c:pt>
                <c:pt idx="847">
                  <c:v>5.7883264713005499E-2</c:v>
                </c:pt>
                <c:pt idx="848">
                  <c:v>5.6338028169014003E-2</c:v>
                </c:pt>
                <c:pt idx="849">
                  <c:v>5.7752972579470999E-2</c:v>
                </c:pt>
                <c:pt idx="850">
                  <c:v>4.8279158699808797E-2</c:v>
                </c:pt>
                <c:pt idx="851">
                  <c:v>5.03978779840848E-2</c:v>
                </c:pt>
                <c:pt idx="852">
                  <c:v>5.5452003727865698E-2</c:v>
                </c:pt>
                <c:pt idx="853">
                  <c:v>5.2186177715091597E-2</c:v>
                </c:pt>
                <c:pt idx="854">
                  <c:v>5.0706753421583997E-2</c:v>
                </c:pt>
                <c:pt idx="855">
                  <c:v>4.7091412742382197E-2</c:v>
                </c:pt>
                <c:pt idx="856">
                  <c:v>4.9962898837496897E-2</c:v>
                </c:pt>
                <c:pt idx="857">
                  <c:v>5.38327958322996E-2</c:v>
                </c:pt>
                <c:pt idx="858">
                  <c:v>0.121495327102803</c:v>
                </c:pt>
                <c:pt idx="859">
                  <c:v>9.6961861667743995E-2</c:v>
                </c:pt>
                <c:pt idx="860">
                  <c:v>5.0989345509893397E-2</c:v>
                </c:pt>
                <c:pt idx="861">
                  <c:v>4.9115913555992097E-2</c:v>
                </c:pt>
                <c:pt idx="862">
                  <c:v>5.2891396332863098E-2</c:v>
                </c:pt>
                <c:pt idx="863">
                  <c:v>5.2775873886223401E-2</c:v>
                </c:pt>
                <c:pt idx="864">
                  <c:v>0.103637160385626</c:v>
                </c:pt>
                <c:pt idx="865">
                  <c:v>4.88750969743987E-2</c:v>
                </c:pt>
                <c:pt idx="866">
                  <c:v>6.0943643512450803E-2</c:v>
                </c:pt>
                <c:pt idx="867">
                  <c:v>6.0198300283286099E-2</c:v>
                </c:pt>
                <c:pt idx="868">
                  <c:v>5.8259081562714102E-2</c:v>
                </c:pt>
                <c:pt idx="869">
                  <c:v>5.93240368707161E-2</c:v>
                </c:pt>
                <c:pt idx="870">
                  <c:v>5.0488599348534197E-2</c:v>
                </c:pt>
                <c:pt idx="871">
                  <c:v>5.3882352941176402E-2</c:v>
                </c:pt>
                <c:pt idx="872">
                  <c:v>5.8301070371213799E-2</c:v>
                </c:pt>
                <c:pt idx="873">
                  <c:v>5.3738852046649799E-2</c:v>
                </c:pt>
                <c:pt idx="874">
                  <c:v>5.2459016393442602E-2</c:v>
                </c:pt>
                <c:pt idx="875">
                  <c:v>4.9373618275607899E-2</c:v>
                </c:pt>
                <c:pt idx="876">
                  <c:v>5.2352231604342499E-2</c:v>
                </c:pt>
                <c:pt idx="877">
                  <c:v>5.6389157792836299E-2</c:v>
                </c:pt>
                <c:pt idx="878">
                  <c:v>0.120998475609756</c:v>
                </c:pt>
                <c:pt idx="879">
                  <c:v>9.8253734483484095E-2</c:v>
                </c:pt>
                <c:pt idx="880">
                  <c:v>0.111461109764962</c:v>
                </c:pt>
                <c:pt idx="881">
                  <c:v>0.10759493670886</c:v>
                </c:pt>
                <c:pt idx="882">
                  <c:v>0.110289172831203</c:v>
                </c:pt>
                <c:pt idx="883">
                  <c:v>0.10992132867132801</c:v>
                </c:pt>
                <c:pt idx="884">
                  <c:v>0.13565253190613399</c:v>
                </c:pt>
                <c:pt idx="885">
                  <c:v>0.108857001484413</c:v>
                </c:pt>
                <c:pt idx="886">
                  <c:v>0.11405337781484499</c:v>
                </c:pt>
                <c:pt idx="887">
                  <c:v>0.11934249043008301</c:v>
                </c:pt>
                <c:pt idx="888">
                  <c:v>0.115485564304461</c:v>
                </c:pt>
                <c:pt idx="889">
                  <c:v>0.118483412322274</c:v>
                </c:pt>
                <c:pt idx="890">
                  <c:v>0.107333333333333</c:v>
                </c:pt>
                <c:pt idx="891">
                  <c:v>0.11203412662775</c:v>
                </c:pt>
                <c:pt idx="892">
                  <c:v>0.117469229108183</c:v>
                </c:pt>
                <c:pt idx="893">
                  <c:v>0.110892388451443</c:v>
                </c:pt>
                <c:pt idx="894">
                  <c:v>0.107315028295954</c:v>
                </c:pt>
                <c:pt idx="895">
                  <c:v>0.107854630715123</c:v>
                </c:pt>
                <c:pt idx="896">
                  <c:v>0.11111111111111099</c:v>
                </c:pt>
                <c:pt idx="897">
                  <c:v>0.116166281755196</c:v>
                </c:pt>
                <c:pt idx="898">
                  <c:v>0.138467035912095</c:v>
                </c:pt>
                <c:pt idx="899">
                  <c:v>0.13207547169811301</c:v>
                </c:pt>
                <c:pt idx="900">
                  <c:v>4.2024013722126899E-2</c:v>
                </c:pt>
                <c:pt idx="901">
                  <c:v>4.0342636087316898E-2</c:v>
                </c:pt>
                <c:pt idx="902">
                  <c:v>4.2959427207637201E-2</c:v>
                </c:pt>
                <c:pt idx="903">
                  <c:v>4.5407368967306697E-2</c:v>
                </c:pt>
                <c:pt idx="904">
                  <c:v>9.9002493765585994E-2</c:v>
                </c:pt>
                <c:pt idx="905">
                  <c:v>3.86627906976744E-2</c:v>
                </c:pt>
                <c:pt idx="906">
                  <c:v>5.4355919583023E-2</c:v>
                </c:pt>
                <c:pt idx="907">
                  <c:v>5.1719541455611799E-2</c:v>
                </c:pt>
                <c:pt idx="908">
                  <c:v>5.0428905640758998E-2</c:v>
                </c:pt>
                <c:pt idx="909">
                  <c:v>5.1282051282051197E-2</c:v>
                </c:pt>
                <c:pt idx="910">
                  <c:v>4.2205222896333397E-2</c:v>
                </c:pt>
                <c:pt idx="911">
                  <c:v>4.4066896734802199E-2</c:v>
                </c:pt>
                <c:pt idx="912">
                  <c:v>4.8913043478260802E-2</c:v>
                </c:pt>
                <c:pt idx="913">
                  <c:v>4.6221760581667097E-2</c:v>
                </c:pt>
                <c:pt idx="914">
                  <c:v>4.52961672473867E-2</c:v>
                </c:pt>
                <c:pt idx="915">
                  <c:v>4.06301824212272E-2</c:v>
                </c:pt>
                <c:pt idx="916">
                  <c:v>4.3478260869565202E-2</c:v>
                </c:pt>
                <c:pt idx="917">
                  <c:v>4.7424366312346602E-2</c:v>
                </c:pt>
                <c:pt idx="918">
                  <c:v>0.12329656067488599</c:v>
                </c:pt>
                <c:pt idx="919">
                  <c:v>9.3652694610778395E-2</c:v>
                </c:pt>
                <c:pt idx="920">
                  <c:v>5.9035277177825703E-2</c:v>
                </c:pt>
                <c:pt idx="921">
                  <c:v>5.6857739614759803E-2</c:v>
                </c:pt>
                <c:pt idx="922">
                  <c:v>5.9645232815964497E-2</c:v>
                </c:pt>
                <c:pt idx="923">
                  <c:v>6.0121107266435901E-2</c:v>
                </c:pt>
                <c:pt idx="924">
                  <c:v>0.10644025678194199</c:v>
                </c:pt>
                <c:pt idx="925">
                  <c:v>5.7612159843098802E-2</c:v>
                </c:pt>
                <c:pt idx="926">
                  <c:v>6.2307217766810599E-2</c:v>
                </c:pt>
                <c:pt idx="927">
                  <c:v>6.6993100378366296E-2</c:v>
                </c:pt>
                <c:pt idx="928">
                  <c:v>6.4892926670992807E-2</c:v>
                </c:pt>
                <c:pt idx="929">
                  <c:v>6.6220735785953097E-2</c:v>
                </c:pt>
                <c:pt idx="930">
                  <c:v>5.74257425742574E-2</c:v>
                </c:pt>
                <c:pt idx="931">
                  <c:v>5.9880239520958001E-2</c:v>
                </c:pt>
                <c:pt idx="932">
                  <c:v>6.3834329632792397E-2</c:v>
                </c:pt>
                <c:pt idx="933">
                  <c:v>6.0809348625838498E-2</c:v>
                </c:pt>
                <c:pt idx="934">
                  <c:v>5.8896723351306503E-2</c:v>
                </c:pt>
                <c:pt idx="935">
                  <c:v>5.7103064066852303E-2</c:v>
                </c:pt>
                <c:pt idx="936">
                  <c:v>5.9626763768775598E-2</c:v>
                </c:pt>
                <c:pt idx="937">
                  <c:v>6.3455832001826001E-2</c:v>
                </c:pt>
                <c:pt idx="938">
                  <c:v>0.119985543910372</c:v>
                </c:pt>
                <c:pt idx="939">
                  <c:v>0.101235552012754</c:v>
                </c:pt>
                <c:pt idx="940">
                  <c:v>5.9055118110236199E-2</c:v>
                </c:pt>
                <c:pt idx="941">
                  <c:v>5.7121096725057101E-2</c:v>
                </c:pt>
                <c:pt idx="942">
                  <c:v>6.0797665369649798E-2</c:v>
                </c:pt>
                <c:pt idx="943">
                  <c:v>6.1582188536238702E-2</c:v>
                </c:pt>
                <c:pt idx="944">
                  <c:v>0.114887831407205</c:v>
                </c:pt>
                <c:pt idx="945">
                  <c:v>5.6982343499197403E-2</c:v>
                </c:pt>
                <c:pt idx="946">
                  <c:v>6.9494584837545101E-2</c:v>
                </c:pt>
                <c:pt idx="947">
                  <c:v>6.76104466682938E-2</c:v>
                </c:pt>
                <c:pt idx="948">
                  <c:v>6.7266698247276102E-2</c:v>
                </c:pt>
                <c:pt idx="949">
                  <c:v>6.7498165810711594E-2</c:v>
                </c:pt>
                <c:pt idx="950">
                  <c:v>5.8058299205010801E-2</c:v>
                </c:pt>
                <c:pt idx="951">
                  <c:v>6.2347783731125102E-2</c:v>
                </c:pt>
                <c:pt idx="952">
                  <c:v>6.7796610169491497E-2</c:v>
                </c:pt>
                <c:pt idx="953">
                  <c:v>6.2588904694167793E-2</c:v>
                </c:pt>
                <c:pt idx="954">
                  <c:v>6.0537610119719899E-2</c:v>
                </c:pt>
                <c:pt idx="955">
                  <c:v>5.73895378364652E-2</c:v>
                </c:pt>
                <c:pt idx="956">
                  <c:v>6.0099750623441299E-2</c:v>
                </c:pt>
                <c:pt idx="957">
                  <c:v>6.4032016008003997E-2</c:v>
                </c:pt>
                <c:pt idx="958">
                  <c:v>0.12785477259418301</c:v>
                </c:pt>
                <c:pt idx="959">
                  <c:v>0.108723958333333</c:v>
                </c:pt>
                <c:pt idx="960">
                  <c:v>5.7208237986269998E-2</c:v>
                </c:pt>
                <c:pt idx="961">
                  <c:v>5.5213211732807403E-2</c:v>
                </c:pt>
                <c:pt idx="962">
                  <c:v>5.9198113207547101E-2</c:v>
                </c:pt>
                <c:pt idx="963">
                  <c:v>5.93900481540931E-2</c:v>
                </c:pt>
                <c:pt idx="964">
                  <c:v>0.11047535211267601</c:v>
                </c:pt>
                <c:pt idx="965">
                  <c:v>5.4936512049753798E-2</c:v>
                </c:pt>
                <c:pt idx="966">
                  <c:v>6.7061143984220903E-2</c:v>
                </c:pt>
                <c:pt idx="967">
                  <c:v>6.7061611374407498E-2</c:v>
                </c:pt>
                <c:pt idx="968">
                  <c:v>6.4360971140632106E-2</c:v>
                </c:pt>
                <c:pt idx="969">
                  <c:v>6.6445182724252497E-2</c:v>
                </c:pt>
                <c:pt idx="970">
                  <c:v>5.6436567164179101E-2</c:v>
                </c:pt>
                <c:pt idx="971">
                  <c:v>6.0198300283286099E-2</c:v>
                </c:pt>
                <c:pt idx="972">
                  <c:v>6.5401326320603706E-2</c:v>
                </c:pt>
                <c:pt idx="973">
                  <c:v>6.0119320789352899E-2</c:v>
                </c:pt>
                <c:pt idx="974">
                  <c:v>5.8282208588957003E-2</c:v>
                </c:pt>
                <c:pt idx="975">
                  <c:v>5.5473372781064997E-2</c:v>
                </c:pt>
                <c:pt idx="976">
                  <c:v>5.8609832889319403E-2</c:v>
                </c:pt>
                <c:pt idx="977">
                  <c:v>6.29404617253949E-2</c:v>
                </c:pt>
                <c:pt idx="978">
                  <c:v>0.12406947890818799</c:v>
                </c:pt>
                <c:pt idx="979">
                  <c:v>0.104796112402281</c:v>
                </c:pt>
                <c:pt idx="980">
                  <c:v>5.8267716535433001E-2</c:v>
                </c:pt>
                <c:pt idx="981">
                  <c:v>5.6359482102056303E-2</c:v>
                </c:pt>
                <c:pt idx="982">
                  <c:v>6.03259547555339E-2</c:v>
                </c:pt>
                <c:pt idx="983">
                  <c:v>6.0620412029362997E-2</c:v>
                </c:pt>
                <c:pt idx="984">
                  <c:v>0.113858017691086</c:v>
                </c:pt>
                <c:pt idx="985">
                  <c:v>5.6179775280898799E-2</c:v>
                </c:pt>
                <c:pt idx="986">
                  <c:v>6.8623024830699694E-2</c:v>
                </c:pt>
                <c:pt idx="987">
                  <c:v>6.7659990229604297E-2</c:v>
                </c:pt>
                <c:pt idx="988">
                  <c:v>6.6556134533396497E-2</c:v>
                </c:pt>
                <c:pt idx="989">
                  <c:v>6.7025440313111501E-2</c:v>
                </c:pt>
                <c:pt idx="990">
                  <c:v>5.7590361445783098E-2</c:v>
                </c:pt>
                <c:pt idx="991">
                  <c:v>6.1875761266747799E-2</c:v>
                </c:pt>
                <c:pt idx="992">
                  <c:v>6.7090395480225995E-2</c:v>
                </c:pt>
                <c:pt idx="993">
                  <c:v>6.1625977719838798E-2</c:v>
                </c:pt>
                <c:pt idx="994">
                  <c:v>5.9941189776068701E-2</c:v>
                </c:pt>
                <c:pt idx="995">
                  <c:v>5.6627729812087302E-2</c:v>
                </c:pt>
                <c:pt idx="996">
                  <c:v>5.9615864305313002E-2</c:v>
                </c:pt>
                <c:pt idx="997">
                  <c:v>6.3813813813813805E-2</c:v>
                </c:pt>
                <c:pt idx="998">
                  <c:v>0.12690653109112199</c:v>
                </c:pt>
                <c:pt idx="999">
                  <c:v>0.107872988255763</c:v>
                </c:pt>
                <c:pt idx="1000">
                  <c:v>4.6745867768594997E-2</c:v>
                </c:pt>
                <c:pt idx="1001">
                  <c:v>4.5011252813203298E-2</c:v>
                </c:pt>
                <c:pt idx="1002">
                  <c:v>4.8348492101483898E-2</c:v>
                </c:pt>
                <c:pt idx="1003">
                  <c:v>4.9615653389238297E-2</c:v>
                </c:pt>
                <c:pt idx="1004">
                  <c:v>0.10040160642570201</c:v>
                </c:pt>
                <c:pt idx="1005">
                  <c:v>4.4748618057383498E-2</c:v>
                </c:pt>
                <c:pt idx="1006">
                  <c:v>5.7174638487208003E-2</c:v>
                </c:pt>
                <c:pt idx="1007">
                  <c:v>5.5769230769230703E-2</c:v>
                </c:pt>
                <c:pt idx="1008">
                  <c:v>5.44312630844382E-2</c:v>
                </c:pt>
                <c:pt idx="1009">
                  <c:v>5.5635838150289003E-2</c:v>
                </c:pt>
                <c:pt idx="1010">
                  <c:v>4.6445497630331699E-2</c:v>
                </c:pt>
                <c:pt idx="1011">
                  <c:v>4.9353138476281699E-2</c:v>
                </c:pt>
                <c:pt idx="1012">
                  <c:v>5.3865799860691899E-2</c:v>
                </c:pt>
                <c:pt idx="1013">
                  <c:v>5.0349650349650298E-2</c:v>
                </c:pt>
                <c:pt idx="1014">
                  <c:v>4.8932384341636999E-2</c:v>
                </c:pt>
                <c:pt idx="1015">
                  <c:v>4.5272636318158997E-2</c:v>
                </c:pt>
                <c:pt idx="1016">
                  <c:v>4.8157248157248103E-2</c:v>
                </c:pt>
                <c:pt idx="1017">
                  <c:v>5.1736881005173603E-2</c:v>
                </c:pt>
                <c:pt idx="1018">
                  <c:v>0.119620007754943</c:v>
                </c:pt>
                <c:pt idx="1019">
                  <c:v>9.5054592164418694E-2</c:v>
                </c:pt>
                <c:pt idx="1020">
                  <c:v>4.9765502866075999E-2</c:v>
                </c:pt>
                <c:pt idx="1021">
                  <c:v>4.7883064516128997E-2</c:v>
                </c:pt>
                <c:pt idx="1022">
                  <c:v>5.03978779840848E-2</c:v>
                </c:pt>
                <c:pt idx="1023">
                  <c:v>5.2433576299082997E-2</c:v>
                </c:pt>
                <c:pt idx="1024">
                  <c:v>0.10341726618704999</c:v>
                </c:pt>
                <c:pt idx="1025">
                  <c:v>4.7808764940239001E-2</c:v>
                </c:pt>
                <c:pt idx="1026">
                  <c:v>5.9100067159167199E-2</c:v>
                </c:pt>
                <c:pt idx="1027">
                  <c:v>5.8909090909090897E-2</c:v>
                </c:pt>
                <c:pt idx="1028">
                  <c:v>5.70824524312896E-2</c:v>
                </c:pt>
                <c:pt idx="1029">
                  <c:v>5.8780665533155203E-2</c:v>
                </c:pt>
                <c:pt idx="1030">
                  <c:v>4.9282296650717698E-2</c:v>
                </c:pt>
                <c:pt idx="1031">
                  <c:v>5.1665861902462501E-2</c:v>
                </c:pt>
                <c:pt idx="1032">
                  <c:v>5.6190254138493802E-2</c:v>
                </c:pt>
                <c:pt idx="1033">
                  <c:v>5.2928722653493299E-2</c:v>
                </c:pt>
                <c:pt idx="1034">
                  <c:v>5.1414458913336299E-2</c:v>
                </c:pt>
                <c:pt idx="1035">
                  <c:v>4.8147214519788199E-2</c:v>
                </c:pt>
                <c:pt idx="1036">
                  <c:v>5.1002723446397599E-2</c:v>
                </c:pt>
                <c:pt idx="1037">
                  <c:v>5.4879562950086898E-2</c:v>
                </c:pt>
                <c:pt idx="1038">
                  <c:v>0.121713729308666</c:v>
                </c:pt>
                <c:pt idx="1039">
                  <c:v>9.7908130256631407E-2</c:v>
                </c:pt>
                <c:pt idx="1040">
                  <c:v>5.5291468601451003E-2</c:v>
                </c:pt>
                <c:pt idx="1041">
                  <c:v>5.31144374698213E-2</c:v>
                </c:pt>
                <c:pt idx="1042">
                  <c:v>5.6338028169014003E-2</c:v>
                </c:pt>
                <c:pt idx="1043">
                  <c:v>5.6795131845841701E-2</c:v>
                </c:pt>
                <c:pt idx="1044">
                  <c:v>0.106112785191562</c:v>
                </c:pt>
                <c:pt idx="1045">
                  <c:v>5.4074833418759599E-2</c:v>
                </c:pt>
                <c:pt idx="1046">
                  <c:v>6.3396872992075304E-2</c:v>
                </c:pt>
                <c:pt idx="1047">
                  <c:v>6.3686892079666504E-2</c:v>
                </c:pt>
                <c:pt idx="1048">
                  <c:v>6.1892929749265801E-2</c:v>
                </c:pt>
                <c:pt idx="1049">
                  <c:v>6.3167673014398504E-2</c:v>
                </c:pt>
                <c:pt idx="1050">
                  <c:v>5.4165710351158997E-2</c:v>
                </c:pt>
                <c:pt idx="1051">
                  <c:v>5.70702402957486E-2</c:v>
                </c:pt>
                <c:pt idx="1052">
                  <c:v>5.8901098901098903E-2</c:v>
                </c:pt>
                <c:pt idx="1053">
                  <c:v>5.7510148849797001E-2</c:v>
                </c:pt>
                <c:pt idx="1054">
                  <c:v>5.5807916937053802E-2</c:v>
                </c:pt>
                <c:pt idx="1055">
                  <c:v>5.3368751509297201E-2</c:v>
                </c:pt>
                <c:pt idx="1056">
                  <c:v>5.5818353831598798E-2</c:v>
                </c:pt>
                <c:pt idx="1057">
                  <c:v>5.9786476868327401E-2</c:v>
                </c:pt>
                <c:pt idx="1058">
                  <c:v>0.12107623318385601</c:v>
                </c:pt>
                <c:pt idx="1059">
                  <c:v>0.100786423841059</c:v>
                </c:pt>
                <c:pt idx="1060">
                  <c:v>5.1789794364051699E-2</c:v>
                </c:pt>
                <c:pt idx="1061">
                  <c:v>4.9889407716883702E-2</c:v>
                </c:pt>
                <c:pt idx="1062">
                  <c:v>5.36344389555398E-2</c:v>
                </c:pt>
                <c:pt idx="1063">
                  <c:v>5.3738852046649799E-2</c:v>
                </c:pt>
                <c:pt idx="1064">
                  <c:v>0.10460526315789399</c:v>
                </c:pt>
                <c:pt idx="1065">
                  <c:v>4.9689440993788803E-2</c:v>
                </c:pt>
                <c:pt idx="1066">
                  <c:v>6.1639344262294997E-2</c:v>
                </c:pt>
                <c:pt idx="1067">
                  <c:v>6.1200378071833601E-2</c:v>
                </c:pt>
                <c:pt idx="1068">
                  <c:v>5.8984910836762598E-2</c:v>
                </c:pt>
                <c:pt idx="1069">
                  <c:v>6.0326472675656398E-2</c:v>
                </c:pt>
                <c:pt idx="1070">
                  <c:v>5.1222351571594799E-2</c:v>
                </c:pt>
                <c:pt idx="1071">
                  <c:v>5.4378531073446298E-2</c:v>
                </c:pt>
                <c:pt idx="1072">
                  <c:v>5.9024612579762901E-2</c:v>
                </c:pt>
                <c:pt idx="1073">
                  <c:v>5.4462242562929003E-2</c:v>
                </c:pt>
                <c:pt idx="1074">
                  <c:v>5.3149606299212601E-2</c:v>
                </c:pt>
                <c:pt idx="1075">
                  <c:v>5.0147492625368703E-2</c:v>
                </c:pt>
                <c:pt idx="1076">
                  <c:v>5.31144374698213E-2</c:v>
                </c:pt>
                <c:pt idx="1077">
                  <c:v>5.7156696536691601E-2</c:v>
                </c:pt>
                <c:pt idx="1078">
                  <c:v>0.120998475609756</c:v>
                </c:pt>
                <c:pt idx="1079">
                  <c:v>9.9178774478837606E-2</c:v>
                </c:pt>
                <c:pt idx="1080">
                  <c:v>5.0108407612623397E-2</c:v>
                </c:pt>
                <c:pt idx="1081">
                  <c:v>4.8353188507358001E-2</c:v>
                </c:pt>
                <c:pt idx="1082">
                  <c:v>5.20179372197309E-2</c:v>
                </c:pt>
                <c:pt idx="1083">
                  <c:v>5.23903077930582E-2</c:v>
                </c:pt>
                <c:pt idx="1084">
                  <c:v>0.101217975640487</c:v>
                </c:pt>
                <c:pt idx="1085">
                  <c:v>4.8157248157248103E-2</c:v>
                </c:pt>
                <c:pt idx="1086">
                  <c:v>5.9598494353826803E-2</c:v>
                </c:pt>
                <c:pt idx="1087">
                  <c:v>5.9140993928491099E-2</c:v>
                </c:pt>
                <c:pt idx="1088">
                  <c:v>5.7130396860008703E-2</c:v>
                </c:pt>
                <c:pt idx="1089">
                  <c:v>5.8624577226606502E-2</c:v>
                </c:pt>
                <c:pt idx="1090">
                  <c:v>4.9700465941868201E-2</c:v>
                </c:pt>
                <c:pt idx="1091">
                  <c:v>5.27260489118241E-2</c:v>
                </c:pt>
                <c:pt idx="1092">
                  <c:v>5.6685417568152298E-2</c:v>
                </c:pt>
                <c:pt idx="1093">
                  <c:v>5.3079947575360401E-2</c:v>
                </c:pt>
                <c:pt idx="1094">
                  <c:v>5.1630434782608599E-2</c:v>
                </c:pt>
                <c:pt idx="1095">
                  <c:v>4.8598130841121398E-2</c:v>
                </c:pt>
                <c:pt idx="1096">
                  <c:v>5.1376146788990801E-2</c:v>
                </c:pt>
                <c:pt idx="1097">
                  <c:v>5.5210489993098598E-2</c:v>
                </c:pt>
                <c:pt idx="1098">
                  <c:v>0.116675839295542</c:v>
                </c:pt>
                <c:pt idx="1099">
                  <c:v>9.6142193496263295E-2</c:v>
                </c:pt>
                <c:pt idx="1100">
                  <c:v>4.4971381847914903E-2</c:v>
                </c:pt>
                <c:pt idx="1101">
                  <c:v>4.3237542842077502E-2</c:v>
                </c:pt>
                <c:pt idx="1102">
                  <c:v>4.5718615812073697E-2</c:v>
                </c:pt>
                <c:pt idx="1103">
                  <c:v>4.8629967909158203E-2</c:v>
                </c:pt>
                <c:pt idx="1104">
                  <c:v>0.101867170881588</c:v>
                </c:pt>
                <c:pt idx="1105">
                  <c:v>4.2754025541365898E-2</c:v>
                </c:pt>
                <c:pt idx="1106">
                  <c:v>5.6745938309394797E-2</c:v>
                </c:pt>
                <c:pt idx="1107">
                  <c:v>5.5414336553126498E-2</c:v>
                </c:pt>
                <c:pt idx="1108">
                  <c:v>5.3853754940711401E-2</c:v>
                </c:pt>
                <c:pt idx="1109">
                  <c:v>5.5003819709702001E-2</c:v>
                </c:pt>
                <c:pt idx="1110">
                  <c:v>4.5180722891566202E-2</c:v>
                </c:pt>
                <c:pt idx="1111">
                  <c:v>4.7570850202429099E-2</c:v>
                </c:pt>
                <c:pt idx="1112">
                  <c:v>5.3277682298060298E-2</c:v>
                </c:pt>
                <c:pt idx="1113">
                  <c:v>4.94071146245059E-2</c:v>
                </c:pt>
                <c:pt idx="1114">
                  <c:v>4.8124557678697798E-2</c:v>
                </c:pt>
                <c:pt idx="1115">
                  <c:v>4.3237542842077502E-2</c:v>
                </c:pt>
                <c:pt idx="1116">
                  <c:v>4.6385073853329802E-2</c:v>
                </c:pt>
                <c:pt idx="1117">
                  <c:v>5.0975292587776298E-2</c:v>
                </c:pt>
                <c:pt idx="1118">
                  <c:v>0.12338858195211699</c:v>
                </c:pt>
                <c:pt idx="1119">
                  <c:v>9.6284549161758007E-2</c:v>
                </c:pt>
                <c:pt idx="1120">
                  <c:v>4.9356223175965601E-2</c:v>
                </c:pt>
                <c:pt idx="1121">
                  <c:v>4.7470817120622497E-2</c:v>
                </c:pt>
                <c:pt idx="1122">
                  <c:v>5.04473161033797E-2</c:v>
                </c:pt>
                <c:pt idx="1123">
                  <c:v>5.2912621359223297E-2</c:v>
                </c:pt>
                <c:pt idx="1124">
                  <c:v>0.106545961002785</c:v>
                </c:pt>
                <c:pt idx="1125">
                  <c:v>4.7007379065318301E-2</c:v>
                </c:pt>
                <c:pt idx="1126">
                  <c:v>6.0781141668592498E-2</c:v>
                </c:pt>
                <c:pt idx="1127">
                  <c:v>5.9485128717820503E-2</c:v>
                </c:pt>
                <c:pt idx="1128">
                  <c:v>5.8309037900874598E-2</c:v>
                </c:pt>
                <c:pt idx="1129">
                  <c:v>5.9353869271224602E-2</c:v>
                </c:pt>
                <c:pt idx="1130">
                  <c:v>4.9370525796099698E-2</c:v>
                </c:pt>
                <c:pt idx="1131">
                  <c:v>5.2277819268110502E-2</c:v>
                </c:pt>
                <c:pt idx="1132">
                  <c:v>5.8058299205010801E-2</c:v>
                </c:pt>
                <c:pt idx="1133">
                  <c:v>5.3679863978625203E-2</c:v>
                </c:pt>
                <c:pt idx="1134">
                  <c:v>5.2155771905424197E-2</c:v>
                </c:pt>
                <c:pt idx="1135">
                  <c:v>4.7470817120622497E-2</c:v>
                </c:pt>
                <c:pt idx="1136">
                  <c:v>5.0458715596330202E-2</c:v>
                </c:pt>
                <c:pt idx="1137">
                  <c:v>5.4987212276214802E-2</c:v>
                </c:pt>
                <c:pt idx="1138">
                  <c:v>0.12605379365716499</c:v>
                </c:pt>
                <c:pt idx="1139">
                  <c:v>0.100489106269453</c:v>
                </c:pt>
                <c:pt idx="1140">
                  <c:v>5.3835800807536999E-2</c:v>
                </c:pt>
                <c:pt idx="1141">
                  <c:v>5.20697734964852E-2</c:v>
                </c:pt>
                <c:pt idx="1142">
                  <c:v>5.5389221556886199E-2</c:v>
                </c:pt>
                <c:pt idx="1143">
                  <c:v>5.6975894813732601E-2</c:v>
                </c:pt>
                <c:pt idx="1144">
                  <c:v>0.111369990680335</c:v>
                </c:pt>
                <c:pt idx="1145">
                  <c:v>5.1851851851851802E-2</c:v>
                </c:pt>
                <c:pt idx="1146">
                  <c:v>6.4920009274286997E-2</c:v>
                </c:pt>
                <c:pt idx="1147">
                  <c:v>6.3157894736842093E-2</c:v>
                </c:pt>
                <c:pt idx="1148">
                  <c:v>6.23933707043626E-2</c:v>
                </c:pt>
                <c:pt idx="1149">
                  <c:v>6.3300678221552303E-2</c:v>
                </c:pt>
                <c:pt idx="1150">
                  <c:v>5.3230997771725602E-2</c:v>
                </c:pt>
                <c:pt idx="1151">
                  <c:v>5.6971514242878503E-2</c:v>
                </c:pt>
                <c:pt idx="1152">
                  <c:v>6.2107298211696402E-2</c:v>
                </c:pt>
                <c:pt idx="1153">
                  <c:v>5.7748538011695903E-2</c:v>
                </c:pt>
                <c:pt idx="1154">
                  <c:v>5.6033480585910199E-2</c:v>
                </c:pt>
                <c:pt idx="1155">
                  <c:v>5.2343750000000001E-2</c:v>
                </c:pt>
                <c:pt idx="1156">
                  <c:v>5.4987212276214802E-2</c:v>
                </c:pt>
                <c:pt idx="1157">
                  <c:v>5.9004617752693597E-2</c:v>
                </c:pt>
                <c:pt idx="1158">
                  <c:v>0.12846803377563301</c:v>
                </c:pt>
                <c:pt idx="1159">
                  <c:v>0.105333630885962</c:v>
                </c:pt>
                <c:pt idx="1160">
                  <c:v>0.127537420545417</c:v>
                </c:pt>
                <c:pt idx="1161">
                  <c:v>0.123434704830053</c:v>
                </c:pt>
                <c:pt idx="1162">
                  <c:v>0.124498758831392</c:v>
                </c:pt>
                <c:pt idx="1163">
                  <c:v>0.122898767276802</c:v>
                </c:pt>
                <c:pt idx="1164">
                  <c:v>0.136419644428797</c:v>
                </c:pt>
                <c:pt idx="1165">
                  <c:v>0.12673101133025499</c:v>
                </c:pt>
                <c:pt idx="1166">
                  <c:v>0.12339055793991401</c:v>
                </c:pt>
                <c:pt idx="1167">
                  <c:v>0.128650505821721</c:v>
                </c:pt>
                <c:pt idx="1168">
                  <c:v>0.125</c:v>
                </c:pt>
                <c:pt idx="1169">
                  <c:v>0.128087306145893</c:v>
                </c:pt>
                <c:pt idx="1170">
                  <c:v>0.121798520204894</c:v>
                </c:pt>
                <c:pt idx="1171">
                  <c:v>0.12535830307662901</c:v>
                </c:pt>
                <c:pt idx="1172">
                  <c:v>0.123093681917211</c:v>
                </c:pt>
                <c:pt idx="1173">
                  <c:v>0.122898767276802</c:v>
                </c:pt>
                <c:pt idx="1174">
                  <c:v>0.11865322290241199</c:v>
                </c:pt>
                <c:pt idx="1175">
                  <c:v>0.12365805168985999</c:v>
                </c:pt>
                <c:pt idx="1176">
                  <c:v>0.125585023400936</c:v>
                </c:pt>
                <c:pt idx="1177">
                  <c:v>0.12859097127222899</c:v>
                </c:pt>
                <c:pt idx="1178">
                  <c:v>0.12332974965443</c:v>
                </c:pt>
                <c:pt idx="1179">
                  <c:v>0.13254861821903699</c:v>
                </c:pt>
                <c:pt idx="1180">
                  <c:v>0.106284658040665</c:v>
                </c:pt>
                <c:pt idx="1181">
                  <c:v>0.102615694164989</c:v>
                </c:pt>
                <c:pt idx="1182">
                  <c:v>0.105534105534105</c:v>
                </c:pt>
                <c:pt idx="1183">
                  <c:v>0.10483364720652801</c:v>
                </c:pt>
                <c:pt idx="1184">
                  <c:v>0.131683168316831</c:v>
                </c:pt>
                <c:pt idx="1185">
                  <c:v>0.103847061600188</c:v>
                </c:pt>
                <c:pt idx="1186">
                  <c:v>0.109087269815852</c:v>
                </c:pt>
                <c:pt idx="1187">
                  <c:v>0.11354838709677401</c:v>
                </c:pt>
                <c:pt idx="1188">
                  <c:v>0.109692275486707</c:v>
                </c:pt>
                <c:pt idx="1189">
                  <c:v>0.112861458782908</c:v>
                </c:pt>
                <c:pt idx="1190">
                  <c:v>0.102744097000638</c:v>
                </c:pt>
                <c:pt idx="1191">
                  <c:v>0.10719656283565999</c:v>
                </c:pt>
                <c:pt idx="1192">
                  <c:v>0.111568546727048</c:v>
                </c:pt>
                <c:pt idx="1193">
                  <c:v>0.105759162303664</c:v>
                </c:pt>
                <c:pt idx="1194">
                  <c:v>0.102533172496984</c:v>
                </c:pt>
                <c:pt idx="1195">
                  <c:v>0.10286225402504399</c:v>
                </c:pt>
                <c:pt idx="1196">
                  <c:v>0.10567857925893399</c:v>
                </c:pt>
                <c:pt idx="1197">
                  <c:v>0.11071978868589</c:v>
                </c:pt>
                <c:pt idx="1198">
                  <c:v>0.13412739513205499</c:v>
                </c:pt>
                <c:pt idx="1199">
                  <c:v>0.124285169653069</c:v>
                </c:pt>
                <c:pt idx="1200">
                  <c:v>4.8511576626240303E-2</c:v>
                </c:pt>
                <c:pt idx="1201">
                  <c:v>4.6604527296937398E-2</c:v>
                </c:pt>
                <c:pt idx="1202">
                  <c:v>5.0115060086934199E-2</c:v>
                </c:pt>
                <c:pt idx="1203">
                  <c:v>5.0673989016475199E-2</c:v>
                </c:pt>
                <c:pt idx="1204">
                  <c:v>0.10378715244487</c:v>
                </c:pt>
                <c:pt idx="1205">
                  <c:v>4.6629213483145998E-2</c:v>
                </c:pt>
                <c:pt idx="1206">
                  <c:v>5.94130279169649E-2</c:v>
                </c:pt>
                <c:pt idx="1207">
                  <c:v>5.7553956834532301E-2</c:v>
                </c:pt>
                <c:pt idx="1208">
                  <c:v>5.63063063063063E-2</c:v>
                </c:pt>
                <c:pt idx="1209">
                  <c:v>5.6555269922879098E-2</c:v>
                </c:pt>
                <c:pt idx="1210">
                  <c:v>4.82478415439309E-2</c:v>
                </c:pt>
                <c:pt idx="1211">
                  <c:v>5.0921187308085897E-2</c:v>
                </c:pt>
                <c:pt idx="1212">
                  <c:v>5.5002488800398201E-2</c:v>
                </c:pt>
                <c:pt idx="1213">
                  <c:v>5.1724137931034399E-2</c:v>
                </c:pt>
                <c:pt idx="1214">
                  <c:v>5.0754129758199602E-2</c:v>
                </c:pt>
                <c:pt idx="1215">
                  <c:v>4.6883324453915798E-2</c:v>
                </c:pt>
                <c:pt idx="1216">
                  <c:v>4.9803407601572702E-2</c:v>
                </c:pt>
                <c:pt idx="1217">
                  <c:v>5.3627760252365902E-2</c:v>
                </c:pt>
                <c:pt idx="1218">
                  <c:v>0.125233644859813</c:v>
                </c:pt>
                <c:pt idx="1219">
                  <c:v>9.8251265531523205E-2</c:v>
                </c:pt>
                <c:pt idx="1220">
                  <c:v>4.6641791044776101E-2</c:v>
                </c:pt>
                <c:pt idx="1221">
                  <c:v>4.4856921887084303E-2</c:v>
                </c:pt>
                <c:pt idx="1222">
                  <c:v>4.8219584569732903E-2</c:v>
                </c:pt>
                <c:pt idx="1223">
                  <c:v>4.8733413751507797E-2</c:v>
                </c:pt>
                <c:pt idx="1224">
                  <c:v>9.9792099792099798E-2</c:v>
                </c:pt>
                <c:pt idx="1225">
                  <c:v>4.4824775876120597E-2</c:v>
                </c:pt>
                <c:pt idx="1226">
                  <c:v>5.7156026734270497E-2</c:v>
                </c:pt>
                <c:pt idx="1227">
                  <c:v>5.5666003976143102E-2</c:v>
                </c:pt>
                <c:pt idx="1228">
                  <c:v>5.4093214199468699E-2</c:v>
                </c:pt>
                <c:pt idx="1229">
                  <c:v>5.4699154649428101E-2</c:v>
                </c:pt>
                <c:pt idx="1230">
                  <c:v>4.6391752577319499E-2</c:v>
                </c:pt>
                <c:pt idx="1231">
                  <c:v>4.8997772828507702E-2</c:v>
                </c:pt>
                <c:pt idx="1232">
                  <c:v>5.2808449351896297E-2</c:v>
                </c:pt>
                <c:pt idx="1233">
                  <c:v>4.9746438058439903E-2</c:v>
                </c:pt>
                <c:pt idx="1234">
                  <c:v>4.8684817720350701E-2</c:v>
                </c:pt>
                <c:pt idx="1235">
                  <c:v>4.5126353790613701E-2</c:v>
                </c:pt>
                <c:pt idx="1236">
                  <c:v>4.7945205479451997E-2</c:v>
                </c:pt>
                <c:pt idx="1237">
                  <c:v>5.1908396946564801E-2</c:v>
                </c:pt>
                <c:pt idx="1238">
                  <c:v>0.12064128256513</c:v>
                </c:pt>
                <c:pt idx="1239">
                  <c:v>9.4352159468438501E-2</c:v>
                </c:pt>
                <c:pt idx="1240">
                  <c:v>5.2443991853360399E-2</c:v>
                </c:pt>
                <c:pt idx="1241">
                  <c:v>5.0480177296232401E-2</c:v>
                </c:pt>
                <c:pt idx="1242">
                  <c:v>5.1801271485754599E-2</c:v>
                </c:pt>
                <c:pt idx="1243">
                  <c:v>5.4035410439181399E-2</c:v>
                </c:pt>
                <c:pt idx="1244">
                  <c:v>0.103873239436619</c:v>
                </c:pt>
                <c:pt idx="1245">
                  <c:v>5.0623052959501501E-2</c:v>
                </c:pt>
                <c:pt idx="1246">
                  <c:v>6.16498464238701E-2</c:v>
                </c:pt>
                <c:pt idx="1247">
                  <c:v>6.09149087461483E-2</c:v>
                </c:pt>
                <c:pt idx="1248">
                  <c:v>5.9310344827586202E-2</c:v>
                </c:pt>
                <c:pt idx="1249">
                  <c:v>6.0246679316887999E-2</c:v>
                </c:pt>
                <c:pt idx="1250">
                  <c:v>5.1720102972150697E-2</c:v>
                </c:pt>
                <c:pt idx="1251">
                  <c:v>5.3786270346779901E-2</c:v>
                </c:pt>
                <c:pt idx="1252">
                  <c:v>5.8420812414422603E-2</c:v>
                </c:pt>
                <c:pt idx="1253">
                  <c:v>5.5005753739930899E-2</c:v>
                </c:pt>
                <c:pt idx="1254">
                  <c:v>5.3626373626373597E-2</c:v>
                </c:pt>
                <c:pt idx="1255">
                  <c:v>5.0738916256157597E-2</c:v>
                </c:pt>
                <c:pt idx="1256">
                  <c:v>5.3523855655122299E-2</c:v>
                </c:pt>
                <c:pt idx="1257">
                  <c:v>5.7323293660432303E-2</c:v>
                </c:pt>
                <c:pt idx="1258">
                  <c:v>0.12170424149789801</c:v>
                </c:pt>
                <c:pt idx="1259">
                  <c:v>9.8395270270270202E-2</c:v>
                </c:pt>
                <c:pt idx="1260">
                  <c:v>5.31914893617021E-2</c:v>
                </c:pt>
                <c:pt idx="1261">
                  <c:v>5.1257485029940097E-2</c:v>
                </c:pt>
                <c:pt idx="1262">
                  <c:v>5.5300596603946699E-2</c:v>
                </c:pt>
                <c:pt idx="1263">
                  <c:v>5.44886109870477E-2</c:v>
                </c:pt>
                <c:pt idx="1264">
                  <c:v>0.104180064308681</c:v>
                </c:pt>
                <c:pt idx="1265">
                  <c:v>5.1210898082744698E-2</c:v>
                </c:pt>
                <c:pt idx="1266">
                  <c:v>6.2406497114768103E-2</c:v>
                </c:pt>
                <c:pt idx="1267">
                  <c:v>6.1751152073732697E-2</c:v>
                </c:pt>
                <c:pt idx="1268">
                  <c:v>5.9848146493970501E-2</c:v>
                </c:pt>
                <c:pt idx="1269">
                  <c:v>6.0857538035961202E-2</c:v>
                </c:pt>
                <c:pt idx="1270">
                  <c:v>5.2523874488403802E-2</c:v>
                </c:pt>
                <c:pt idx="1271">
                  <c:v>5.6027554535017197E-2</c:v>
                </c:pt>
                <c:pt idx="1272">
                  <c:v>5.9884238646482603E-2</c:v>
                </c:pt>
                <c:pt idx="1273">
                  <c:v>5.5431381314260099E-2</c:v>
                </c:pt>
                <c:pt idx="1274">
                  <c:v>5.4071382774097003E-2</c:v>
                </c:pt>
                <c:pt idx="1275">
                  <c:v>5.1509343555342597E-2</c:v>
                </c:pt>
                <c:pt idx="1276">
                  <c:v>5.4416961130742E-2</c:v>
                </c:pt>
                <c:pt idx="1277">
                  <c:v>5.8364839319470702E-2</c:v>
                </c:pt>
                <c:pt idx="1278">
                  <c:v>0.119611867885799</c:v>
                </c:pt>
                <c:pt idx="1279">
                  <c:v>9.8826436071649107E-2</c:v>
                </c:pt>
                <c:pt idx="1280">
                  <c:v>0.11379800853485</c:v>
                </c:pt>
                <c:pt idx="1281">
                  <c:v>0.109938030755106</c:v>
                </c:pt>
                <c:pt idx="1282">
                  <c:v>0.112892598286843</c:v>
                </c:pt>
                <c:pt idx="1283">
                  <c:v>0.111587063611051</c:v>
                </c:pt>
                <c:pt idx="1284">
                  <c:v>0.133306484091824</c:v>
                </c:pt>
                <c:pt idx="1285">
                  <c:v>0.11138014527845</c:v>
                </c:pt>
                <c:pt idx="1286">
                  <c:v>0.115109384583929</c:v>
                </c:pt>
                <c:pt idx="1287">
                  <c:v>0.120617420066152</c:v>
                </c:pt>
                <c:pt idx="1288">
                  <c:v>0.11656310263552599</c:v>
                </c:pt>
                <c:pt idx="1289">
                  <c:v>0.119699646643109</c:v>
                </c:pt>
                <c:pt idx="1290">
                  <c:v>0.109562186887388</c:v>
                </c:pt>
                <c:pt idx="1291">
                  <c:v>0.114361117220145</c:v>
                </c:pt>
                <c:pt idx="1292">
                  <c:v>0.11873015873015801</c:v>
                </c:pt>
                <c:pt idx="1293">
                  <c:v>0.112540192926045</c:v>
                </c:pt>
                <c:pt idx="1294">
                  <c:v>0.108668857847165</c:v>
                </c:pt>
                <c:pt idx="1295">
                  <c:v>0.11019283746556401</c:v>
                </c:pt>
                <c:pt idx="1296">
                  <c:v>0.113416009019165</c:v>
                </c:pt>
                <c:pt idx="1297">
                  <c:v>0.118379357175192</c:v>
                </c:pt>
                <c:pt idx="1298">
                  <c:v>0.13530544372483799</c:v>
                </c:pt>
                <c:pt idx="1299">
                  <c:v>0.12980956082393999</c:v>
                </c:pt>
                <c:pt idx="1300">
                  <c:v>4.4868199663488498E-2</c:v>
                </c:pt>
                <c:pt idx="1301">
                  <c:v>4.3089430894308903E-2</c:v>
                </c:pt>
                <c:pt idx="1302">
                  <c:v>4.6057767369242698E-2</c:v>
                </c:pt>
                <c:pt idx="1303">
                  <c:v>4.7061816331722198E-2</c:v>
                </c:pt>
                <c:pt idx="1304">
                  <c:v>9.9584046978223595E-2</c:v>
                </c:pt>
                <c:pt idx="1305">
                  <c:v>4.1654778887303803E-2</c:v>
                </c:pt>
                <c:pt idx="1306">
                  <c:v>5.6286549707602301E-2</c:v>
                </c:pt>
                <c:pt idx="1307">
                  <c:v>5.3884383991629599E-2</c:v>
                </c:pt>
                <c:pt idx="1308">
                  <c:v>5.2524222335542999E-2</c:v>
                </c:pt>
                <c:pt idx="1309">
                  <c:v>5.28657419523684E-2</c:v>
                </c:pt>
                <c:pt idx="1310">
                  <c:v>4.47606727037516E-2</c:v>
                </c:pt>
                <c:pt idx="1311">
                  <c:v>4.6875E-2</c:v>
                </c:pt>
                <c:pt idx="1312">
                  <c:v>5.1067073170731697E-2</c:v>
                </c:pt>
                <c:pt idx="1313">
                  <c:v>4.8128342245989303E-2</c:v>
                </c:pt>
                <c:pt idx="1314">
                  <c:v>4.736328125E-2</c:v>
                </c:pt>
                <c:pt idx="1315">
                  <c:v>4.33721875847113E-2</c:v>
                </c:pt>
                <c:pt idx="1316">
                  <c:v>4.61579509071504E-2</c:v>
                </c:pt>
                <c:pt idx="1317">
                  <c:v>5.0040139149049999E-2</c:v>
                </c:pt>
                <c:pt idx="1318">
                  <c:v>0.12284803400637601</c:v>
                </c:pt>
                <c:pt idx="1319">
                  <c:v>9.4242068155111602E-2</c:v>
                </c:pt>
                <c:pt idx="1320">
                  <c:v>6.1766087364959997E-2</c:v>
                </c:pt>
                <c:pt idx="1321">
                  <c:v>5.9504883034294798E-2</c:v>
                </c:pt>
                <c:pt idx="1322">
                  <c:v>6.2540716612377797E-2</c:v>
                </c:pt>
                <c:pt idx="1323">
                  <c:v>6.1851302690108002E-2</c:v>
                </c:pt>
                <c:pt idx="1324">
                  <c:v>0.10673701298701201</c:v>
                </c:pt>
                <c:pt idx="1325">
                  <c:v>6.0475161987040997E-2</c:v>
                </c:pt>
                <c:pt idx="1326">
                  <c:v>6.3911290322580597E-2</c:v>
                </c:pt>
                <c:pt idx="1327">
                  <c:v>6.8860318152102806E-2</c:v>
                </c:pt>
                <c:pt idx="1328">
                  <c:v>6.6525423728813496E-2</c:v>
                </c:pt>
                <c:pt idx="1329">
                  <c:v>6.7597034452682003E-2</c:v>
                </c:pt>
                <c:pt idx="1330">
                  <c:v>5.9926708342315102E-2</c:v>
                </c:pt>
                <c:pt idx="1331">
                  <c:v>6.2540716612377797E-2</c:v>
                </c:pt>
                <c:pt idx="1332">
                  <c:v>6.5731630730583995E-2</c:v>
                </c:pt>
                <c:pt idx="1333">
                  <c:v>6.2301335028607699E-2</c:v>
                </c:pt>
                <c:pt idx="1334">
                  <c:v>6.05444941080861E-2</c:v>
                </c:pt>
                <c:pt idx="1335">
                  <c:v>5.9745570195365701E-2</c:v>
                </c:pt>
                <c:pt idx="1336">
                  <c:v>6.2207357859531701E-2</c:v>
                </c:pt>
                <c:pt idx="1337">
                  <c:v>6.5966010733452596E-2</c:v>
                </c:pt>
                <c:pt idx="1338">
                  <c:v>0.11895054068427501</c:v>
                </c:pt>
                <c:pt idx="1339">
                  <c:v>0.1015625</c:v>
                </c:pt>
                <c:pt idx="1340">
                  <c:v>6.2083119548486401E-2</c:v>
                </c:pt>
                <c:pt idx="1341">
                  <c:v>6.0049627791563198E-2</c:v>
                </c:pt>
                <c:pt idx="1342">
                  <c:v>6.3986679352997095E-2</c:v>
                </c:pt>
                <c:pt idx="1343">
                  <c:v>6.3484708063021297E-2</c:v>
                </c:pt>
                <c:pt idx="1344">
                  <c:v>0.11535048802129499</c:v>
                </c:pt>
                <c:pt idx="1345">
                  <c:v>6.0162176301333997E-2</c:v>
                </c:pt>
                <c:pt idx="1346">
                  <c:v>7.1144498453380403E-2</c:v>
                </c:pt>
                <c:pt idx="1347">
                  <c:v>6.9689737470167004E-2</c:v>
                </c:pt>
                <c:pt idx="1348">
                  <c:v>6.92931633835457E-2</c:v>
                </c:pt>
                <c:pt idx="1349">
                  <c:v>6.9278547539417104E-2</c:v>
                </c:pt>
                <c:pt idx="1350">
                  <c:v>6.0820367751060797E-2</c:v>
                </c:pt>
                <c:pt idx="1351">
                  <c:v>6.5253631817099297E-2</c:v>
                </c:pt>
                <c:pt idx="1352">
                  <c:v>6.9799585348997897E-2</c:v>
                </c:pt>
                <c:pt idx="1353">
                  <c:v>6.44712430426716E-2</c:v>
                </c:pt>
                <c:pt idx="1354">
                  <c:v>6.2569091311076699E-2</c:v>
                </c:pt>
                <c:pt idx="1355">
                  <c:v>6.0312732688011898E-2</c:v>
                </c:pt>
                <c:pt idx="1356">
                  <c:v>6.2957540263543194E-2</c:v>
                </c:pt>
                <c:pt idx="1357">
                  <c:v>6.6813509544787E-2</c:v>
                </c:pt>
                <c:pt idx="1358">
                  <c:v>0.12557339449541199</c:v>
                </c:pt>
                <c:pt idx="1359">
                  <c:v>0.10922226944326301</c:v>
                </c:pt>
                <c:pt idx="1360">
                  <c:v>6.0049627791563198E-2</c:v>
                </c:pt>
                <c:pt idx="1361">
                  <c:v>5.8016369764082802E-2</c:v>
                </c:pt>
                <c:pt idx="1362">
                  <c:v>6.2240663900414897E-2</c:v>
                </c:pt>
                <c:pt idx="1363">
                  <c:v>6.1279461279461198E-2</c:v>
                </c:pt>
                <c:pt idx="1364">
                  <c:v>0.111015305022634</c:v>
                </c:pt>
                <c:pt idx="1365">
                  <c:v>5.7930685555274399E-2</c:v>
                </c:pt>
                <c:pt idx="1366">
                  <c:v>6.8713764225896506E-2</c:v>
                </c:pt>
                <c:pt idx="1367">
                  <c:v>6.8997453114146706E-2</c:v>
                </c:pt>
                <c:pt idx="1368">
                  <c:v>6.6382596994841794E-2</c:v>
                </c:pt>
                <c:pt idx="1369">
                  <c:v>6.8102849200833898E-2</c:v>
                </c:pt>
                <c:pt idx="1370">
                  <c:v>5.91459237268782E-2</c:v>
                </c:pt>
                <c:pt idx="1371">
                  <c:v>6.2975778546712796E-2</c:v>
                </c:pt>
                <c:pt idx="1372">
                  <c:v>6.7307692307692304E-2</c:v>
                </c:pt>
                <c:pt idx="1373">
                  <c:v>6.19946091644204E-2</c:v>
                </c:pt>
                <c:pt idx="1374">
                  <c:v>6.0300429184549302E-2</c:v>
                </c:pt>
                <c:pt idx="1375">
                  <c:v>5.82711293041175E-2</c:v>
                </c:pt>
                <c:pt idx="1376">
                  <c:v>6.1330807482832102E-2</c:v>
                </c:pt>
                <c:pt idx="1377">
                  <c:v>6.5573770491803199E-2</c:v>
                </c:pt>
                <c:pt idx="1378">
                  <c:v>0.121914734480179</c:v>
                </c:pt>
                <c:pt idx="1379">
                  <c:v>0.105361208859449</c:v>
                </c:pt>
                <c:pt idx="1380">
                  <c:v>6.1041292639138198E-2</c:v>
                </c:pt>
                <c:pt idx="1381">
                  <c:v>5.9042421235425399E-2</c:v>
                </c:pt>
                <c:pt idx="1382">
                  <c:v>6.3273073263558494E-2</c:v>
                </c:pt>
                <c:pt idx="1383">
                  <c:v>6.2543432939541302E-2</c:v>
                </c:pt>
                <c:pt idx="1384">
                  <c:v>0.114342806394316</c:v>
                </c:pt>
                <c:pt idx="1385">
                  <c:v>5.9100418410041801E-2</c:v>
                </c:pt>
                <c:pt idx="1386">
                  <c:v>7.0055248618784496E-2</c:v>
                </c:pt>
                <c:pt idx="1387">
                  <c:v>6.9484240687679E-2</c:v>
                </c:pt>
                <c:pt idx="1388">
                  <c:v>6.8350324374420707E-2</c:v>
                </c:pt>
                <c:pt idx="1389">
                  <c:v>6.8817204301075199E-2</c:v>
                </c:pt>
                <c:pt idx="1390">
                  <c:v>6.01131541725601E-2</c:v>
                </c:pt>
                <c:pt idx="1391">
                  <c:v>6.4539175994284298E-2</c:v>
                </c:pt>
                <c:pt idx="1392">
                  <c:v>6.8862275449101798E-2</c:v>
                </c:pt>
                <c:pt idx="1393">
                  <c:v>6.3528866218409405E-2</c:v>
                </c:pt>
                <c:pt idx="1394">
                  <c:v>6.1752988047808703E-2</c:v>
                </c:pt>
                <c:pt idx="1395">
                  <c:v>5.9305210918114103E-2</c:v>
                </c:pt>
                <c:pt idx="1396">
                  <c:v>6.2225475841874003E-2</c:v>
                </c:pt>
                <c:pt idx="1397">
                  <c:v>6.6340269277845698E-2</c:v>
                </c:pt>
                <c:pt idx="1398">
                  <c:v>0.12442572741194401</c:v>
                </c:pt>
                <c:pt idx="1399">
                  <c:v>0.10839011925042499</c:v>
                </c:pt>
                <c:pt idx="1400">
                  <c:v>4.9395161290322502E-2</c:v>
                </c:pt>
                <c:pt idx="1401">
                  <c:v>4.75841874084919E-2</c:v>
                </c:pt>
                <c:pt idx="1402">
                  <c:v>5.1192145862552503E-2</c:v>
                </c:pt>
                <c:pt idx="1403">
                  <c:v>5.1229508196721299E-2</c:v>
                </c:pt>
                <c:pt idx="1404">
                  <c:v>0.10085134250163701</c:v>
                </c:pt>
                <c:pt idx="1405">
                  <c:v>4.7533401849948601E-2</c:v>
                </c:pt>
                <c:pt idx="1406">
                  <c:v>5.9015679442508698E-2</c:v>
                </c:pt>
                <c:pt idx="1407">
                  <c:v>5.7746478873239401E-2</c:v>
                </c:pt>
                <c:pt idx="1408">
                  <c:v>5.6414922656960798E-2</c:v>
                </c:pt>
                <c:pt idx="1409">
                  <c:v>5.70824524312896E-2</c:v>
                </c:pt>
                <c:pt idx="1410">
                  <c:v>4.8887859128822903E-2</c:v>
                </c:pt>
                <c:pt idx="1411">
                  <c:v>5.19298245614035E-2</c:v>
                </c:pt>
                <c:pt idx="1412">
                  <c:v>5.5858310626702899E-2</c:v>
                </c:pt>
                <c:pt idx="1413">
                  <c:v>5.2187784867821302E-2</c:v>
                </c:pt>
                <c:pt idx="1414">
                  <c:v>5.0913838120104402E-2</c:v>
                </c:pt>
                <c:pt idx="1415">
                  <c:v>4.7839882841103201E-2</c:v>
                </c:pt>
                <c:pt idx="1416">
                  <c:v>5.0648103696591402E-2</c:v>
                </c:pt>
                <c:pt idx="1417">
                  <c:v>5.4151624548736399E-2</c:v>
                </c:pt>
                <c:pt idx="1418">
                  <c:v>0.118943568307049</c:v>
                </c:pt>
                <c:pt idx="1419">
                  <c:v>9.5537397862979198E-2</c:v>
                </c:pt>
                <c:pt idx="1420">
                  <c:v>5.3248407643312103E-2</c:v>
                </c:pt>
                <c:pt idx="1421">
                  <c:v>5.1256776737309002E-2</c:v>
                </c:pt>
                <c:pt idx="1422">
                  <c:v>5.3786270346779901E-2</c:v>
                </c:pt>
                <c:pt idx="1423">
                  <c:v>5.4763000460193202E-2</c:v>
                </c:pt>
                <c:pt idx="1424">
                  <c:v>0.104602510460251</c:v>
                </c:pt>
                <c:pt idx="1425">
                  <c:v>5.1441932969602401E-2</c:v>
                </c:pt>
                <c:pt idx="1426">
                  <c:v>6.16498464238701E-2</c:v>
                </c:pt>
                <c:pt idx="1427">
                  <c:v>6.1669829222011301E-2</c:v>
                </c:pt>
                <c:pt idx="1428">
                  <c:v>5.9797608095676101E-2</c:v>
                </c:pt>
                <c:pt idx="1429">
                  <c:v>6.1001661523854701E-2</c:v>
                </c:pt>
                <c:pt idx="1430">
                  <c:v>5.2459016393442602E-2</c:v>
                </c:pt>
                <c:pt idx="1431">
                  <c:v>5.5030703826169099E-2</c:v>
                </c:pt>
                <c:pt idx="1432">
                  <c:v>5.8904109589041097E-2</c:v>
                </c:pt>
                <c:pt idx="1433">
                  <c:v>5.5491595671195E-2</c:v>
                </c:pt>
                <c:pt idx="1434">
                  <c:v>5.4089709762532898E-2</c:v>
                </c:pt>
                <c:pt idx="1435">
                  <c:v>5.1515898447128401E-2</c:v>
                </c:pt>
                <c:pt idx="1436">
                  <c:v>5.4289869122636898E-2</c:v>
                </c:pt>
                <c:pt idx="1437">
                  <c:v>5.8094312105007199E-2</c:v>
                </c:pt>
                <c:pt idx="1438">
                  <c:v>0.12170424149789801</c:v>
                </c:pt>
                <c:pt idx="1439">
                  <c:v>9.9091485315867298E-2</c:v>
                </c:pt>
                <c:pt idx="1440">
                  <c:v>5.9126594700686902E-2</c:v>
                </c:pt>
                <c:pt idx="1441">
                  <c:v>5.6818181818181802E-2</c:v>
                </c:pt>
                <c:pt idx="1442">
                  <c:v>6.0262800181241499E-2</c:v>
                </c:pt>
                <c:pt idx="1443">
                  <c:v>5.9408127208480502E-2</c:v>
                </c:pt>
                <c:pt idx="1444">
                  <c:v>0.107663077897403</c:v>
                </c:pt>
                <c:pt idx="1445">
                  <c:v>5.8069381598793303E-2</c:v>
                </c:pt>
                <c:pt idx="1446">
                  <c:v>6.5980247951250195E-2</c:v>
                </c:pt>
                <c:pt idx="1447">
                  <c:v>6.6560654248069007E-2</c:v>
                </c:pt>
                <c:pt idx="1448">
                  <c:v>6.4644675669692203E-2</c:v>
                </c:pt>
                <c:pt idx="1449">
                  <c:v>6.5771506599908894E-2</c:v>
                </c:pt>
                <c:pt idx="1450">
                  <c:v>5.7592800899887497E-2</c:v>
                </c:pt>
                <c:pt idx="1451">
                  <c:v>6.0743427017225703E-2</c:v>
                </c:pt>
                <c:pt idx="1452">
                  <c:v>6.1717738454898502E-2</c:v>
                </c:pt>
                <c:pt idx="1453">
                  <c:v>6.0110497237568998E-2</c:v>
                </c:pt>
                <c:pt idx="1454">
                  <c:v>5.8524173027989797E-2</c:v>
                </c:pt>
                <c:pt idx="1455">
                  <c:v>5.7068434762017499E-2</c:v>
                </c:pt>
                <c:pt idx="1456">
                  <c:v>5.9438123984211701E-2</c:v>
                </c:pt>
                <c:pt idx="1457">
                  <c:v>6.3344201210992004E-2</c:v>
                </c:pt>
                <c:pt idx="1458">
                  <c:v>0.119435794101483</c:v>
                </c:pt>
                <c:pt idx="1459">
                  <c:v>0.10231425091352001</c:v>
                </c:pt>
                <c:pt idx="1460">
                  <c:v>5.4234769687964299E-2</c:v>
                </c:pt>
                <c:pt idx="1461">
                  <c:v>5.22656437305202E-2</c:v>
                </c:pt>
                <c:pt idx="1462">
                  <c:v>5.6270096463022501E-2</c:v>
                </c:pt>
                <c:pt idx="1463">
                  <c:v>5.5431381314260099E-2</c:v>
                </c:pt>
                <c:pt idx="1464">
                  <c:v>0.105127655009654</c:v>
                </c:pt>
                <c:pt idx="1465">
                  <c:v>5.22727272727272E-2</c:v>
                </c:pt>
                <c:pt idx="1466">
                  <c:v>6.2860808210391195E-2</c:v>
                </c:pt>
                <c:pt idx="1467">
                  <c:v>6.2730627306273004E-2</c:v>
                </c:pt>
                <c:pt idx="1468">
                  <c:v>6.0558659217877002E-2</c:v>
                </c:pt>
                <c:pt idx="1469">
                  <c:v>6.1836640516843497E-2</c:v>
                </c:pt>
                <c:pt idx="1470">
                  <c:v>5.3482020937642198E-2</c:v>
                </c:pt>
                <c:pt idx="1471">
                  <c:v>5.6755514705882297E-2</c:v>
                </c:pt>
                <c:pt idx="1472">
                  <c:v>6.0592559590109098E-2</c:v>
                </c:pt>
                <c:pt idx="1473">
                  <c:v>5.6139566092596703E-2</c:v>
                </c:pt>
                <c:pt idx="1474">
                  <c:v>5.4747647562018803E-2</c:v>
                </c:pt>
                <c:pt idx="1475">
                  <c:v>5.2517985611510699E-2</c:v>
                </c:pt>
                <c:pt idx="1476">
                  <c:v>5.5411459561424098E-2</c:v>
                </c:pt>
                <c:pt idx="1477">
                  <c:v>5.9366130558183502E-2</c:v>
                </c:pt>
                <c:pt idx="1478">
                  <c:v>0.119611867885799</c:v>
                </c:pt>
                <c:pt idx="1479">
                  <c:v>9.9732124459097404E-2</c:v>
                </c:pt>
                <c:pt idx="1480">
                  <c:v>5.2681091251175899E-2</c:v>
                </c:pt>
                <c:pt idx="1481">
                  <c:v>5.0890004564125901E-2</c:v>
                </c:pt>
                <c:pt idx="1482">
                  <c:v>5.4836586970826898E-2</c:v>
                </c:pt>
                <c:pt idx="1483">
                  <c:v>5.4140808902204102E-2</c:v>
                </c:pt>
                <c:pt idx="1484">
                  <c:v>0.101750772399588</c:v>
                </c:pt>
                <c:pt idx="1485">
                  <c:v>5.0863723608445301E-2</c:v>
                </c:pt>
                <c:pt idx="1486">
                  <c:v>6.1140746819860398E-2</c:v>
                </c:pt>
                <c:pt idx="1487">
                  <c:v>6.0919287442269598E-2</c:v>
                </c:pt>
                <c:pt idx="1488">
                  <c:v>5.9012187299550899E-2</c:v>
                </c:pt>
                <c:pt idx="1489">
                  <c:v>6.0145406477197599E-2</c:v>
                </c:pt>
                <c:pt idx="1490">
                  <c:v>5.2219321148825E-2</c:v>
                </c:pt>
                <c:pt idx="1491">
                  <c:v>5.5299539170506902E-2</c:v>
                </c:pt>
                <c:pt idx="1492">
                  <c:v>5.8412698412698402E-2</c:v>
                </c:pt>
                <c:pt idx="1493">
                  <c:v>5.4817987152034203E-2</c:v>
                </c:pt>
                <c:pt idx="1494">
                  <c:v>5.3505535055350502E-2</c:v>
                </c:pt>
                <c:pt idx="1495">
                  <c:v>5.1129879023053999E-2</c:v>
                </c:pt>
                <c:pt idx="1496">
                  <c:v>5.3835800807536999E-2</c:v>
                </c:pt>
                <c:pt idx="1497">
                  <c:v>5.7592800899887497E-2</c:v>
                </c:pt>
                <c:pt idx="1498">
                  <c:v>0.115613182063749</c:v>
                </c:pt>
                <c:pt idx="1499">
                  <c:v>9.6691103625916305E-2</c:v>
                </c:pt>
                <c:pt idx="1500">
                  <c:v>4.80384307445956E-2</c:v>
                </c:pt>
                <c:pt idx="1501">
                  <c:v>4.6205472379968998E-2</c:v>
                </c:pt>
                <c:pt idx="1502">
                  <c:v>4.8738248391885203E-2</c:v>
                </c:pt>
                <c:pt idx="1503">
                  <c:v>5.05074915418076E-2</c:v>
                </c:pt>
                <c:pt idx="1504">
                  <c:v>0.10259379342288</c:v>
                </c:pt>
                <c:pt idx="1505">
                  <c:v>4.5961381561055198E-2</c:v>
                </c:pt>
                <c:pt idx="1506">
                  <c:v>5.8864265927977798E-2</c:v>
                </c:pt>
                <c:pt idx="1507">
                  <c:v>5.77689243027888E-2</c:v>
                </c:pt>
                <c:pt idx="1508">
                  <c:v>5.6133559157996601E-2</c:v>
                </c:pt>
                <c:pt idx="1509">
                  <c:v>5.6801195814648701E-2</c:v>
                </c:pt>
                <c:pt idx="1510">
                  <c:v>4.7935103244837698E-2</c:v>
                </c:pt>
                <c:pt idx="1511">
                  <c:v>5.0557620817843797E-2</c:v>
                </c:pt>
                <c:pt idx="1512">
                  <c:v>5.55956678700361E-2</c:v>
                </c:pt>
                <c:pt idx="1513">
                  <c:v>5.15239477503628E-2</c:v>
                </c:pt>
                <c:pt idx="1514">
                  <c:v>5.03813265541945E-2</c:v>
                </c:pt>
                <c:pt idx="1515">
                  <c:v>4.6205472379968998E-2</c:v>
                </c:pt>
                <c:pt idx="1516">
                  <c:v>4.9276098552197098E-2</c:v>
                </c:pt>
                <c:pt idx="1517">
                  <c:v>5.3785368340555598E-2</c:v>
                </c:pt>
                <c:pt idx="1518">
                  <c:v>0.123117091785499</c:v>
                </c:pt>
                <c:pt idx="1519">
                  <c:v>9.7024866785079905E-2</c:v>
                </c:pt>
                <c:pt idx="1520">
                  <c:v>5.2521008403361297E-2</c:v>
                </c:pt>
                <c:pt idx="1521">
                  <c:v>5.0533265617064498E-2</c:v>
                </c:pt>
                <c:pt idx="1522">
                  <c:v>5.3541007544414702E-2</c:v>
                </c:pt>
                <c:pt idx="1523">
                  <c:v>5.48823948681397E-2</c:v>
                </c:pt>
                <c:pt idx="1524">
                  <c:v>0.107345917671139</c:v>
                </c:pt>
                <c:pt idx="1525">
                  <c:v>5.03211991434689E-2</c:v>
                </c:pt>
                <c:pt idx="1526">
                  <c:v>6.2981422745808702E-2</c:v>
                </c:pt>
                <c:pt idx="1527">
                  <c:v>6.1933904528763697E-2</c:v>
                </c:pt>
                <c:pt idx="1528">
                  <c:v>6.0670949321912901E-2</c:v>
                </c:pt>
                <c:pt idx="1529">
                  <c:v>6.1244487996080302E-2</c:v>
                </c:pt>
                <c:pt idx="1530">
                  <c:v>5.2211747643219703E-2</c:v>
                </c:pt>
                <c:pt idx="1531">
                  <c:v>5.5338859093125303E-2</c:v>
                </c:pt>
                <c:pt idx="1532">
                  <c:v>6.0448642266823997E-2</c:v>
                </c:pt>
                <c:pt idx="1533">
                  <c:v>5.5885850178359099E-2</c:v>
                </c:pt>
                <c:pt idx="1534">
                  <c:v>5.4495912806539502E-2</c:v>
                </c:pt>
                <c:pt idx="1535">
                  <c:v>5.0533265617064498E-2</c:v>
                </c:pt>
                <c:pt idx="1536">
                  <c:v>5.3446553446553399E-2</c:v>
                </c:pt>
                <c:pt idx="1537">
                  <c:v>5.78947368421052E-2</c:v>
                </c:pt>
                <c:pt idx="1538">
                  <c:v>0.12566476265511101</c:v>
                </c:pt>
                <c:pt idx="1539">
                  <c:v>0.10130718954248299</c:v>
                </c:pt>
                <c:pt idx="1540">
                  <c:v>5.69169960474308E-2</c:v>
                </c:pt>
                <c:pt idx="1541">
                  <c:v>5.5045871559633003E-2</c:v>
                </c:pt>
                <c:pt idx="1542">
                  <c:v>5.8651026392961797E-2</c:v>
                </c:pt>
                <c:pt idx="1543">
                  <c:v>5.8865586272640602E-2</c:v>
                </c:pt>
                <c:pt idx="1544">
                  <c:v>0.112074868751426</c:v>
                </c:pt>
                <c:pt idx="1545">
                  <c:v>5.5077915099408903E-2</c:v>
                </c:pt>
                <c:pt idx="1546">
                  <c:v>6.7045454545454505E-2</c:v>
                </c:pt>
                <c:pt idx="1547">
                  <c:v>6.5537555228276798E-2</c:v>
                </c:pt>
                <c:pt idx="1548">
                  <c:v>6.4677804295942706E-2</c:v>
                </c:pt>
                <c:pt idx="1549">
                  <c:v>6.5110565110565094E-2</c:v>
                </c:pt>
                <c:pt idx="1550">
                  <c:v>5.6000000000000001E-2</c:v>
                </c:pt>
                <c:pt idx="1551">
                  <c:v>5.9946170785417099E-2</c:v>
                </c:pt>
                <c:pt idx="1552">
                  <c:v>6.4424443391757402E-2</c:v>
                </c:pt>
                <c:pt idx="1553">
                  <c:v>5.9875954198473198E-2</c:v>
                </c:pt>
                <c:pt idx="1554">
                  <c:v>5.8301070371213799E-2</c:v>
                </c:pt>
                <c:pt idx="1555">
                  <c:v>5.5314810094315499E-2</c:v>
                </c:pt>
                <c:pt idx="1556">
                  <c:v>5.78947368421052E-2</c:v>
                </c:pt>
                <c:pt idx="1557">
                  <c:v>6.1840120663650001E-2</c:v>
                </c:pt>
                <c:pt idx="1558">
                  <c:v>0.12692156089869899</c:v>
                </c:pt>
                <c:pt idx="1559">
                  <c:v>0.106057292805598</c:v>
                </c:pt>
                <c:pt idx="1560">
                  <c:v>0.12831858407079599</c:v>
                </c:pt>
                <c:pt idx="1561">
                  <c:v>0.124268435427233</c:v>
                </c:pt>
                <c:pt idx="1562">
                  <c:v>0.12528132033008199</c:v>
                </c:pt>
                <c:pt idx="1563">
                  <c:v>0.12211221122112199</c:v>
                </c:pt>
                <c:pt idx="1564">
                  <c:v>0.13348299084786699</c:v>
                </c:pt>
                <c:pt idx="1565">
                  <c:v>0.127856701667696</c:v>
                </c:pt>
                <c:pt idx="1566">
                  <c:v>0.122628250175685</c:v>
                </c:pt>
                <c:pt idx="1567">
                  <c:v>0.12710595282665599</c:v>
                </c:pt>
                <c:pt idx="1568">
                  <c:v>0.12294182217343499</c:v>
                </c:pt>
                <c:pt idx="1569">
                  <c:v>0.126477763182585</c:v>
                </c:pt>
                <c:pt idx="1570">
                  <c:v>0.122273998136067</c:v>
                </c:pt>
                <c:pt idx="1571">
                  <c:v>0.12591480577969599</c:v>
                </c:pt>
                <c:pt idx="1572">
                  <c:v>0.121460373998219</c:v>
                </c:pt>
                <c:pt idx="1573">
                  <c:v>0.12211221122112199</c:v>
                </c:pt>
                <c:pt idx="1574">
                  <c:v>0.117907017853986</c:v>
                </c:pt>
                <c:pt idx="1575">
                  <c:v>0.124487804878048</c:v>
                </c:pt>
                <c:pt idx="1576">
                  <c:v>0.12600536193029399</c:v>
                </c:pt>
                <c:pt idx="1577">
                  <c:v>0.127875766871165</c:v>
                </c:pt>
                <c:pt idx="1578">
                  <c:v>0.12092391304347801</c:v>
                </c:pt>
                <c:pt idx="1579">
                  <c:v>0.129707112970711</c:v>
                </c:pt>
                <c:pt idx="1580">
                  <c:v>0.108047016274864</c:v>
                </c:pt>
                <c:pt idx="1581">
                  <c:v>0.104399212081418</c:v>
                </c:pt>
                <c:pt idx="1582">
                  <c:v>0.107653490328006</c:v>
                </c:pt>
                <c:pt idx="1583">
                  <c:v>0.106527093596059</c:v>
                </c:pt>
                <c:pt idx="1584">
                  <c:v>0.12950756107018199</c:v>
                </c:pt>
                <c:pt idx="1585">
                  <c:v>0.105773672055427</c:v>
                </c:pt>
                <c:pt idx="1586">
                  <c:v>0.110194460813199</c:v>
                </c:pt>
                <c:pt idx="1587">
                  <c:v>0.114881956155143</c:v>
                </c:pt>
                <c:pt idx="1588">
                  <c:v>0.110837438423645</c:v>
                </c:pt>
                <c:pt idx="1589">
                  <c:v>0.114140773620798</c:v>
                </c:pt>
                <c:pt idx="1590">
                  <c:v>0.10450563204005001</c:v>
                </c:pt>
                <c:pt idx="1591">
                  <c:v>0.109052631578947</c:v>
                </c:pt>
                <c:pt idx="1592">
                  <c:v>0.112815338042381</c:v>
                </c:pt>
                <c:pt idx="1593">
                  <c:v>0.10743631881676199</c:v>
                </c:pt>
                <c:pt idx="1594">
                  <c:v>0.10392427529086901</c:v>
                </c:pt>
                <c:pt idx="1595">
                  <c:v>0.104640980735551</c:v>
                </c:pt>
                <c:pt idx="1596">
                  <c:v>0.107434464976364</c:v>
                </c:pt>
                <c:pt idx="1597">
                  <c:v>0.112381363244176</c:v>
                </c:pt>
                <c:pt idx="1598">
                  <c:v>0.13115586393636799</c:v>
                </c:pt>
                <c:pt idx="1599">
                  <c:v>0.122269927198058</c:v>
                </c:pt>
                <c:pt idx="1600">
                  <c:v>0.10572337042925201</c:v>
                </c:pt>
                <c:pt idx="1601">
                  <c:v>0.10210364289379099</c:v>
                </c:pt>
                <c:pt idx="1602">
                  <c:v>0.103899308983218</c:v>
                </c:pt>
                <c:pt idx="1603">
                  <c:v>0.103473227206946</c:v>
                </c:pt>
                <c:pt idx="1604">
                  <c:v>0.13328776486671201</c:v>
                </c:pt>
                <c:pt idx="1605">
                  <c:v>0.104453441295546</c:v>
                </c:pt>
                <c:pt idx="1606">
                  <c:v>0.108394833948339</c:v>
                </c:pt>
                <c:pt idx="1607">
                  <c:v>0.111524163568773</c:v>
                </c:pt>
                <c:pt idx="1608">
                  <c:v>0.108695652173913</c:v>
                </c:pt>
                <c:pt idx="1609">
                  <c:v>0.110669975186104</c:v>
                </c:pt>
                <c:pt idx="1610">
                  <c:v>0.101740622701642</c:v>
                </c:pt>
                <c:pt idx="1611">
                  <c:v>0.104717214126944</c:v>
                </c:pt>
                <c:pt idx="1612">
                  <c:v>0.106963388370423</c:v>
                </c:pt>
                <c:pt idx="1613">
                  <c:v>0.104538870111057</c:v>
                </c:pt>
                <c:pt idx="1614">
                  <c:v>0.101388888888888</c:v>
                </c:pt>
                <c:pt idx="1615">
                  <c:v>0.102386451116243</c:v>
                </c:pt>
                <c:pt idx="1616">
                  <c:v>0.104824450618843</c:v>
                </c:pt>
                <c:pt idx="1617">
                  <c:v>0.108662613981762</c:v>
                </c:pt>
                <c:pt idx="1618">
                  <c:v>0.143224022125642</c:v>
                </c:pt>
                <c:pt idx="1619">
                  <c:v>0.12986156888595901</c:v>
                </c:pt>
                <c:pt idx="1620">
                  <c:v>0.101634320735444</c:v>
                </c:pt>
                <c:pt idx="1621">
                  <c:v>9.8267326732673202E-2</c:v>
                </c:pt>
                <c:pt idx="1622">
                  <c:v>9.9928622412562396E-2</c:v>
                </c:pt>
                <c:pt idx="1623">
                  <c:v>9.9465489193585804E-2</c:v>
                </c:pt>
                <c:pt idx="1624">
                  <c:v>0.12804209603157199</c:v>
                </c:pt>
                <c:pt idx="1625">
                  <c:v>0.10041623309052999</c:v>
                </c:pt>
                <c:pt idx="1626">
                  <c:v>0.10417592181252699</c:v>
                </c:pt>
                <c:pt idx="1627">
                  <c:v>0.10752688172043</c:v>
                </c:pt>
                <c:pt idx="1628">
                  <c:v>0.104418604651162</c:v>
                </c:pt>
                <c:pt idx="1629">
                  <c:v>0.106698564593301</c:v>
                </c:pt>
                <c:pt idx="1630">
                  <c:v>9.7802976612331602E-2</c:v>
                </c:pt>
                <c:pt idx="1631">
                  <c:v>0.10071428571428501</c:v>
                </c:pt>
                <c:pt idx="1632">
                  <c:v>0.10264672036823901</c:v>
                </c:pt>
                <c:pt idx="1633">
                  <c:v>0.100488485694347</c:v>
                </c:pt>
                <c:pt idx="1634">
                  <c:v>9.7284060552092599E-2</c:v>
                </c:pt>
                <c:pt idx="1635">
                  <c:v>9.85392423867293E-2</c:v>
                </c:pt>
                <c:pt idx="1636">
                  <c:v>0.100877192982456</c:v>
                </c:pt>
                <c:pt idx="1637">
                  <c:v>0.104838709677419</c:v>
                </c:pt>
                <c:pt idx="1638">
                  <c:v>0.13785224676313701</c:v>
                </c:pt>
                <c:pt idx="1639">
                  <c:v>0.124604012671594</c:v>
                </c:pt>
                <c:pt idx="1640">
                  <c:v>0.106994881793809</c:v>
                </c:pt>
                <c:pt idx="1641">
                  <c:v>0.103472714386959</c:v>
                </c:pt>
                <c:pt idx="1642">
                  <c:v>0.102511880515953</c:v>
                </c:pt>
                <c:pt idx="1643">
                  <c:v>0.103761061946902</c:v>
                </c:pt>
                <c:pt idx="1644">
                  <c:v>0.13039849780930499</c:v>
                </c:pt>
                <c:pt idx="1645">
                  <c:v>0.106361829025844</c:v>
                </c:pt>
                <c:pt idx="1646">
                  <c:v>0.107731305449936</c:v>
                </c:pt>
                <c:pt idx="1647">
                  <c:v>0.11176872296835801</c:v>
                </c:pt>
                <c:pt idx="1648">
                  <c:v>0.108652356716087</c:v>
                </c:pt>
                <c:pt idx="1649">
                  <c:v>0.111237747891497</c:v>
                </c:pt>
                <c:pt idx="1650">
                  <c:v>0.102137232845894</c:v>
                </c:pt>
                <c:pt idx="1651">
                  <c:v>0.104511448651099</c:v>
                </c:pt>
                <c:pt idx="1652">
                  <c:v>0.10712724092697801</c:v>
                </c:pt>
                <c:pt idx="1653">
                  <c:v>0.104738706820194</c:v>
                </c:pt>
                <c:pt idx="1654">
                  <c:v>0.101314116150911</c:v>
                </c:pt>
                <c:pt idx="1655">
                  <c:v>0.103733459357277</c:v>
                </c:pt>
                <c:pt idx="1656">
                  <c:v>0.105483271375464</c:v>
                </c:pt>
                <c:pt idx="1657">
                  <c:v>0.109273066169617</c:v>
                </c:pt>
                <c:pt idx="1658">
                  <c:v>0.13806240928882399</c:v>
                </c:pt>
                <c:pt idx="1659">
                  <c:v>0.12688517997184701</c:v>
                </c:pt>
                <c:pt idx="1660">
                  <c:v>0.10754985754985701</c:v>
                </c:pt>
                <c:pt idx="1661">
                  <c:v>0.10409949332104999</c:v>
                </c:pt>
                <c:pt idx="1662">
                  <c:v>0.10585635359116</c:v>
                </c:pt>
                <c:pt idx="1663">
                  <c:v>0.103767491926803</c:v>
                </c:pt>
                <c:pt idx="1664">
                  <c:v>0.12896663954434501</c:v>
                </c:pt>
                <c:pt idx="1665">
                  <c:v>0.106753812636165</c:v>
                </c:pt>
                <c:pt idx="1666">
                  <c:v>0.107768390686173</c:v>
                </c:pt>
                <c:pt idx="1667">
                  <c:v>0.11194857016182599</c:v>
                </c:pt>
                <c:pt idx="1668">
                  <c:v>0.108358466178371</c:v>
                </c:pt>
                <c:pt idx="1669">
                  <c:v>0.111185086551264</c:v>
                </c:pt>
                <c:pt idx="1670">
                  <c:v>0.102738225629791</c:v>
                </c:pt>
                <c:pt idx="1671">
                  <c:v>0.106590004422821</c:v>
                </c:pt>
                <c:pt idx="1672">
                  <c:v>0.108333333333333</c:v>
                </c:pt>
                <c:pt idx="1673">
                  <c:v>0.104718810601163</c:v>
                </c:pt>
                <c:pt idx="1674">
                  <c:v>0.101218756455277</c:v>
                </c:pt>
                <c:pt idx="1675">
                  <c:v>0.104353835521769</c:v>
                </c:pt>
                <c:pt idx="1676">
                  <c:v>0.10622876557191301</c:v>
                </c:pt>
                <c:pt idx="1677">
                  <c:v>0.11017719218537</c:v>
                </c:pt>
                <c:pt idx="1678">
                  <c:v>0.135178286322511</c:v>
                </c:pt>
                <c:pt idx="1679">
                  <c:v>0.12558869701726799</c:v>
                </c:pt>
                <c:pt idx="1680">
                  <c:v>0.14285714285714199</c:v>
                </c:pt>
                <c:pt idx="1681">
                  <c:v>0.13824485373781101</c:v>
                </c:pt>
                <c:pt idx="1682">
                  <c:v>0.13775933609958499</c:v>
                </c:pt>
                <c:pt idx="1683">
                  <c:v>0.13318512530315199</c:v>
                </c:pt>
                <c:pt idx="1684">
                  <c:v>0.13230884557721101</c:v>
                </c:pt>
                <c:pt idx="1685">
                  <c:v>0.144131777625257</c:v>
                </c:pt>
                <c:pt idx="1686">
                  <c:v>0.13471202164669499</c:v>
                </c:pt>
                <c:pt idx="1687">
                  <c:v>0.13889463879114</c:v>
                </c:pt>
                <c:pt idx="1688">
                  <c:v>0.133843983067929</c:v>
                </c:pt>
                <c:pt idx="1689">
                  <c:v>0.137909581086686</c:v>
                </c:pt>
                <c:pt idx="1690">
                  <c:v>0.13418398847499399</c:v>
                </c:pt>
                <c:pt idx="1691">
                  <c:v>0.13917739925218101</c:v>
                </c:pt>
                <c:pt idx="1692">
                  <c:v>0.13497419610956701</c:v>
                </c:pt>
                <c:pt idx="1693">
                  <c:v>0.13364334816012899</c:v>
                </c:pt>
                <c:pt idx="1694">
                  <c:v>0.12922658375437199</c:v>
                </c:pt>
                <c:pt idx="1695">
                  <c:v>0.138491547464239</c:v>
                </c:pt>
                <c:pt idx="1696">
                  <c:v>0.138788522848034</c:v>
                </c:pt>
                <c:pt idx="1697">
                  <c:v>0.140395660497766</c:v>
                </c:pt>
                <c:pt idx="1698">
                  <c:v>0.129111438389788</c:v>
                </c:pt>
                <c:pt idx="1699">
                  <c:v>0.128669807901413</c:v>
                </c:pt>
                <c:pt idx="1700">
                  <c:v>0.10099918984606999</c:v>
                </c:pt>
                <c:pt idx="1701">
                  <c:v>9.7541841004184102E-2</c:v>
                </c:pt>
                <c:pt idx="1702">
                  <c:v>9.9144438852541497E-2</c:v>
                </c:pt>
                <c:pt idx="1703">
                  <c:v>9.9236641221374003E-2</c:v>
                </c:pt>
                <c:pt idx="1704">
                  <c:v>0.12972468502099799</c:v>
                </c:pt>
                <c:pt idx="1705">
                  <c:v>9.8626373626373595E-2</c:v>
                </c:pt>
                <c:pt idx="1706">
                  <c:v>0.10448113207547099</c:v>
                </c:pt>
                <c:pt idx="1707">
                  <c:v>0.106899166034874</c:v>
                </c:pt>
                <c:pt idx="1708">
                  <c:v>0.10409472126295</c:v>
                </c:pt>
                <c:pt idx="1709">
                  <c:v>0.10602226720647701</c:v>
                </c:pt>
                <c:pt idx="1710">
                  <c:v>9.7322992244183101E-2</c:v>
                </c:pt>
                <c:pt idx="1711">
                  <c:v>9.9974817426340901E-2</c:v>
                </c:pt>
                <c:pt idx="1712">
                  <c:v>0.10225048923679</c:v>
                </c:pt>
                <c:pt idx="1713">
                  <c:v>0.100320433818092</c:v>
                </c:pt>
                <c:pt idx="1714">
                  <c:v>9.7232079488999201E-2</c:v>
                </c:pt>
                <c:pt idx="1715">
                  <c:v>9.8116169544740894E-2</c:v>
                </c:pt>
                <c:pt idx="1716">
                  <c:v>0.10046367851622801</c:v>
                </c:pt>
                <c:pt idx="1717">
                  <c:v>0.10408057851239599</c:v>
                </c:pt>
                <c:pt idx="1718">
                  <c:v>0.141264693960275</c:v>
                </c:pt>
                <c:pt idx="1719">
                  <c:v>0.12677324926818201</c:v>
                </c:pt>
                <c:pt idx="1720">
                  <c:v>0.11158605174353201</c:v>
                </c:pt>
                <c:pt idx="1721">
                  <c:v>0.107913669064748</c:v>
                </c:pt>
                <c:pt idx="1722">
                  <c:v>0.10902255639097699</c:v>
                </c:pt>
                <c:pt idx="1723">
                  <c:v>0.10703363914373</c:v>
                </c:pt>
                <c:pt idx="1724">
                  <c:v>0.12933025404157</c:v>
                </c:pt>
                <c:pt idx="1725">
                  <c:v>0.110957960027567</c:v>
                </c:pt>
                <c:pt idx="1726">
                  <c:v>0.10606060606060599</c:v>
                </c:pt>
                <c:pt idx="1727">
                  <c:v>0.114716349173121</c:v>
                </c:pt>
                <c:pt idx="1728">
                  <c:v>0.11070336391437299</c:v>
                </c:pt>
                <c:pt idx="1729">
                  <c:v>0.11360301823516999</c:v>
                </c:pt>
                <c:pt idx="1730">
                  <c:v>0.10595065312046401</c:v>
                </c:pt>
                <c:pt idx="1731">
                  <c:v>0.108559498956158</c:v>
                </c:pt>
                <c:pt idx="1732">
                  <c:v>0.110018068660911</c:v>
                </c:pt>
                <c:pt idx="1733">
                  <c:v>0.107259380097879</c:v>
                </c:pt>
                <c:pt idx="1734">
                  <c:v>0.103623898139079</c:v>
                </c:pt>
                <c:pt idx="1735">
                  <c:v>0.108155255124291</c:v>
                </c:pt>
                <c:pt idx="1736">
                  <c:v>0.109826589595375</c:v>
                </c:pt>
                <c:pt idx="1737">
                  <c:v>0.113329040566645</c:v>
                </c:pt>
                <c:pt idx="1738">
                  <c:v>0.13308625336927199</c:v>
                </c:pt>
                <c:pt idx="1739">
                  <c:v>0.12569728523614701</c:v>
                </c:pt>
                <c:pt idx="1740">
                  <c:v>0.119469026548672</c:v>
                </c:pt>
                <c:pt idx="1741">
                  <c:v>0.115796997855611</c:v>
                </c:pt>
                <c:pt idx="1742">
                  <c:v>0.117364447494852</c:v>
                </c:pt>
                <c:pt idx="1743">
                  <c:v>0.115547624358688</c:v>
                </c:pt>
                <c:pt idx="1744">
                  <c:v>0.13771452490581801</c:v>
                </c:pt>
                <c:pt idx="1745">
                  <c:v>0.118236472945891</c:v>
                </c:pt>
                <c:pt idx="1746">
                  <c:v>0.11893617021276499</c:v>
                </c:pt>
                <c:pt idx="1747">
                  <c:v>0.12087912087912001</c:v>
                </c:pt>
                <c:pt idx="1748">
                  <c:v>0.119482835488185</c:v>
                </c:pt>
                <c:pt idx="1749">
                  <c:v>0.12061453795001099</c:v>
                </c:pt>
                <c:pt idx="1750">
                  <c:v>0.11360544217687001</c:v>
                </c:pt>
                <c:pt idx="1751">
                  <c:v>0.11864406779661001</c:v>
                </c:pt>
                <c:pt idx="1752">
                  <c:v>0.120777213512916</c:v>
                </c:pt>
                <c:pt idx="1753">
                  <c:v>0.116294642857142</c:v>
                </c:pt>
                <c:pt idx="1754">
                  <c:v>0.111964171465131</c:v>
                </c:pt>
                <c:pt idx="1755">
                  <c:v>0.11606291706386999</c:v>
                </c:pt>
                <c:pt idx="1756">
                  <c:v>0.117619493908153</c:v>
                </c:pt>
                <c:pt idx="1757">
                  <c:v>0.120948802254579</c:v>
                </c:pt>
                <c:pt idx="1758">
                  <c:v>0.14055424741894501</c:v>
                </c:pt>
                <c:pt idx="1759">
                  <c:v>0.133763094278807</c:v>
                </c:pt>
                <c:pt idx="1760">
                  <c:v>0.113918017159199</c:v>
                </c:pt>
                <c:pt idx="1761">
                  <c:v>0.110340041637751</c:v>
                </c:pt>
                <c:pt idx="1762">
                  <c:v>0.11251664447403401</c:v>
                </c:pt>
                <c:pt idx="1763">
                  <c:v>0.11031797534068701</c:v>
                </c:pt>
                <c:pt idx="1764">
                  <c:v>0.13334694711047501</c:v>
                </c:pt>
                <c:pt idx="1765">
                  <c:v>0.11243322000971299</c:v>
                </c:pt>
                <c:pt idx="1766">
                  <c:v>0.113594040968342</c:v>
                </c:pt>
                <c:pt idx="1767">
                  <c:v>0.118157543391188</c:v>
                </c:pt>
                <c:pt idx="1768">
                  <c:v>0.113729729729729</c:v>
                </c:pt>
                <c:pt idx="1769">
                  <c:v>0.117149220489977</c:v>
                </c:pt>
                <c:pt idx="1770">
                  <c:v>0.108839050131926</c:v>
                </c:pt>
                <c:pt idx="1771">
                  <c:v>0.11325782811459</c:v>
                </c:pt>
                <c:pt idx="1772">
                  <c:v>0.115574650912996</c:v>
                </c:pt>
                <c:pt idx="1773">
                  <c:v>0.110558199913457</c:v>
                </c:pt>
                <c:pt idx="1774">
                  <c:v>0.106802156781418</c:v>
                </c:pt>
                <c:pt idx="1775">
                  <c:v>0.11059694585839799</c:v>
                </c:pt>
                <c:pt idx="1776">
                  <c:v>0.11288120163859799</c:v>
                </c:pt>
                <c:pt idx="1777">
                  <c:v>0.11686829490983699</c:v>
                </c:pt>
                <c:pt idx="1778">
                  <c:v>0.137066666666666</c:v>
                </c:pt>
                <c:pt idx="1779">
                  <c:v>0.12980106362024799</c:v>
                </c:pt>
                <c:pt idx="1780">
                  <c:v>0.118081180811808</c:v>
                </c:pt>
                <c:pt idx="1781">
                  <c:v>0.114449213161659</c:v>
                </c:pt>
                <c:pt idx="1782">
                  <c:v>0.116582684379294</c:v>
                </c:pt>
                <c:pt idx="1783">
                  <c:v>0.114285714285714</c:v>
                </c:pt>
                <c:pt idx="1784">
                  <c:v>0.136716292723841</c:v>
                </c:pt>
                <c:pt idx="1785">
                  <c:v>0.11682125846076701</c:v>
                </c:pt>
                <c:pt idx="1786">
                  <c:v>0.117333901192504</c:v>
                </c:pt>
                <c:pt idx="1787">
                  <c:v>0.12061453795001099</c:v>
                </c:pt>
                <c:pt idx="1788">
                  <c:v>0.11797502230151601</c:v>
                </c:pt>
                <c:pt idx="1789">
                  <c:v>0.119834710743801</c:v>
                </c:pt>
                <c:pt idx="1790">
                  <c:v>0.112826333711691</c:v>
                </c:pt>
                <c:pt idx="1791">
                  <c:v>0.11786287548727301</c:v>
                </c:pt>
                <c:pt idx="1792">
                  <c:v>0.119284294234592</c:v>
                </c:pt>
                <c:pt idx="1793">
                  <c:v>0.114783385439928</c:v>
                </c:pt>
                <c:pt idx="1794">
                  <c:v>0.11066011535996501</c:v>
                </c:pt>
                <c:pt idx="1795">
                  <c:v>0.114715001192463</c:v>
                </c:pt>
                <c:pt idx="1796">
                  <c:v>0.116819141449683</c:v>
                </c:pt>
                <c:pt idx="1797">
                  <c:v>0.12041392285983001</c:v>
                </c:pt>
                <c:pt idx="1798">
                  <c:v>0.13984743915728201</c:v>
                </c:pt>
                <c:pt idx="1799">
                  <c:v>0.132956152758132</c:v>
                </c:pt>
                <c:pt idx="1800">
                  <c:v>0.103090294543698</c:v>
                </c:pt>
                <c:pt idx="1801">
                  <c:v>9.9789177793394204E-2</c:v>
                </c:pt>
                <c:pt idx="1802">
                  <c:v>0.10139388489208601</c:v>
                </c:pt>
                <c:pt idx="1803">
                  <c:v>0.10041657531243101</c:v>
                </c:pt>
                <c:pt idx="1804">
                  <c:v>0.127020306672192</c:v>
                </c:pt>
                <c:pt idx="1805">
                  <c:v>0.101845018450184</c:v>
                </c:pt>
                <c:pt idx="1806">
                  <c:v>0.104468219005663</c:v>
                </c:pt>
                <c:pt idx="1807">
                  <c:v>0.107827656214752</c:v>
                </c:pt>
                <c:pt idx="1808">
                  <c:v>0.10502082876562099</c:v>
                </c:pt>
                <c:pt idx="1809">
                  <c:v>0.10729613733905501</c:v>
                </c:pt>
                <c:pt idx="1810">
                  <c:v>9.8751671868033797E-2</c:v>
                </c:pt>
                <c:pt idx="1811">
                  <c:v>0.102137232845894</c:v>
                </c:pt>
                <c:pt idx="1812">
                  <c:v>0.104266434479756</c:v>
                </c:pt>
                <c:pt idx="1813">
                  <c:v>0.101382488479262</c:v>
                </c:pt>
                <c:pt idx="1814">
                  <c:v>9.7899159663865504E-2</c:v>
                </c:pt>
                <c:pt idx="1815">
                  <c:v>0.100046860356138</c:v>
                </c:pt>
                <c:pt idx="1816">
                  <c:v>0.102097257432588</c:v>
                </c:pt>
                <c:pt idx="1817">
                  <c:v>0.105591497227356</c:v>
                </c:pt>
                <c:pt idx="1818">
                  <c:v>0.13529624277456601</c:v>
                </c:pt>
                <c:pt idx="1819">
                  <c:v>0.12365161805833</c:v>
                </c:pt>
                <c:pt idx="1820">
                  <c:v>0.10861606053209601</c:v>
                </c:pt>
                <c:pt idx="1821">
                  <c:v>0.105039034776437</c:v>
                </c:pt>
                <c:pt idx="1822">
                  <c:v>0.105263157894736</c:v>
                </c:pt>
                <c:pt idx="1823">
                  <c:v>0.10522817899867</c:v>
                </c:pt>
                <c:pt idx="1824">
                  <c:v>0.13181533319406699</c:v>
                </c:pt>
                <c:pt idx="1825">
                  <c:v>0.107738243344115</c:v>
                </c:pt>
                <c:pt idx="1826">
                  <c:v>0.10819949281487699</c:v>
                </c:pt>
                <c:pt idx="1827">
                  <c:v>0.113289263733758</c:v>
                </c:pt>
                <c:pt idx="1828">
                  <c:v>0.109880372175454</c:v>
                </c:pt>
                <c:pt idx="1829">
                  <c:v>0.112759643916913</c:v>
                </c:pt>
                <c:pt idx="1830">
                  <c:v>0.10362694300518099</c:v>
                </c:pt>
                <c:pt idx="1831">
                  <c:v>0.106518282988871</c:v>
                </c:pt>
                <c:pt idx="1832">
                  <c:v>0.108338804990151</c:v>
                </c:pt>
                <c:pt idx="1833">
                  <c:v>0.105963201064065</c:v>
                </c:pt>
                <c:pt idx="1834">
                  <c:v>0.10248249522597</c:v>
                </c:pt>
                <c:pt idx="1835">
                  <c:v>0.105300520586843</c:v>
                </c:pt>
                <c:pt idx="1836">
                  <c:v>0.107026523964634</c:v>
                </c:pt>
                <c:pt idx="1837">
                  <c:v>0.110825944937004</c:v>
                </c:pt>
                <c:pt idx="1838">
                  <c:v>0.138682156471228</c:v>
                </c:pt>
                <c:pt idx="1839">
                  <c:v>0.12824642641433401</c:v>
                </c:pt>
                <c:pt idx="1840">
                  <c:v>0.117881415514412</c:v>
                </c:pt>
                <c:pt idx="1841">
                  <c:v>0.11370328425821</c:v>
                </c:pt>
                <c:pt idx="1842">
                  <c:v>0.11482526589971701</c:v>
                </c:pt>
                <c:pt idx="1843">
                  <c:v>0.112923728813559</c:v>
                </c:pt>
                <c:pt idx="1844">
                  <c:v>0.13394276629570701</c:v>
                </c:pt>
                <c:pt idx="1845">
                  <c:v>0.117802303262955</c:v>
                </c:pt>
                <c:pt idx="1846">
                  <c:v>0.115392374420012</c:v>
                </c:pt>
                <c:pt idx="1847">
                  <c:v>0.12092214006089599</c:v>
                </c:pt>
                <c:pt idx="1848">
                  <c:v>0.117285259809119</c:v>
                </c:pt>
                <c:pt idx="1849">
                  <c:v>0.120340091563113</c:v>
                </c:pt>
                <c:pt idx="1850">
                  <c:v>0.11190168175937899</c:v>
                </c:pt>
                <c:pt idx="1851">
                  <c:v>0.115309446254071</c:v>
                </c:pt>
                <c:pt idx="1852">
                  <c:v>0.113382899628252</c:v>
                </c:pt>
                <c:pt idx="1853">
                  <c:v>0.113631545473818</c:v>
                </c:pt>
                <c:pt idx="1854">
                  <c:v>0.109731270358306</c:v>
                </c:pt>
                <c:pt idx="1855">
                  <c:v>0.113955595831445</c:v>
                </c:pt>
                <c:pt idx="1856">
                  <c:v>0.115333333333333</c:v>
                </c:pt>
                <c:pt idx="1857">
                  <c:v>0.119233340762201</c:v>
                </c:pt>
                <c:pt idx="1858">
                  <c:v>0.13432320441988899</c:v>
                </c:pt>
                <c:pt idx="1859">
                  <c:v>0.13054329045882099</c:v>
                </c:pt>
                <c:pt idx="1860">
                  <c:v>0.108602661596958</c:v>
                </c:pt>
                <c:pt idx="1861">
                  <c:v>0.10511756569847799</c:v>
                </c:pt>
                <c:pt idx="1862">
                  <c:v>0.106834771068347</c:v>
                </c:pt>
                <c:pt idx="1863">
                  <c:v>0.104718810601163</c:v>
                </c:pt>
                <c:pt idx="1864">
                  <c:v>0.12942612942612899</c:v>
                </c:pt>
                <c:pt idx="1865">
                  <c:v>0.107558139534883</c:v>
                </c:pt>
                <c:pt idx="1866">
                  <c:v>0.107996702390766</c:v>
                </c:pt>
                <c:pt idx="1867">
                  <c:v>0.11293543376969099</c:v>
                </c:pt>
                <c:pt idx="1868">
                  <c:v>0.108597285067873</c:v>
                </c:pt>
                <c:pt idx="1869">
                  <c:v>0.111925383077948</c:v>
                </c:pt>
                <c:pt idx="1870">
                  <c:v>0.10370532777899499</c:v>
                </c:pt>
                <c:pt idx="1871">
                  <c:v>0.10732462934277399</c:v>
                </c:pt>
                <c:pt idx="1872">
                  <c:v>0.109044259140474</c:v>
                </c:pt>
                <c:pt idx="1873">
                  <c:v>0.10495689655172399</c:v>
                </c:pt>
                <c:pt idx="1874">
                  <c:v>0.101446280991735</c:v>
                </c:pt>
                <c:pt idx="1875">
                  <c:v>0.105372377219276</c:v>
                </c:pt>
                <c:pt idx="1876">
                  <c:v>0.10723192019950099</c:v>
                </c:pt>
                <c:pt idx="1877">
                  <c:v>0.11118690313778901</c:v>
                </c:pt>
                <c:pt idx="1878">
                  <c:v>0.135178286322511</c:v>
                </c:pt>
                <c:pt idx="1879">
                  <c:v>0.12603062426383899</c:v>
                </c:pt>
                <c:pt idx="1880">
                  <c:v>0.104119511090991</c:v>
                </c:pt>
                <c:pt idx="1881">
                  <c:v>0.100856954515491</c:v>
                </c:pt>
                <c:pt idx="1882">
                  <c:v>0.103090601185436</c:v>
                </c:pt>
                <c:pt idx="1883">
                  <c:v>0.101281521289789</c:v>
                </c:pt>
                <c:pt idx="1884">
                  <c:v>0.12544100352802801</c:v>
                </c:pt>
                <c:pt idx="1885">
                  <c:v>0.10293099469189899</c:v>
                </c:pt>
                <c:pt idx="1886">
                  <c:v>0.104418466415692</c:v>
                </c:pt>
                <c:pt idx="1887">
                  <c:v>0.108778625954198</c:v>
                </c:pt>
                <c:pt idx="1888">
                  <c:v>0.10500206696982201</c:v>
                </c:pt>
                <c:pt idx="1889">
                  <c:v>0.10794730131746701</c:v>
                </c:pt>
                <c:pt idx="1890">
                  <c:v>9.9958000839983199E-2</c:v>
                </c:pt>
                <c:pt idx="1891">
                  <c:v>0.10355781448538701</c:v>
                </c:pt>
                <c:pt idx="1892">
                  <c:v>0.10452322738386299</c:v>
                </c:pt>
                <c:pt idx="1893">
                  <c:v>0.101509199917304</c:v>
                </c:pt>
                <c:pt idx="1894">
                  <c:v>9.8272781417510405E-2</c:v>
                </c:pt>
                <c:pt idx="1895">
                  <c:v>0.101098901098901</c:v>
                </c:pt>
                <c:pt idx="1896">
                  <c:v>0.10304601425793899</c:v>
                </c:pt>
                <c:pt idx="1897">
                  <c:v>0.10656270305393099</c:v>
                </c:pt>
                <c:pt idx="1898">
                  <c:v>0.13098712446351901</c:v>
                </c:pt>
                <c:pt idx="1899">
                  <c:v>0.12230215827338101</c:v>
                </c:pt>
                <c:pt idx="1900">
                  <c:v>0.103042700076706</c:v>
                </c:pt>
                <c:pt idx="1901">
                  <c:v>9.9628252788103999E-2</c:v>
                </c:pt>
                <c:pt idx="1902">
                  <c:v>0.100452273268269</c:v>
                </c:pt>
                <c:pt idx="1903">
                  <c:v>0.101256983240223</c:v>
                </c:pt>
                <c:pt idx="1904">
                  <c:v>0.13076923076923</c:v>
                </c:pt>
                <c:pt idx="1905">
                  <c:v>0.10184943995832201</c:v>
                </c:pt>
                <c:pt idx="1906">
                  <c:v>0.105895439377085</c:v>
                </c:pt>
                <c:pt idx="1907">
                  <c:v>0.109648072779506</c:v>
                </c:pt>
                <c:pt idx="1908">
                  <c:v>0.106477166821994</c:v>
                </c:pt>
                <c:pt idx="1909">
                  <c:v>0.10882070949185001</c:v>
                </c:pt>
                <c:pt idx="1910">
                  <c:v>9.9361249112845995E-2</c:v>
                </c:pt>
                <c:pt idx="1911">
                  <c:v>0.102288984263233</c:v>
                </c:pt>
                <c:pt idx="1912">
                  <c:v>0.105445316105214</c:v>
                </c:pt>
                <c:pt idx="1913">
                  <c:v>0.10228331780055901</c:v>
                </c:pt>
                <c:pt idx="1914">
                  <c:v>9.8996655518394594E-2</c:v>
                </c:pt>
                <c:pt idx="1915">
                  <c:v>9.9628252788103999E-2</c:v>
                </c:pt>
                <c:pt idx="1916">
                  <c:v>0.102220053671627</c:v>
                </c:pt>
                <c:pt idx="1917">
                  <c:v>0.10673194614443</c:v>
                </c:pt>
                <c:pt idx="1918">
                  <c:v>0.14024041213508801</c:v>
                </c:pt>
                <c:pt idx="1919">
                  <c:v>0.127222692633361</c:v>
                </c:pt>
                <c:pt idx="1920">
                  <c:v>0.108318673033425</c:v>
                </c:pt>
                <c:pt idx="1921">
                  <c:v>0.104724792985874</c:v>
                </c:pt>
                <c:pt idx="1922">
                  <c:v>0.105706267539756</c:v>
                </c:pt>
                <c:pt idx="1923">
                  <c:v>0.106057142857142</c:v>
                </c:pt>
                <c:pt idx="1924">
                  <c:v>0.13436692506459899</c:v>
                </c:pt>
                <c:pt idx="1925">
                  <c:v>0.10704225352112599</c:v>
                </c:pt>
                <c:pt idx="1926">
                  <c:v>0.11035986913849501</c:v>
                </c:pt>
                <c:pt idx="1927">
                  <c:v>0.114245416078984</c:v>
                </c:pt>
                <c:pt idx="1928">
                  <c:v>0.111441647597254</c:v>
                </c:pt>
                <c:pt idx="1929">
                  <c:v>0.113700564971751</c:v>
                </c:pt>
                <c:pt idx="1930">
                  <c:v>0.10408921933085501</c:v>
                </c:pt>
                <c:pt idx="1931">
                  <c:v>0.107519325368938</c:v>
                </c:pt>
                <c:pt idx="1932">
                  <c:v>0.11058344640434099</c:v>
                </c:pt>
                <c:pt idx="1933">
                  <c:v>0.10706932052161899</c:v>
                </c:pt>
                <c:pt idx="1934">
                  <c:v>0.103501094091903</c:v>
                </c:pt>
                <c:pt idx="1935">
                  <c:v>0.104724792985874</c:v>
                </c:pt>
                <c:pt idx="1936">
                  <c:v>0.106851940584571</c:v>
                </c:pt>
                <c:pt idx="1937">
                  <c:v>0.111298076923076</c:v>
                </c:pt>
                <c:pt idx="1938">
                  <c:v>0.14216327293106601</c:v>
                </c:pt>
                <c:pt idx="1939">
                  <c:v>0.130362694300518</c:v>
                </c:pt>
                <c:pt idx="1940">
                  <c:v>0.11495704901465301</c:v>
                </c:pt>
                <c:pt idx="1941">
                  <c:v>0.111410381978452</c:v>
                </c:pt>
                <c:pt idx="1942">
                  <c:v>0.11265286923800499</c:v>
                </c:pt>
                <c:pt idx="1943">
                  <c:v>0.11182548794489</c:v>
                </c:pt>
                <c:pt idx="1944">
                  <c:v>0.13746223564954599</c:v>
                </c:pt>
                <c:pt idx="1945">
                  <c:v>0.113800205973223</c:v>
                </c:pt>
                <c:pt idx="1946">
                  <c:v>0.115637319316688</c:v>
                </c:pt>
                <c:pt idx="1947">
                  <c:v>0.119159981123171</c:v>
                </c:pt>
                <c:pt idx="1948">
                  <c:v>0.116984601241094</c:v>
                </c:pt>
                <c:pt idx="1949">
                  <c:v>0.118884424485937</c:v>
                </c:pt>
                <c:pt idx="1950">
                  <c:v>0.10968494749124801</c:v>
                </c:pt>
                <c:pt idx="1951">
                  <c:v>0.11396279726866</c:v>
                </c:pt>
                <c:pt idx="1952">
                  <c:v>0.116310767832803</c:v>
                </c:pt>
                <c:pt idx="1953">
                  <c:v>0.112847621236497</c:v>
                </c:pt>
                <c:pt idx="1954">
                  <c:v>0.108767303889255</c:v>
                </c:pt>
                <c:pt idx="1955">
                  <c:v>0.111682586333578</c:v>
                </c:pt>
                <c:pt idx="1956">
                  <c:v>0.11317120154105401</c:v>
                </c:pt>
                <c:pt idx="1957">
                  <c:v>0.116851762433606</c:v>
                </c:pt>
                <c:pt idx="1958">
                  <c:v>0.14293721973094101</c:v>
                </c:pt>
                <c:pt idx="1959">
                  <c:v>0.133568757789779</c:v>
                </c:pt>
                <c:pt idx="1960">
                  <c:v>0.14486424909815801</c:v>
                </c:pt>
                <c:pt idx="1961">
                  <c:v>0.14048672566371601</c:v>
                </c:pt>
                <c:pt idx="1962">
                  <c:v>0.13882978723404199</c:v>
                </c:pt>
                <c:pt idx="1963">
                  <c:v>0.133772309824987</c:v>
                </c:pt>
                <c:pt idx="1964">
                  <c:v>0.127360774818401</c:v>
                </c:pt>
                <c:pt idx="1965">
                  <c:v>0.14733359283767999</c:v>
                </c:pt>
                <c:pt idx="1966">
                  <c:v>0.13304506901712901</c:v>
                </c:pt>
                <c:pt idx="1967">
                  <c:v>0.13783974585245301</c:v>
                </c:pt>
                <c:pt idx="1968">
                  <c:v>0.133425509851365</c:v>
                </c:pt>
                <c:pt idx="1969">
                  <c:v>0.13734513274336199</c:v>
                </c:pt>
                <c:pt idx="1970">
                  <c:v>0.13590692755156</c:v>
                </c:pt>
                <c:pt idx="1971">
                  <c:v>0.13943587014369299</c:v>
                </c:pt>
                <c:pt idx="1972">
                  <c:v>0.13136233831681501</c:v>
                </c:pt>
                <c:pt idx="1973">
                  <c:v>0.133772309824987</c:v>
                </c:pt>
                <c:pt idx="1974">
                  <c:v>0.12945905208507699</c:v>
                </c:pt>
                <c:pt idx="1975">
                  <c:v>0.140697031163562</c:v>
                </c:pt>
                <c:pt idx="1976">
                  <c:v>0.13970721127778701</c:v>
                </c:pt>
                <c:pt idx="1977">
                  <c:v>0.14045553145336201</c:v>
                </c:pt>
                <c:pt idx="1978">
                  <c:v>0.116090482287665</c:v>
                </c:pt>
                <c:pt idx="1979">
                  <c:v>0.1241768579492</c:v>
                </c:pt>
                <c:pt idx="1980">
                  <c:v>0.138329764453961</c:v>
                </c:pt>
                <c:pt idx="1981">
                  <c:v>0.13387297633872899</c:v>
                </c:pt>
                <c:pt idx="1982">
                  <c:v>0.13367916999201901</c:v>
                </c:pt>
                <c:pt idx="1983">
                  <c:v>0.12937743190661399</c:v>
                </c:pt>
                <c:pt idx="1984">
                  <c:v>0.128460285869368</c:v>
                </c:pt>
                <c:pt idx="1985">
                  <c:v>0.140131578947368</c:v>
                </c:pt>
                <c:pt idx="1986">
                  <c:v>0.130661696178937</c:v>
                </c:pt>
                <c:pt idx="1987">
                  <c:v>0.13461920859017601</c:v>
                </c:pt>
                <c:pt idx="1988">
                  <c:v>0.13002134678827801</c:v>
                </c:pt>
                <c:pt idx="1989">
                  <c:v>0.13382528919026701</c:v>
                </c:pt>
                <c:pt idx="1990">
                  <c:v>0.130271233419124</c:v>
                </c:pt>
                <c:pt idx="1991">
                  <c:v>0.135037954454654</c:v>
                </c:pt>
                <c:pt idx="1992">
                  <c:v>0.13041825095057</c:v>
                </c:pt>
                <c:pt idx="1993">
                  <c:v>0.12981704943557801</c:v>
                </c:pt>
                <c:pt idx="1994">
                  <c:v>0.12570251030348401</c:v>
                </c:pt>
                <c:pt idx="1995">
                  <c:v>0.13410836620302999</c:v>
                </c:pt>
                <c:pt idx="1996">
                  <c:v>0.13384865744507701</c:v>
                </c:pt>
                <c:pt idx="1997">
                  <c:v>0.13561392791692101</c:v>
                </c:pt>
                <c:pt idx="1998">
                  <c:v>0.12565445026177999</c:v>
                </c:pt>
                <c:pt idx="1999">
                  <c:v>0.124081204060203</c:v>
                </c:pt>
                <c:pt idx="2000">
                  <c:v>4.0891058895330998E-2</c:v>
                </c:pt>
                <c:pt idx="2001">
                  <c:v>3.9384068700029598E-2</c:v>
                </c:pt>
                <c:pt idx="2002">
                  <c:v>4.5039908779931498E-2</c:v>
                </c:pt>
                <c:pt idx="2003">
                  <c:v>4.6783625730994101E-2</c:v>
                </c:pt>
                <c:pt idx="2004">
                  <c:v>0.10568454763811</c:v>
                </c:pt>
                <c:pt idx="2005">
                  <c:v>3.7496126433219701E-2</c:v>
                </c:pt>
                <c:pt idx="2006">
                  <c:v>5.5643879173290903E-2</c:v>
                </c:pt>
                <c:pt idx="2007">
                  <c:v>5.3356282271944902E-2</c:v>
                </c:pt>
                <c:pt idx="2008">
                  <c:v>5.19262981574539E-2</c:v>
                </c:pt>
                <c:pt idx="2009">
                  <c:v>5.2495697074010299E-2</c:v>
                </c:pt>
                <c:pt idx="2010">
                  <c:v>4.2480883602378901E-2</c:v>
                </c:pt>
                <c:pt idx="2011">
                  <c:v>4.5934379457917202E-2</c:v>
                </c:pt>
                <c:pt idx="2012">
                  <c:v>5.0583657587548597E-2</c:v>
                </c:pt>
                <c:pt idx="2013">
                  <c:v>4.76588628762541E-2</c:v>
                </c:pt>
                <c:pt idx="2014">
                  <c:v>4.6010638297872303E-2</c:v>
                </c:pt>
                <c:pt idx="2015">
                  <c:v>0.04</c:v>
                </c:pt>
                <c:pt idx="2016">
                  <c:v>4.4087591240875898E-2</c:v>
                </c:pt>
                <c:pt idx="2017">
                  <c:v>4.8330404217926101E-2</c:v>
                </c:pt>
                <c:pt idx="2018">
                  <c:v>0.130136986301369</c:v>
                </c:pt>
                <c:pt idx="2019">
                  <c:v>0.100102145045965</c:v>
                </c:pt>
                <c:pt idx="2020">
                  <c:v>3.9454167902699497E-2</c:v>
                </c:pt>
                <c:pt idx="2021">
                  <c:v>3.8029386343992999E-2</c:v>
                </c:pt>
                <c:pt idx="2022">
                  <c:v>4.3442169341449899E-2</c:v>
                </c:pt>
                <c:pt idx="2023">
                  <c:v>4.5062061521856399E-2</c:v>
                </c:pt>
                <c:pt idx="2024">
                  <c:v>0.10180412371134</c:v>
                </c:pt>
                <c:pt idx="2025">
                  <c:v>3.6166365280289298E-2</c:v>
                </c:pt>
                <c:pt idx="2026">
                  <c:v>5.3617239610056398E-2</c:v>
                </c:pt>
                <c:pt idx="2027">
                  <c:v>5.1796157059314903E-2</c:v>
                </c:pt>
                <c:pt idx="2028">
                  <c:v>4.9959492303537599E-2</c:v>
                </c:pt>
                <c:pt idx="2029">
                  <c:v>5.0960735171261401E-2</c:v>
                </c:pt>
                <c:pt idx="2030">
                  <c:v>4.0900356848750999E-2</c:v>
                </c:pt>
                <c:pt idx="2031">
                  <c:v>4.43090556632511E-2</c:v>
                </c:pt>
                <c:pt idx="2032">
                  <c:v>4.8708288482238897E-2</c:v>
                </c:pt>
                <c:pt idx="2033">
                  <c:v>4.59087226573048E-2</c:v>
                </c:pt>
                <c:pt idx="2034">
                  <c:v>4.4181864885692201E-2</c:v>
                </c:pt>
                <c:pt idx="2035">
                  <c:v>3.8627846641683401E-2</c:v>
                </c:pt>
                <c:pt idx="2036">
                  <c:v>4.2589437819420699E-2</c:v>
                </c:pt>
                <c:pt idx="2037">
                  <c:v>4.7008547008547001E-2</c:v>
                </c:pt>
                <c:pt idx="2038">
                  <c:v>0.12557934230854101</c:v>
                </c:pt>
                <c:pt idx="2039">
                  <c:v>9.6281704013789701E-2</c:v>
                </c:pt>
                <c:pt idx="2040">
                  <c:v>4.5337895637296802E-2</c:v>
                </c:pt>
                <c:pt idx="2041">
                  <c:v>4.3730971491834997E-2</c:v>
                </c:pt>
                <c:pt idx="2042">
                  <c:v>4.6825396825396798E-2</c:v>
                </c:pt>
                <c:pt idx="2043">
                  <c:v>4.9226804123711297E-2</c:v>
                </c:pt>
                <c:pt idx="2044">
                  <c:v>0.105340881122323</c:v>
                </c:pt>
                <c:pt idx="2045">
                  <c:v>4.2343387470997598E-2</c:v>
                </c:pt>
                <c:pt idx="2046">
                  <c:v>5.7527539779681697E-2</c:v>
                </c:pt>
                <c:pt idx="2047">
                  <c:v>5.6236673773987202E-2</c:v>
                </c:pt>
                <c:pt idx="2048">
                  <c:v>5.4639175257731903E-2</c:v>
                </c:pt>
                <c:pt idx="2049">
                  <c:v>5.6000000000000001E-2</c:v>
                </c:pt>
                <c:pt idx="2050">
                  <c:v>4.56692913385826E-2</c:v>
                </c:pt>
                <c:pt idx="2051">
                  <c:v>4.8489666136724903E-2</c:v>
                </c:pt>
                <c:pt idx="2052">
                  <c:v>5.3929121725731798E-2</c:v>
                </c:pt>
                <c:pt idx="2053">
                  <c:v>5.0038689708537497E-2</c:v>
                </c:pt>
                <c:pt idx="2054">
                  <c:v>4.8565121412803502E-2</c:v>
                </c:pt>
                <c:pt idx="2055">
                  <c:v>4.4019933554817203E-2</c:v>
                </c:pt>
                <c:pt idx="2056">
                  <c:v>4.7385620915032602E-2</c:v>
                </c:pt>
                <c:pt idx="2057">
                  <c:v>5.1639344262295002E-2</c:v>
                </c:pt>
                <c:pt idx="2058">
                  <c:v>0.126582278481012</c:v>
                </c:pt>
                <c:pt idx="2059">
                  <c:v>9.9247412982125999E-2</c:v>
                </c:pt>
                <c:pt idx="2060">
                  <c:v>4.8243167875069701E-2</c:v>
                </c:pt>
                <c:pt idx="2061">
                  <c:v>4.6587215601300101E-2</c:v>
                </c:pt>
                <c:pt idx="2062">
                  <c:v>5.1514367072223601E-2</c:v>
                </c:pt>
                <c:pt idx="2063">
                  <c:v>5.0979407332998397E-2</c:v>
                </c:pt>
                <c:pt idx="2064">
                  <c:v>0.10704835217705</c:v>
                </c:pt>
                <c:pt idx="2065">
                  <c:v>4.5106382978723401E-2</c:v>
                </c:pt>
                <c:pt idx="2066">
                  <c:v>6.0090974383528797E-2</c:v>
                </c:pt>
                <c:pt idx="2067">
                  <c:v>5.9099192918510797E-2</c:v>
                </c:pt>
                <c:pt idx="2068">
                  <c:v>5.7049509927117298E-2</c:v>
                </c:pt>
                <c:pt idx="2069">
                  <c:v>5.8042686100988998E-2</c:v>
                </c:pt>
                <c:pt idx="2070">
                  <c:v>4.8387096774193498E-2</c:v>
                </c:pt>
                <c:pt idx="2071">
                  <c:v>5.2331606217616497E-2</c:v>
                </c:pt>
                <c:pt idx="2072">
                  <c:v>5.7315233785821998E-2</c:v>
                </c:pt>
                <c:pt idx="2073">
                  <c:v>5.2036199095022599E-2</c:v>
                </c:pt>
                <c:pt idx="2074">
                  <c:v>5.0754129758199602E-2</c:v>
                </c:pt>
                <c:pt idx="2075">
                  <c:v>4.6870766729883502E-2</c:v>
                </c:pt>
                <c:pt idx="2076">
                  <c:v>5.0359712230215799E-2</c:v>
                </c:pt>
                <c:pt idx="2077">
                  <c:v>5.48128342245989E-2</c:v>
                </c:pt>
                <c:pt idx="2078">
                  <c:v>0.12686258278145601</c:v>
                </c:pt>
                <c:pt idx="2079">
                  <c:v>0.101012425218591</c:v>
                </c:pt>
                <c:pt idx="2080">
                  <c:v>0.110576923076923</c:v>
                </c:pt>
                <c:pt idx="2081">
                  <c:v>0.106690777576853</c:v>
                </c:pt>
                <c:pt idx="2082">
                  <c:v>0.111385527290689</c:v>
                </c:pt>
                <c:pt idx="2083">
                  <c:v>0.110576923076923</c:v>
                </c:pt>
                <c:pt idx="2084">
                  <c:v>0.14360135900339699</c:v>
                </c:pt>
                <c:pt idx="2085">
                  <c:v>0.10642351660315701</c:v>
                </c:pt>
                <c:pt idx="2086">
                  <c:v>0.114971428571428</c:v>
                </c:pt>
                <c:pt idx="2087">
                  <c:v>0.121551081282624</c:v>
                </c:pt>
                <c:pt idx="2088">
                  <c:v>0.11643011787346599</c:v>
                </c:pt>
                <c:pt idx="2089">
                  <c:v>0.120149253731343</c:v>
                </c:pt>
                <c:pt idx="2090">
                  <c:v>0.10738747553816</c:v>
                </c:pt>
                <c:pt idx="2091">
                  <c:v>0.11303487509275199</c:v>
                </c:pt>
                <c:pt idx="2092">
                  <c:v>0.12016244624940201</c:v>
                </c:pt>
                <c:pt idx="2093">
                  <c:v>0.111645813282001</c:v>
                </c:pt>
                <c:pt idx="2094">
                  <c:v>0.107438016528925</c:v>
                </c:pt>
                <c:pt idx="2095">
                  <c:v>0.10726285861979799</c:v>
                </c:pt>
                <c:pt idx="2096">
                  <c:v>0.111760223520447</c:v>
                </c:pt>
                <c:pt idx="2097">
                  <c:v>0.11791730474732</c:v>
                </c:pt>
                <c:pt idx="2098">
                  <c:v>0.14827787507297099</c:v>
                </c:pt>
                <c:pt idx="2099">
                  <c:v>0.13962099760400701</c:v>
                </c:pt>
                <c:pt idx="2100">
                  <c:v>3.6853515020129998E-2</c:v>
                </c:pt>
                <c:pt idx="2101">
                  <c:v>3.5478051713770199E-2</c:v>
                </c:pt>
                <c:pt idx="2102">
                  <c:v>4.0834057341442201E-2</c:v>
                </c:pt>
                <c:pt idx="2103">
                  <c:v>4.3035107587768899E-2</c:v>
                </c:pt>
                <c:pt idx="2104">
                  <c:v>0.100842620277249</c:v>
                </c:pt>
                <c:pt idx="2105">
                  <c:v>3.0397994359135001E-2</c:v>
                </c:pt>
                <c:pt idx="2106">
                  <c:v>5.2389954091277301E-2</c:v>
                </c:pt>
                <c:pt idx="2107">
                  <c:v>4.92567764500145E-2</c:v>
                </c:pt>
                <c:pt idx="2108">
                  <c:v>4.7659574468085102E-2</c:v>
                </c:pt>
                <c:pt idx="2109">
                  <c:v>4.8382395802972801E-2</c:v>
                </c:pt>
                <c:pt idx="2110">
                  <c:v>3.8561151079136602E-2</c:v>
                </c:pt>
                <c:pt idx="2111">
                  <c:v>4.1437264560996799E-2</c:v>
                </c:pt>
                <c:pt idx="2112">
                  <c:v>4.6175637393767698E-2</c:v>
                </c:pt>
                <c:pt idx="2113">
                  <c:v>4.3626062322946101E-2</c:v>
                </c:pt>
                <c:pt idx="2114">
                  <c:v>4.2207792207792201E-2</c:v>
                </c:pt>
                <c:pt idx="2115">
                  <c:v>3.6101083032490898E-2</c:v>
                </c:pt>
                <c:pt idx="2116">
                  <c:v>4.0035587188612103E-2</c:v>
                </c:pt>
                <c:pt idx="2117">
                  <c:v>4.4332044034513497E-2</c:v>
                </c:pt>
                <c:pt idx="2118">
                  <c:v>0.12736179146256099</c:v>
                </c:pt>
                <c:pt idx="2119">
                  <c:v>9.5808383233532898E-2</c:v>
                </c:pt>
                <c:pt idx="2120">
                  <c:v>5.6393963463065903E-2</c:v>
                </c:pt>
                <c:pt idx="2121">
                  <c:v>5.4428754813863903E-2</c:v>
                </c:pt>
                <c:pt idx="2122">
                  <c:v>5.90831086050502E-2</c:v>
                </c:pt>
                <c:pt idx="2123">
                  <c:v>5.9202673669133399E-2</c:v>
                </c:pt>
                <c:pt idx="2124">
                  <c:v>0.11019849418206699</c:v>
                </c:pt>
                <c:pt idx="2125">
                  <c:v>5.4010261949770398E-2</c:v>
                </c:pt>
                <c:pt idx="2126">
                  <c:v>6.1976928296765398E-2</c:v>
                </c:pt>
                <c:pt idx="2127">
                  <c:v>6.6518847006651796E-2</c:v>
                </c:pt>
                <c:pt idx="2128">
                  <c:v>6.4261825131390296E-2</c:v>
                </c:pt>
                <c:pt idx="2129">
                  <c:v>6.5565688932708893E-2</c:v>
                </c:pt>
                <c:pt idx="2130">
                  <c:v>5.5906660184735002E-2</c:v>
                </c:pt>
                <c:pt idx="2131">
                  <c:v>5.90831086050502E-2</c:v>
                </c:pt>
                <c:pt idx="2132">
                  <c:v>6.3282172373081397E-2</c:v>
                </c:pt>
                <c:pt idx="2133">
                  <c:v>5.9961777353081697E-2</c:v>
                </c:pt>
                <c:pt idx="2134">
                  <c:v>5.7696693272519903E-2</c:v>
                </c:pt>
                <c:pt idx="2135">
                  <c:v>5.4970459799640298E-2</c:v>
                </c:pt>
                <c:pt idx="2136">
                  <c:v>5.8511979823455199E-2</c:v>
                </c:pt>
                <c:pt idx="2137">
                  <c:v>6.2484189223374599E-2</c:v>
                </c:pt>
                <c:pt idx="2138">
                  <c:v>0.126255662792987</c:v>
                </c:pt>
                <c:pt idx="2139">
                  <c:v>0.10457230365346699</c:v>
                </c:pt>
                <c:pt idx="2140">
                  <c:v>5.5475711411324999E-2</c:v>
                </c:pt>
                <c:pt idx="2141">
                  <c:v>5.3850446428571397E-2</c:v>
                </c:pt>
                <c:pt idx="2142">
                  <c:v>5.9342421812349597E-2</c:v>
                </c:pt>
                <c:pt idx="2143">
                  <c:v>5.9786846893683299E-2</c:v>
                </c:pt>
                <c:pt idx="2144">
                  <c:v>0.11847988077496199</c:v>
                </c:pt>
                <c:pt idx="2145">
                  <c:v>5.2016364699006397E-2</c:v>
                </c:pt>
                <c:pt idx="2146">
                  <c:v>6.8361303060217093E-2</c:v>
                </c:pt>
                <c:pt idx="2147">
                  <c:v>6.6075745366639793E-2</c:v>
                </c:pt>
                <c:pt idx="2148">
                  <c:v>6.5799739921976505E-2</c:v>
                </c:pt>
                <c:pt idx="2149">
                  <c:v>6.6129032258064505E-2</c:v>
                </c:pt>
                <c:pt idx="2150">
                  <c:v>5.5555555555555497E-2</c:v>
                </c:pt>
                <c:pt idx="2151">
                  <c:v>6.0760171306209802E-2</c:v>
                </c:pt>
                <c:pt idx="2152">
                  <c:v>6.6701271736309298E-2</c:v>
                </c:pt>
                <c:pt idx="2153">
                  <c:v>6.0889929742388701E-2</c:v>
                </c:pt>
                <c:pt idx="2154">
                  <c:v>5.8518518518518498E-2</c:v>
                </c:pt>
                <c:pt idx="2155">
                  <c:v>5.44388609715242E-2</c:v>
                </c:pt>
                <c:pt idx="2156">
                  <c:v>5.7951112331776897E-2</c:v>
                </c:pt>
                <c:pt idx="2157">
                  <c:v>6.1983471074380098E-2</c:v>
                </c:pt>
                <c:pt idx="2158">
                  <c:v>0.13541004450095301</c:v>
                </c:pt>
                <c:pt idx="2159">
                  <c:v>0.11184834123222701</c:v>
                </c:pt>
                <c:pt idx="2160">
                  <c:v>5.3646269907795398E-2</c:v>
                </c:pt>
                <c:pt idx="2161">
                  <c:v>5.1747493904091002E-2</c:v>
                </c:pt>
                <c:pt idx="2162">
                  <c:v>5.7772020725388597E-2</c:v>
                </c:pt>
                <c:pt idx="2163">
                  <c:v>5.7624559637644603E-2</c:v>
                </c:pt>
                <c:pt idx="2164">
                  <c:v>0.113439306358381</c:v>
                </c:pt>
                <c:pt idx="2165">
                  <c:v>0.05</c:v>
                </c:pt>
                <c:pt idx="2166">
                  <c:v>6.5931431311436098E-2</c:v>
                </c:pt>
                <c:pt idx="2167">
                  <c:v>6.5676309616888195E-2</c:v>
                </c:pt>
                <c:pt idx="2168">
                  <c:v>6.2814070351758705E-2</c:v>
                </c:pt>
                <c:pt idx="2169">
                  <c:v>6.4894448788115705E-2</c:v>
                </c:pt>
                <c:pt idx="2170">
                  <c:v>5.4033290653008902E-2</c:v>
                </c:pt>
                <c:pt idx="2171">
                  <c:v>5.85947627689914E-2</c:v>
                </c:pt>
                <c:pt idx="2172">
                  <c:v>6.4393939393939295E-2</c:v>
                </c:pt>
                <c:pt idx="2173">
                  <c:v>5.8423570888944801E-2</c:v>
                </c:pt>
                <c:pt idx="2174">
                  <c:v>5.6247008137864998E-2</c:v>
                </c:pt>
                <c:pt idx="2175">
                  <c:v>5.2317701274058E-2</c:v>
                </c:pt>
                <c:pt idx="2176">
                  <c:v>5.6563500533617903E-2</c:v>
                </c:pt>
                <c:pt idx="2177">
                  <c:v>6.1044176706827297E-2</c:v>
                </c:pt>
                <c:pt idx="2178">
                  <c:v>0.130119983450558</c:v>
                </c:pt>
                <c:pt idx="2179">
                  <c:v>0.1073732718894</c:v>
                </c:pt>
                <c:pt idx="2180">
                  <c:v>5.4310344827586197E-2</c:v>
                </c:pt>
                <c:pt idx="2181">
                  <c:v>5.2719665271966497E-2</c:v>
                </c:pt>
                <c:pt idx="2182">
                  <c:v>5.8823529411764698E-2</c:v>
                </c:pt>
                <c:pt idx="2183">
                  <c:v>5.87318087318087E-2</c:v>
                </c:pt>
                <c:pt idx="2184">
                  <c:v>0.11707680835197599</c:v>
                </c:pt>
                <c:pt idx="2185">
                  <c:v>5.0832602979842198E-2</c:v>
                </c:pt>
                <c:pt idx="2186">
                  <c:v>6.7407407407407402E-2</c:v>
                </c:pt>
                <c:pt idx="2187">
                  <c:v>6.6129032258064505E-2</c:v>
                </c:pt>
                <c:pt idx="2188">
                  <c:v>6.5019505851755505E-2</c:v>
                </c:pt>
                <c:pt idx="2189">
                  <c:v>6.5322580645161193E-2</c:v>
                </c:pt>
                <c:pt idx="2190">
                  <c:v>5.5041016141836402E-2</c:v>
                </c:pt>
                <c:pt idx="2191">
                  <c:v>6.0240963855421603E-2</c:v>
                </c:pt>
                <c:pt idx="2192">
                  <c:v>6.5922657669348503E-2</c:v>
                </c:pt>
                <c:pt idx="2193">
                  <c:v>5.9833506763787701E-2</c:v>
                </c:pt>
                <c:pt idx="2194">
                  <c:v>5.7863501483679497E-2</c:v>
                </c:pt>
                <c:pt idx="2195">
                  <c:v>5.3307284398548697E-2</c:v>
                </c:pt>
                <c:pt idx="2196">
                  <c:v>5.7417582417582401E-2</c:v>
                </c:pt>
                <c:pt idx="2197">
                  <c:v>6.1742006615214902E-2</c:v>
                </c:pt>
                <c:pt idx="2198">
                  <c:v>0.134154107408193</c:v>
                </c:pt>
                <c:pt idx="2199">
                  <c:v>0.110662550463072</c:v>
                </c:pt>
                <c:pt idx="2200">
                  <c:v>4.3071691697364599E-2</c:v>
                </c:pt>
                <c:pt idx="2201">
                  <c:v>4.15748898678414E-2</c:v>
                </c:pt>
                <c:pt idx="2202">
                  <c:v>4.6879115090861199E-2</c:v>
                </c:pt>
                <c:pt idx="2203">
                  <c:v>4.7850562947799297E-2</c:v>
                </c:pt>
                <c:pt idx="2204">
                  <c:v>0.10352422907488899</c:v>
                </c:pt>
                <c:pt idx="2205">
                  <c:v>3.9757994814174497E-2</c:v>
                </c:pt>
                <c:pt idx="2206">
                  <c:v>5.6029232643118099E-2</c:v>
                </c:pt>
                <c:pt idx="2207">
                  <c:v>5.4290254237288102E-2</c:v>
                </c:pt>
                <c:pt idx="2208">
                  <c:v>5.2914110429447797E-2</c:v>
                </c:pt>
                <c:pt idx="2209">
                  <c:v>5.4054054054054002E-2</c:v>
                </c:pt>
                <c:pt idx="2210">
                  <c:v>4.4021880698098398E-2</c:v>
                </c:pt>
                <c:pt idx="2211">
                  <c:v>4.7706905640484902E-2</c:v>
                </c:pt>
                <c:pt idx="2212">
                  <c:v>5.24967989756722E-2</c:v>
                </c:pt>
                <c:pt idx="2213">
                  <c:v>4.86555697823303E-2</c:v>
                </c:pt>
                <c:pt idx="2214">
                  <c:v>4.69700657094183E-2</c:v>
                </c:pt>
                <c:pt idx="2215">
                  <c:v>4.2148760330578502E-2</c:v>
                </c:pt>
                <c:pt idx="2216">
                  <c:v>4.6095444685466301E-2</c:v>
                </c:pt>
                <c:pt idx="2217">
                  <c:v>4.9755301794453498E-2</c:v>
                </c:pt>
                <c:pt idx="2218">
                  <c:v>0.12515776188472799</c:v>
                </c:pt>
                <c:pt idx="2219">
                  <c:v>9.7800655124005598E-2</c:v>
                </c:pt>
                <c:pt idx="2220">
                  <c:v>4.5934379457917202E-2</c:v>
                </c:pt>
                <c:pt idx="2221">
                  <c:v>4.43090556632511E-2</c:v>
                </c:pt>
                <c:pt idx="2222">
                  <c:v>4.8489666136724903E-2</c:v>
                </c:pt>
                <c:pt idx="2223">
                  <c:v>5.0038689708537497E-2</c:v>
                </c:pt>
                <c:pt idx="2224">
                  <c:v>0.10615763546798</c:v>
                </c:pt>
                <c:pt idx="2225">
                  <c:v>4.2645778938207098E-2</c:v>
                </c:pt>
                <c:pt idx="2226">
                  <c:v>5.7527539779681697E-2</c:v>
                </c:pt>
                <c:pt idx="2227">
                  <c:v>5.7081888503600901E-2</c:v>
                </c:pt>
                <c:pt idx="2228">
                  <c:v>5.5183084063950401E-2</c:v>
                </c:pt>
                <c:pt idx="2229">
                  <c:v>5.6845476381104799E-2</c:v>
                </c:pt>
                <c:pt idx="2230">
                  <c:v>4.6493301812450698E-2</c:v>
                </c:pt>
                <c:pt idx="2231">
                  <c:v>4.93237867939538E-2</c:v>
                </c:pt>
                <c:pt idx="2232">
                  <c:v>5.4470709146968103E-2</c:v>
                </c:pt>
                <c:pt idx="2233">
                  <c:v>5.0580645161290301E-2</c:v>
                </c:pt>
                <c:pt idx="2234">
                  <c:v>4.9079754601226898E-2</c:v>
                </c:pt>
                <c:pt idx="2235">
                  <c:v>4.4598337950138497E-2</c:v>
                </c:pt>
                <c:pt idx="2236">
                  <c:v>4.8242027800490597E-2</c:v>
                </c:pt>
                <c:pt idx="2237">
                  <c:v>5.2502050861361699E-2</c:v>
                </c:pt>
                <c:pt idx="2238">
                  <c:v>0.126582278481012</c:v>
                </c:pt>
                <c:pt idx="2239">
                  <c:v>0.100023534949399</c:v>
                </c:pt>
                <c:pt idx="2240">
                  <c:v>5.0373650705784603E-2</c:v>
                </c:pt>
                <c:pt idx="2241">
                  <c:v>4.8473486877343298E-2</c:v>
                </c:pt>
                <c:pt idx="2242">
                  <c:v>5.3846153846153801E-2</c:v>
                </c:pt>
                <c:pt idx="2243">
                  <c:v>5.39730134932533E-2</c:v>
                </c:pt>
                <c:pt idx="2244">
                  <c:v>0.108571428571428</c:v>
                </c:pt>
                <c:pt idx="2245">
                  <c:v>4.7794117647058799E-2</c:v>
                </c:pt>
                <c:pt idx="2246">
                  <c:v>6.1243792858831803E-2</c:v>
                </c:pt>
                <c:pt idx="2247">
                  <c:v>6.1277033985581798E-2</c:v>
                </c:pt>
                <c:pt idx="2248">
                  <c:v>5.9398496240601499E-2</c:v>
                </c:pt>
                <c:pt idx="2249">
                  <c:v>6.0598246518824103E-2</c:v>
                </c:pt>
                <c:pt idx="2250">
                  <c:v>5.0687722873153297E-2</c:v>
                </c:pt>
                <c:pt idx="2251">
                  <c:v>5.4386865059004599E-2</c:v>
                </c:pt>
                <c:pt idx="2252">
                  <c:v>5.6451612903225798E-2</c:v>
                </c:pt>
                <c:pt idx="2253">
                  <c:v>5.4763690922730597E-2</c:v>
                </c:pt>
                <c:pt idx="2254">
                  <c:v>5.2795031055900603E-2</c:v>
                </c:pt>
                <c:pt idx="2255">
                  <c:v>4.9035369774919603E-2</c:v>
                </c:pt>
                <c:pt idx="2256">
                  <c:v>5.2562417871221997E-2</c:v>
                </c:pt>
                <c:pt idx="2257">
                  <c:v>5.6683364091747901E-2</c:v>
                </c:pt>
                <c:pt idx="2258">
                  <c:v>0.12668573763792301</c:v>
                </c:pt>
                <c:pt idx="2259">
                  <c:v>0.10285062713797</c:v>
                </c:pt>
                <c:pt idx="2260">
                  <c:v>4.8828125E-2</c:v>
                </c:pt>
                <c:pt idx="2261">
                  <c:v>4.7154471544715401E-2</c:v>
                </c:pt>
                <c:pt idx="2262">
                  <c:v>5.2331606217616497E-2</c:v>
                </c:pt>
                <c:pt idx="2263">
                  <c:v>5.2036199095022599E-2</c:v>
                </c:pt>
                <c:pt idx="2264">
                  <c:v>0.108114615940284</c:v>
                </c:pt>
                <c:pt idx="2265">
                  <c:v>4.5402951191827398E-2</c:v>
                </c:pt>
                <c:pt idx="2266">
                  <c:v>6.08528988979396E-2</c:v>
                </c:pt>
                <c:pt idx="2267">
                  <c:v>6.0203283815480797E-2</c:v>
                </c:pt>
                <c:pt idx="2268">
                  <c:v>5.7847082494969802E-2</c:v>
                </c:pt>
                <c:pt idx="2269">
                  <c:v>5.9145388223032801E-2</c:v>
                </c:pt>
                <c:pt idx="2270">
                  <c:v>4.9192928516525701E-2</c:v>
                </c:pt>
                <c:pt idx="2271">
                  <c:v>5.2877138413685798E-2</c:v>
                </c:pt>
                <c:pt idx="2272">
                  <c:v>5.8113207547169803E-2</c:v>
                </c:pt>
                <c:pt idx="2273">
                  <c:v>5.2830188679245202E-2</c:v>
                </c:pt>
                <c:pt idx="2274">
                  <c:v>5.1509343555342597E-2</c:v>
                </c:pt>
                <c:pt idx="2275">
                  <c:v>4.74383301707779E-2</c:v>
                </c:pt>
                <c:pt idx="2276">
                  <c:v>5.1200000000000002E-2</c:v>
                </c:pt>
                <c:pt idx="2277">
                  <c:v>5.5659620016055601E-2</c:v>
                </c:pt>
                <c:pt idx="2278">
                  <c:v>0.12686258278145601</c:v>
                </c:pt>
                <c:pt idx="2279">
                  <c:v>0.10202671579917</c:v>
                </c:pt>
                <c:pt idx="2280">
                  <c:v>4.6751188589540402E-2</c:v>
                </c:pt>
                <c:pt idx="2281">
                  <c:v>4.50127877237851E-2</c:v>
                </c:pt>
                <c:pt idx="2282">
                  <c:v>5.0552147239263802E-2</c:v>
                </c:pt>
                <c:pt idx="2283">
                  <c:v>5.0572519083969397E-2</c:v>
                </c:pt>
                <c:pt idx="2284">
                  <c:v>0.103566529492455</c:v>
                </c:pt>
                <c:pt idx="2285">
                  <c:v>4.3548387096774097E-2</c:v>
                </c:pt>
                <c:pt idx="2286">
                  <c:v>5.8301070371213799E-2</c:v>
                </c:pt>
                <c:pt idx="2287">
                  <c:v>5.7649667405764903E-2</c:v>
                </c:pt>
                <c:pt idx="2288">
                  <c:v>5.5462985003570497E-2</c:v>
                </c:pt>
                <c:pt idx="2289">
                  <c:v>5.6994818652849701E-2</c:v>
                </c:pt>
                <c:pt idx="2290">
                  <c:v>4.7307132459970799E-2</c:v>
                </c:pt>
                <c:pt idx="2291">
                  <c:v>5.10680088386938E-2</c:v>
                </c:pt>
                <c:pt idx="2292">
                  <c:v>5.5502620295378703E-2</c:v>
                </c:pt>
                <c:pt idx="2293">
                  <c:v>5.1324898543805203E-2</c:v>
                </c:pt>
                <c:pt idx="2294">
                  <c:v>4.95567174357808E-2</c:v>
                </c:pt>
                <c:pt idx="2295">
                  <c:v>4.5547594677584402E-2</c:v>
                </c:pt>
                <c:pt idx="2296">
                  <c:v>4.93205837946653E-2</c:v>
                </c:pt>
                <c:pt idx="2297">
                  <c:v>5.3255931347804097E-2</c:v>
                </c:pt>
                <c:pt idx="2298">
                  <c:v>0.121511973085295</c:v>
                </c:pt>
                <c:pt idx="2299">
                  <c:v>9.8202542744410301E-2</c:v>
                </c:pt>
                <c:pt idx="2300">
                  <c:v>4.1307578008915297E-2</c:v>
                </c:pt>
                <c:pt idx="2301">
                  <c:v>3.9826839826839801E-2</c:v>
                </c:pt>
                <c:pt idx="2302">
                  <c:v>4.4019933554817203E-2</c:v>
                </c:pt>
                <c:pt idx="2303">
                  <c:v>4.7039740470397398E-2</c:v>
                </c:pt>
                <c:pt idx="2304">
                  <c:v>0.105222337125129</c:v>
                </c:pt>
                <c:pt idx="2305">
                  <c:v>3.7730153939027997E-2</c:v>
                </c:pt>
                <c:pt idx="2306">
                  <c:v>5.5784061696657998E-2</c:v>
                </c:pt>
                <c:pt idx="2307">
                  <c:v>5.44388609715242E-2</c:v>
                </c:pt>
                <c:pt idx="2308">
                  <c:v>5.25175961017866E-2</c:v>
                </c:pt>
                <c:pt idx="2309">
                  <c:v>5.3601340033500797E-2</c:v>
                </c:pt>
                <c:pt idx="2310">
                  <c:v>4.2904290429042903E-2</c:v>
                </c:pt>
                <c:pt idx="2311">
                  <c:v>4.6047156726768297E-2</c:v>
                </c:pt>
                <c:pt idx="2312">
                  <c:v>5.2105831533477302E-2</c:v>
                </c:pt>
                <c:pt idx="2313">
                  <c:v>4.7889610389610301E-2</c:v>
                </c:pt>
                <c:pt idx="2314">
                  <c:v>4.6332046332046302E-2</c:v>
                </c:pt>
                <c:pt idx="2315">
                  <c:v>3.9826839826839801E-2</c:v>
                </c:pt>
                <c:pt idx="2316">
                  <c:v>4.4071651976115997E-2</c:v>
                </c:pt>
                <c:pt idx="2317">
                  <c:v>4.9400342661336298E-2</c:v>
                </c:pt>
                <c:pt idx="2318">
                  <c:v>0.128568267315777</c:v>
                </c:pt>
                <c:pt idx="2319">
                  <c:v>9.92592592592592E-2</c:v>
                </c:pt>
                <c:pt idx="2320">
                  <c:v>4.6000585994726E-2</c:v>
                </c:pt>
                <c:pt idx="2321">
                  <c:v>4.4368600682593802E-2</c:v>
                </c:pt>
                <c:pt idx="2322">
                  <c:v>4.8813744205072201E-2</c:v>
                </c:pt>
                <c:pt idx="2323">
                  <c:v>5.13571048430016E-2</c:v>
                </c:pt>
                <c:pt idx="2324">
                  <c:v>0.110320284697508</c:v>
                </c:pt>
                <c:pt idx="2325">
                  <c:v>4.2274486454301798E-2</c:v>
                </c:pt>
                <c:pt idx="2326">
                  <c:v>6.0116190957312403E-2</c:v>
                </c:pt>
                <c:pt idx="2327">
                  <c:v>5.8532563891178897E-2</c:v>
                </c:pt>
                <c:pt idx="2328">
                  <c:v>5.7318048520394502E-2</c:v>
                </c:pt>
                <c:pt idx="2329">
                  <c:v>5.82897992851251E-2</c:v>
                </c:pt>
                <c:pt idx="2330">
                  <c:v>4.7399783315276202E-2</c:v>
                </c:pt>
                <c:pt idx="2331">
                  <c:v>5.0819672131147499E-2</c:v>
                </c:pt>
                <c:pt idx="2332">
                  <c:v>5.7279236276849603E-2</c:v>
                </c:pt>
                <c:pt idx="2333">
                  <c:v>5.2197070572569899E-2</c:v>
                </c:pt>
                <c:pt idx="2334">
                  <c:v>5.06457330969865E-2</c:v>
                </c:pt>
                <c:pt idx="2335">
                  <c:v>4.4368600682593802E-2</c:v>
                </c:pt>
                <c:pt idx="2336">
                  <c:v>4.84458134976197E-2</c:v>
                </c:pt>
                <c:pt idx="2337">
                  <c:v>5.34157998313185E-2</c:v>
                </c:pt>
                <c:pt idx="2338">
                  <c:v>0.13192784177352701</c:v>
                </c:pt>
                <c:pt idx="2339">
                  <c:v>0.103540252182347</c:v>
                </c:pt>
                <c:pt idx="2340">
                  <c:v>4.9955921245959399E-2</c:v>
                </c:pt>
                <c:pt idx="2341">
                  <c:v>4.8502139800285303E-2</c:v>
                </c:pt>
                <c:pt idx="2342">
                  <c:v>5.3654530522857902E-2</c:v>
                </c:pt>
                <c:pt idx="2343">
                  <c:v>5.49626467449306E-2</c:v>
                </c:pt>
                <c:pt idx="2344">
                  <c:v>0.11448240693523699</c:v>
                </c:pt>
                <c:pt idx="2345">
                  <c:v>4.6594982078853001E-2</c:v>
                </c:pt>
                <c:pt idx="2346">
                  <c:v>6.3560395036718106E-2</c:v>
                </c:pt>
                <c:pt idx="2347">
                  <c:v>6.1398678414096901E-2</c:v>
                </c:pt>
                <c:pt idx="2348">
                  <c:v>6.0662747194013898E-2</c:v>
                </c:pt>
                <c:pt idx="2349">
                  <c:v>6.14494351060898E-2</c:v>
                </c:pt>
                <c:pt idx="2350">
                  <c:v>5.0488599348534197E-2</c:v>
                </c:pt>
                <c:pt idx="2351">
                  <c:v>5.50986842105263E-2</c:v>
                </c:pt>
                <c:pt idx="2352">
                  <c:v>6.0606060606060601E-2</c:v>
                </c:pt>
                <c:pt idx="2353">
                  <c:v>5.5807743658210902E-2</c:v>
                </c:pt>
                <c:pt idx="2354">
                  <c:v>5.3807106598984702E-2</c:v>
                </c:pt>
                <c:pt idx="2355">
                  <c:v>4.91007707679132E-2</c:v>
                </c:pt>
                <c:pt idx="2356">
                  <c:v>5.2528089887640399E-2</c:v>
                </c:pt>
                <c:pt idx="2357">
                  <c:v>5.6635672020287402E-2</c:v>
                </c:pt>
                <c:pt idx="2358">
                  <c:v>0.13405875952121801</c:v>
                </c:pt>
                <c:pt idx="2359">
                  <c:v>0.108029197080291</c:v>
                </c:pt>
                <c:pt idx="2360">
                  <c:v>0.13015086692186401</c:v>
                </c:pt>
                <c:pt idx="2361">
                  <c:v>0.12581770606192699</c:v>
                </c:pt>
                <c:pt idx="2362">
                  <c:v>0.12853255181075901</c:v>
                </c:pt>
                <c:pt idx="2363">
                  <c:v>0.12676344305867901</c:v>
                </c:pt>
                <c:pt idx="2364">
                  <c:v>0.146684656900539</c:v>
                </c:pt>
                <c:pt idx="2365">
                  <c:v>0.12845303867403299</c:v>
                </c:pt>
                <c:pt idx="2366">
                  <c:v>0.12748926200702801</c:v>
                </c:pt>
                <c:pt idx="2367">
                  <c:v>0.13610586011342099</c:v>
                </c:pt>
                <c:pt idx="2368">
                  <c:v>0.12990196078431299</c:v>
                </c:pt>
                <c:pt idx="2369">
                  <c:v>0.1348621922996</c:v>
                </c:pt>
                <c:pt idx="2370">
                  <c:v>0.125077913982962</c:v>
                </c:pt>
                <c:pt idx="2371">
                  <c:v>0.12924172601591899</c:v>
                </c:pt>
                <c:pt idx="2372">
                  <c:v>0.129348260695721</c:v>
                </c:pt>
                <c:pt idx="2373">
                  <c:v>0.12676344305867901</c:v>
                </c:pt>
                <c:pt idx="2374">
                  <c:v>0.12190812720848</c:v>
                </c:pt>
                <c:pt idx="2375">
                  <c:v>0.12630890052356</c:v>
                </c:pt>
                <c:pt idx="2376">
                  <c:v>0.12941932719091401</c:v>
                </c:pt>
                <c:pt idx="2377">
                  <c:v>0.13419354838709599</c:v>
                </c:pt>
                <c:pt idx="2378">
                  <c:v>0.13230154767848201</c:v>
                </c:pt>
                <c:pt idx="2379">
                  <c:v>0.142324888226527</c:v>
                </c:pt>
                <c:pt idx="2380">
                  <c:v>0.10602593440122</c:v>
                </c:pt>
                <c:pt idx="2381">
                  <c:v>0.102161100196463</c:v>
                </c:pt>
                <c:pt idx="2382">
                  <c:v>0.106192606545797</c:v>
                </c:pt>
                <c:pt idx="2383">
                  <c:v>0.104973641989456</c:v>
                </c:pt>
                <c:pt idx="2384">
                  <c:v>0.138985255854293</c:v>
                </c:pt>
                <c:pt idx="2385">
                  <c:v>0.102437759336099</c:v>
                </c:pt>
                <c:pt idx="2386">
                  <c:v>0.109678828927244</c:v>
                </c:pt>
                <c:pt idx="2387">
                  <c:v>0.115421002838221</c:v>
                </c:pt>
                <c:pt idx="2388">
                  <c:v>0.11021998166819399</c:v>
                </c:pt>
                <c:pt idx="2389">
                  <c:v>0.114245081772931</c:v>
                </c:pt>
                <c:pt idx="2390">
                  <c:v>0.102611940298507</c:v>
                </c:pt>
                <c:pt idx="2391">
                  <c:v>0.107757604338599</c:v>
                </c:pt>
                <c:pt idx="2392">
                  <c:v>0.114013172836702</c:v>
                </c:pt>
                <c:pt idx="2393">
                  <c:v>0.105987611837577</c:v>
                </c:pt>
                <c:pt idx="2394">
                  <c:v>0.10238982679237001</c:v>
                </c:pt>
                <c:pt idx="2395">
                  <c:v>0.102431834929992</c:v>
                </c:pt>
                <c:pt idx="2396">
                  <c:v>0.105834136933461</c:v>
                </c:pt>
                <c:pt idx="2397">
                  <c:v>0.112188030046038</c:v>
                </c:pt>
                <c:pt idx="2398">
                  <c:v>0.14325842696629201</c:v>
                </c:pt>
                <c:pt idx="2399">
                  <c:v>0.13061564059900099</c:v>
                </c:pt>
                <c:pt idx="2400">
                  <c:v>5.6782334384858003E-2</c:v>
                </c:pt>
                <c:pt idx="2401">
                  <c:v>5.46934622233528E-2</c:v>
                </c:pt>
                <c:pt idx="2402">
                  <c:v>5.8261933904528697E-2</c:v>
                </c:pt>
                <c:pt idx="2403">
                  <c:v>5.9119195787458098E-2</c:v>
                </c:pt>
                <c:pt idx="2404">
                  <c:v>0.108530696711887</c:v>
                </c:pt>
                <c:pt idx="2405">
                  <c:v>5.49009105516872E-2</c:v>
                </c:pt>
                <c:pt idx="2406">
                  <c:v>6.22861054072553E-2</c:v>
                </c:pt>
                <c:pt idx="2407">
                  <c:v>6.56342182890855E-2</c:v>
                </c:pt>
                <c:pt idx="2408">
                  <c:v>6.4028776978417204E-2</c:v>
                </c:pt>
                <c:pt idx="2409">
                  <c:v>6.4992614475627694E-2</c:v>
                </c:pt>
                <c:pt idx="2410">
                  <c:v>5.6420233463034999E-2</c:v>
                </c:pt>
                <c:pt idx="2411">
                  <c:v>5.8521057786483803E-2</c:v>
                </c:pt>
                <c:pt idx="2412">
                  <c:v>6.2009978617248697E-2</c:v>
                </c:pt>
                <c:pt idx="2413">
                  <c:v>5.9880239520958001E-2</c:v>
                </c:pt>
                <c:pt idx="2414">
                  <c:v>5.81341911764705E-2</c:v>
                </c:pt>
                <c:pt idx="2415">
                  <c:v>5.4961832061068701E-2</c:v>
                </c:pt>
                <c:pt idx="2416">
                  <c:v>5.81162324649298E-2</c:v>
                </c:pt>
                <c:pt idx="2417">
                  <c:v>6.17935192162773E-2</c:v>
                </c:pt>
                <c:pt idx="2418">
                  <c:v>0.12567432567432499</c:v>
                </c:pt>
                <c:pt idx="2419">
                  <c:v>0.10302896307760299</c:v>
                </c:pt>
                <c:pt idx="2420">
                  <c:v>5.4610109220218403E-2</c:v>
                </c:pt>
                <c:pt idx="2421">
                  <c:v>5.2657480314960599E-2</c:v>
                </c:pt>
                <c:pt idx="2422">
                  <c:v>5.6068133427962998E-2</c:v>
                </c:pt>
                <c:pt idx="2423">
                  <c:v>5.6865464632454898E-2</c:v>
                </c:pt>
                <c:pt idx="2424">
                  <c:v>0.104318936877076</c:v>
                </c:pt>
                <c:pt idx="2425">
                  <c:v>5.2795031055900603E-2</c:v>
                </c:pt>
                <c:pt idx="2426">
                  <c:v>5.9911894273127701E-2</c:v>
                </c:pt>
                <c:pt idx="2427">
                  <c:v>6.3435495367070494E-2</c:v>
                </c:pt>
                <c:pt idx="2428">
                  <c:v>6.1517113783533701E-2</c:v>
                </c:pt>
                <c:pt idx="2429">
                  <c:v>6.28122769450392E-2</c:v>
                </c:pt>
                <c:pt idx="2430">
                  <c:v>5.4263565891472798E-2</c:v>
                </c:pt>
                <c:pt idx="2431">
                  <c:v>5.6318031235210599E-2</c:v>
                </c:pt>
                <c:pt idx="2432">
                  <c:v>5.9551076500228999E-2</c:v>
                </c:pt>
                <c:pt idx="2433">
                  <c:v>5.7598889659958297E-2</c:v>
                </c:pt>
                <c:pt idx="2434">
                  <c:v>5.57768924302788E-2</c:v>
                </c:pt>
                <c:pt idx="2435">
                  <c:v>5.2916564115185798E-2</c:v>
                </c:pt>
                <c:pt idx="2436">
                  <c:v>5.5959302325581398E-2</c:v>
                </c:pt>
                <c:pt idx="2437">
                  <c:v>5.9766763848396499E-2</c:v>
                </c:pt>
                <c:pt idx="2438">
                  <c:v>0.12102524571208299</c:v>
                </c:pt>
                <c:pt idx="2439">
                  <c:v>9.8915124441608104E-2</c:v>
                </c:pt>
                <c:pt idx="2440">
                  <c:v>6.0062969241947199E-2</c:v>
                </c:pt>
                <c:pt idx="2441">
                  <c:v>5.7954012200844597E-2</c:v>
                </c:pt>
                <c:pt idx="2442">
                  <c:v>5.8664868509777403E-2</c:v>
                </c:pt>
                <c:pt idx="2443">
                  <c:v>6.1112332380742998E-2</c:v>
                </c:pt>
                <c:pt idx="2444">
                  <c:v>0.10739102969046101</c:v>
                </c:pt>
                <c:pt idx="2445">
                  <c:v>5.8779945665596398E-2</c:v>
                </c:pt>
                <c:pt idx="2446">
                  <c:v>6.3402385436283695E-2</c:v>
                </c:pt>
                <c:pt idx="2447">
                  <c:v>6.7842605156037905E-2</c:v>
                </c:pt>
                <c:pt idx="2448">
                  <c:v>6.5685413005272406E-2</c:v>
                </c:pt>
                <c:pt idx="2449">
                  <c:v>6.7255434782608606E-2</c:v>
                </c:pt>
                <c:pt idx="2450">
                  <c:v>5.8547486033519502E-2</c:v>
                </c:pt>
                <c:pt idx="2451">
                  <c:v>6.0094530722484801E-2</c:v>
                </c:pt>
                <c:pt idx="2452">
                  <c:v>6.4116496413822999E-2</c:v>
                </c:pt>
                <c:pt idx="2453">
                  <c:v>6.1812582490101103E-2</c:v>
                </c:pt>
                <c:pt idx="2454">
                  <c:v>5.9751735745844699E-2</c:v>
                </c:pt>
                <c:pt idx="2455">
                  <c:v>5.8202299929593901E-2</c:v>
                </c:pt>
                <c:pt idx="2456">
                  <c:v>6.0696976690514597E-2</c:v>
                </c:pt>
                <c:pt idx="2457">
                  <c:v>6.4336959037259805E-2</c:v>
                </c:pt>
                <c:pt idx="2458">
                  <c:v>0.121423330887747</c:v>
                </c:pt>
                <c:pt idx="2459">
                  <c:v>0.102003642987249</c:v>
                </c:pt>
                <c:pt idx="2460">
                  <c:v>6.1157024793388401E-2</c:v>
                </c:pt>
                <c:pt idx="2461">
                  <c:v>5.9065934065934002E-2</c:v>
                </c:pt>
                <c:pt idx="2462">
                  <c:v>6.2390158172231903E-2</c:v>
                </c:pt>
                <c:pt idx="2463">
                  <c:v>6.1429794520547899E-2</c:v>
                </c:pt>
                <c:pt idx="2464">
                  <c:v>0.10727496917385899</c:v>
                </c:pt>
                <c:pt idx="2465">
                  <c:v>5.9715868047194802E-2</c:v>
                </c:pt>
                <c:pt idx="2466">
                  <c:v>6.41601961585615E-2</c:v>
                </c:pt>
                <c:pt idx="2467">
                  <c:v>6.8783068783068696E-2</c:v>
                </c:pt>
                <c:pt idx="2468">
                  <c:v>6.6110397946084698E-2</c:v>
                </c:pt>
                <c:pt idx="2469">
                  <c:v>6.75049636002647E-2</c:v>
                </c:pt>
                <c:pt idx="2470">
                  <c:v>5.9668989547038302E-2</c:v>
                </c:pt>
                <c:pt idx="2471">
                  <c:v>6.2623599208965E-2</c:v>
                </c:pt>
                <c:pt idx="2472">
                  <c:v>6.5646908859145897E-2</c:v>
                </c:pt>
                <c:pt idx="2473">
                  <c:v>6.1884368308351097E-2</c:v>
                </c:pt>
                <c:pt idx="2474">
                  <c:v>6.0090237899917902E-2</c:v>
                </c:pt>
                <c:pt idx="2475">
                  <c:v>5.9308449736661301E-2</c:v>
                </c:pt>
                <c:pt idx="2476">
                  <c:v>6.1922990317495999E-2</c:v>
                </c:pt>
                <c:pt idx="2477">
                  <c:v>6.5718157181571799E-2</c:v>
                </c:pt>
                <c:pt idx="2478">
                  <c:v>0.119547657512116</c:v>
                </c:pt>
                <c:pt idx="2479">
                  <c:v>0.102016607354685</c:v>
                </c:pt>
                <c:pt idx="2480">
                  <c:v>0.11670428893905101</c:v>
                </c:pt>
                <c:pt idx="2481">
                  <c:v>0.112860892388451</c:v>
                </c:pt>
                <c:pt idx="2482">
                  <c:v>0.115562080536912</c:v>
                </c:pt>
                <c:pt idx="2483">
                  <c:v>0.114022517911975</c:v>
                </c:pt>
                <c:pt idx="2484">
                  <c:v>0.13382182799845699</c:v>
                </c:pt>
                <c:pt idx="2485">
                  <c:v>0.114285714285714</c:v>
                </c:pt>
                <c:pt idx="2486">
                  <c:v>0.11336585365853601</c:v>
                </c:pt>
                <c:pt idx="2487">
                  <c:v>0.122869766463286</c:v>
                </c:pt>
                <c:pt idx="2488">
                  <c:v>0.118092509209987</c:v>
                </c:pt>
                <c:pt idx="2489">
                  <c:v>0.121601685985247</c:v>
                </c:pt>
                <c:pt idx="2490">
                  <c:v>0.11212814645308899</c:v>
                </c:pt>
                <c:pt idx="2491">
                  <c:v>0.11626442812172</c:v>
                </c:pt>
                <c:pt idx="2492">
                  <c:v>0.120008067769261</c:v>
                </c:pt>
                <c:pt idx="2493">
                  <c:v>0.114250614250614</c:v>
                </c:pt>
                <c:pt idx="2494">
                  <c:v>0.11025943396226399</c:v>
                </c:pt>
                <c:pt idx="2495">
                  <c:v>0.11310435353314301</c:v>
                </c:pt>
                <c:pt idx="2496">
                  <c:v>0.116294067067927</c:v>
                </c:pt>
                <c:pt idx="2497">
                  <c:v>0.120793787748058</c:v>
                </c:pt>
                <c:pt idx="2498">
                  <c:v>0.13358008075370101</c:v>
                </c:pt>
                <c:pt idx="2499">
                  <c:v>0.13002980625931401</c:v>
                </c:pt>
                <c:pt idx="2500">
                  <c:v>5.3619302949061601E-2</c:v>
                </c:pt>
                <c:pt idx="2501">
                  <c:v>5.1634665282822997E-2</c:v>
                </c:pt>
                <c:pt idx="2502">
                  <c:v>5.4945054945054903E-2</c:v>
                </c:pt>
                <c:pt idx="2503">
                  <c:v>5.6234718826405801E-2</c:v>
                </c:pt>
                <c:pt idx="2504">
                  <c:v>0.10489181561618</c:v>
                </c:pt>
                <c:pt idx="2505">
                  <c:v>5.07364975450081E-2</c:v>
                </c:pt>
                <c:pt idx="2506">
                  <c:v>5.9276546091015098E-2</c:v>
                </c:pt>
                <c:pt idx="2507">
                  <c:v>6.2452972159518401E-2</c:v>
                </c:pt>
                <c:pt idx="2508">
                  <c:v>6.0724779627815799E-2</c:v>
                </c:pt>
                <c:pt idx="2509">
                  <c:v>6.17935192162773E-2</c:v>
                </c:pt>
                <c:pt idx="2510">
                  <c:v>5.3389620064564103E-2</c:v>
                </c:pt>
                <c:pt idx="2511">
                  <c:v>5.5208593554833797E-2</c:v>
                </c:pt>
                <c:pt idx="2512">
                  <c:v>5.8309037900874598E-2</c:v>
                </c:pt>
                <c:pt idx="2513">
                  <c:v>5.7010031808172199E-2</c:v>
                </c:pt>
                <c:pt idx="2514">
                  <c:v>5.5177271660014002E-2</c:v>
                </c:pt>
                <c:pt idx="2515">
                  <c:v>5.2180685358255402E-2</c:v>
                </c:pt>
                <c:pt idx="2516">
                  <c:v>5.5214723926380299E-2</c:v>
                </c:pt>
                <c:pt idx="2517">
                  <c:v>5.8687852383393101E-2</c:v>
                </c:pt>
                <c:pt idx="2518">
                  <c:v>0.123694450133114</c:v>
                </c:pt>
                <c:pt idx="2519">
                  <c:v>9.9796334012219906E-2</c:v>
                </c:pt>
                <c:pt idx="2520">
                  <c:v>6.3265760748496297E-2</c:v>
                </c:pt>
                <c:pt idx="2521">
                  <c:v>6.1070349589987E-2</c:v>
                </c:pt>
                <c:pt idx="2522">
                  <c:v>6.38957816377171E-2</c:v>
                </c:pt>
                <c:pt idx="2523">
                  <c:v>6.34215310038376E-2</c:v>
                </c:pt>
                <c:pt idx="2524">
                  <c:v>0.105599689982561</c:v>
                </c:pt>
                <c:pt idx="2525">
                  <c:v>6.1632931544234701E-2</c:v>
                </c:pt>
                <c:pt idx="2526">
                  <c:v>6.3883009428516394E-2</c:v>
                </c:pt>
                <c:pt idx="2527">
                  <c:v>6.9651741293532299E-2</c:v>
                </c:pt>
                <c:pt idx="2528">
                  <c:v>6.7663098363966806E-2</c:v>
                </c:pt>
                <c:pt idx="2529">
                  <c:v>6.8714967822295997E-2</c:v>
                </c:pt>
                <c:pt idx="2530">
                  <c:v>6.1396303901437299E-2</c:v>
                </c:pt>
                <c:pt idx="2531">
                  <c:v>6.3455973542786204E-2</c:v>
                </c:pt>
                <c:pt idx="2532">
                  <c:v>6.62291169451074E-2</c:v>
                </c:pt>
                <c:pt idx="2533">
                  <c:v>6.3636363636363602E-2</c:v>
                </c:pt>
                <c:pt idx="2534">
                  <c:v>6.14936954413191E-2</c:v>
                </c:pt>
                <c:pt idx="2535">
                  <c:v>6.1299374055687403E-2</c:v>
                </c:pt>
                <c:pt idx="2536">
                  <c:v>6.3572790845518104E-2</c:v>
                </c:pt>
                <c:pt idx="2537">
                  <c:v>6.6694987255734903E-2</c:v>
                </c:pt>
                <c:pt idx="2538">
                  <c:v>0.116326530612244</c:v>
                </c:pt>
                <c:pt idx="2539">
                  <c:v>0.100896860986547</c:v>
                </c:pt>
                <c:pt idx="2540">
                  <c:v>6.9234519746465106E-2</c:v>
                </c:pt>
                <c:pt idx="2541">
                  <c:v>6.7076051015588098E-2</c:v>
                </c:pt>
                <c:pt idx="2542">
                  <c:v>7.0553539019963696E-2</c:v>
                </c:pt>
                <c:pt idx="2543">
                  <c:v>7.0148262890019894E-2</c:v>
                </c:pt>
                <c:pt idx="2544">
                  <c:v>0.117846545146248</c:v>
                </c:pt>
                <c:pt idx="2545">
                  <c:v>6.7329192546583802E-2</c:v>
                </c:pt>
                <c:pt idx="2546">
                  <c:v>7.17441615821586E-2</c:v>
                </c:pt>
                <c:pt idx="2547">
                  <c:v>7.5960882419831705E-2</c:v>
                </c:pt>
                <c:pt idx="2548">
                  <c:v>7.4983410749834098E-2</c:v>
                </c:pt>
                <c:pt idx="2549">
                  <c:v>7.5626423690205002E-2</c:v>
                </c:pt>
                <c:pt idx="2550">
                  <c:v>6.7476383265856907E-2</c:v>
                </c:pt>
                <c:pt idx="2551">
                  <c:v>7.0796460176991094E-2</c:v>
                </c:pt>
                <c:pt idx="2552">
                  <c:v>7.4715162138474997E-2</c:v>
                </c:pt>
                <c:pt idx="2553">
                  <c:v>7.0385126162018599E-2</c:v>
                </c:pt>
                <c:pt idx="2554">
                  <c:v>6.8076109936574994E-2</c:v>
                </c:pt>
                <c:pt idx="2555">
                  <c:v>6.7328136073706593E-2</c:v>
                </c:pt>
                <c:pt idx="2556">
                  <c:v>6.9686411149825697E-2</c:v>
                </c:pt>
                <c:pt idx="2557">
                  <c:v>7.31252911038658E-2</c:v>
                </c:pt>
                <c:pt idx="2558">
                  <c:v>0.12486248624862401</c:v>
                </c:pt>
                <c:pt idx="2559">
                  <c:v>0.111879576891781</c:v>
                </c:pt>
                <c:pt idx="2560">
                  <c:v>6.6761363636363605E-2</c:v>
                </c:pt>
                <c:pt idx="2561">
                  <c:v>6.4582854516203103E-2</c:v>
                </c:pt>
                <c:pt idx="2562">
                  <c:v>6.8357221609702298E-2</c:v>
                </c:pt>
                <c:pt idx="2563">
                  <c:v>6.7512362932702602E-2</c:v>
                </c:pt>
                <c:pt idx="2564">
                  <c:v>0.11315300433615499</c:v>
                </c:pt>
                <c:pt idx="2565">
                  <c:v>6.4656212303980706E-2</c:v>
                </c:pt>
                <c:pt idx="2566">
                  <c:v>6.9977426636568807E-2</c:v>
                </c:pt>
                <c:pt idx="2567">
                  <c:v>7.5033200531208502E-2</c:v>
                </c:pt>
                <c:pt idx="2568">
                  <c:v>7.1704594246457698E-2</c:v>
                </c:pt>
                <c:pt idx="2569">
                  <c:v>7.3992024811696894E-2</c:v>
                </c:pt>
                <c:pt idx="2570">
                  <c:v>6.5340909090909005E-2</c:v>
                </c:pt>
                <c:pt idx="2571">
                  <c:v>6.8357221609702298E-2</c:v>
                </c:pt>
                <c:pt idx="2572">
                  <c:v>7.2572038420490897E-2</c:v>
                </c:pt>
                <c:pt idx="2573">
                  <c:v>6.7741935483870905E-2</c:v>
                </c:pt>
                <c:pt idx="2574">
                  <c:v>6.5651368594360895E-2</c:v>
                </c:pt>
                <c:pt idx="2575">
                  <c:v>6.4827586206896506E-2</c:v>
                </c:pt>
                <c:pt idx="2576">
                  <c:v>6.7842605156037905E-2</c:v>
                </c:pt>
                <c:pt idx="2577">
                  <c:v>7.16715808573372E-2</c:v>
                </c:pt>
                <c:pt idx="2578">
                  <c:v>0.121762589928057</c:v>
                </c:pt>
                <c:pt idx="2579">
                  <c:v>0.107646474677259</c:v>
                </c:pt>
                <c:pt idx="2580">
                  <c:v>6.8292682926829204E-2</c:v>
                </c:pt>
                <c:pt idx="2581">
                  <c:v>6.6162570888468802E-2</c:v>
                </c:pt>
                <c:pt idx="2582">
                  <c:v>6.9920544835414294E-2</c:v>
                </c:pt>
                <c:pt idx="2583">
                  <c:v>6.9057104913678599E-2</c:v>
                </c:pt>
                <c:pt idx="2584">
                  <c:v>0.116723259762309</c:v>
                </c:pt>
                <c:pt idx="2585">
                  <c:v>6.63683818046234E-2</c:v>
                </c:pt>
                <c:pt idx="2586">
                  <c:v>7.1202864967347804E-2</c:v>
                </c:pt>
                <c:pt idx="2587">
                  <c:v>7.6064677749942994E-2</c:v>
                </c:pt>
                <c:pt idx="2588">
                  <c:v>7.41314450099579E-2</c:v>
                </c:pt>
                <c:pt idx="2589">
                  <c:v>7.4994301344882594E-2</c:v>
                </c:pt>
                <c:pt idx="2590">
                  <c:v>6.6846725185685296E-2</c:v>
                </c:pt>
                <c:pt idx="2591">
                  <c:v>7.0406540994776196E-2</c:v>
                </c:pt>
                <c:pt idx="2592">
                  <c:v>7.4342105263157807E-2</c:v>
                </c:pt>
                <c:pt idx="2593">
                  <c:v>6.9530558015943295E-2</c:v>
                </c:pt>
                <c:pt idx="2594">
                  <c:v>6.7344345616264206E-2</c:v>
                </c:pt>
                <c:pt idx="2595">
                  <c:v>6.6414559205861395E-2</c:v>
                </c:pt>
                <c:pt idx="2596">
                  <c:v>6.92862125087189E-2</c:v>
                </c:pt>
                <c:pt idx="2597">
                  <c:v>7.3227611940298504E-2</c:v>
                </c:pt>
                <c:pt idx="2598">
                  <c:v>0.12403528114663701</c:v>
                </c:pt>
                <c:pt idx="2599">
                  <c:v>0.110929853181076</c:v>
                </c:pt>
                <c:pt idx="2600">
                  <c:v>5.6957462148521897E-2</c:v>
                </c:pt>
                <c:pt idx="2601">
                  <c:v>5.49988347704497E-2</c:v>
                </c:pt>
                <c:pt idx="2602">
                  <c:v>5.8152538581972703E-2</c:v>
                </c:pt>
                <c:pt idx="2603">
                  <c:v>5.8476980144010399E-2</c:v>
                </c:pt>
                <c:pt idx="2604">
                  <c:v>0.104437002930096</c:v>
                </c:pt>
                <c:pt idx="2605">
                  <c:v>5.51065393093313E-2</c:v>
                </c:pt>
                <c:pt idx="2606">
                  <c:v>6.0990840965861701E-2</c:v>
                </c:pt>
                <c:pt idx="2607">
                  <c:v>6.4885496183206104E-2</c:v>
                </c:pt>
                <c:pt idx="2608">
                  <c:v>6.2976683373283895E-2</c:v>
                </c:pt>
                <c:pt idx="2609">
                  <c:v>6.4298561151079098E-2</c:v>
                </c:pt>
                <c:pt idx="2610">
                  <c:v>5.5888223552894203E-2</c:v>
                </c:pt>
                <c:pt idx="2611">
                  <c:v>5.8389261744966399E-2</c:v>
                </c:pt>
                <c:pt idx="2612">
                  <c:v>6.1728395061728301E-2</c:v>
                </c:pt>
                <c:pt idx="2613">
                  <c:v>5.9170305676855897E-2</c:v>
                </c:pt>
                <c:pt idx="2614">
                  <c:v>5.7202505219206598E-2</c:v>
                </c:pt>
                <c:pt idx="2615">
                  <c:v>5.5244755244755202E-2</c:v>
                </c:pt>
                <c:pt idx="2616">
                  <c:v>5.8014216922724099E-2</c:v>
                </c:pt>
                <c:pt idx="2617">
                  <c:v>6.1379310344827499E-2</c:v>
                </c:pt>
                <c:pt idx="2618">
                  <c:v>0.118969298245614</c:v>
                </c:pt>
                <c:pt idx="2619">
                  <c:v>9.9195171026156895E-2</c:v>
                </c:pt>
                <c:pt idx="2620">
                  <c:v>6.0319767441860399E-2</c:v>
                </c:pt>
                <c:pt idx="2621">
                  <c:v>5.8202299929593901E-2</c:v>
                </c:pt>
                <c:pt idx="2622">
                  <c:v>6.0094530722484801E-2</c:v>
                </c:pt>
                <c:pt idx="2623">
                  <c:v>6.13456464379947E-2</c:v>
                </c:pt>
                <c:pt idx="2624">
                  <c:v>0.10739102969046101</c:v>
                </c:pt>
                <c:pt idx="2625">
                  <c:v>5.8779945665596398E-2</c:v>
                </c:pt>
                <c:pt idx="2626">
                  <c:v>6.2957540263543194E-2</c:v>
                </c:pt>
                <c:pt idx="2627">
                  <c:v>6.7842605156037905E-2</c:v>
                </c:pt>
                <c:pt idx="2628">
                  <c:v>6.5451350757742097E-2</c:v>
                </c:pt>
                <c:pt idx="2629">
                  <c:v>6.7255434782608606E-2</c:v>
                </c:pt>
                <c:pt idx="2630">
                  <c:v>5.87840858292355E-2</c:v>
                </c:pt>
                <c:pt idx="2631">
                  <c:v>6.08108108108108E-2</c:v>
                </c:pt>
                <c:pt idx="2632">
                  <c:v>6.4116496413822999E-2</c:v>
                </c:pt>
                <c:pt idx="2633">
                  <c:v>6.1579063118539598E-2</c:v>
                </c:pt>
                <c:pt idx="2634">
                  <c:v>5.9528817837610402E-2</c:v>
                </c:pt>
                <c:pt idx="2635">
                  <c:v>5.8450704225352097E-2</c:v>
                </c:pt>
                <c:pt idx="2636">
                  <c:v>6.0941828254847598E-2</c:v>
                </c:pt>
                <c:pt idx="2637">
                  <c:v>6.4336959037259805E-2</c:v>
                </c:pt>
                <c:pt idx="2638">
                  <c:v>0.121217678342196</c:v>
                </c:pt>
                <c:pt idx="2639">
                  <c:v>0.102003642987249</c:v>
                </c:pt>
                <c:pt idx="2640">
                  <c:v>6.4583333333333298E-2</c:v>
                </c:pt>
                <c:pt idx="2641">
                  <c:v>6.2178483560724598E-2</c:v>
                </c:pt>
                <c:pt idx="2642">
                  <c:v>6.5222055352928507E-2</c:v>
                </c:pt>
                <c:pt idx="2643">
                  <c:v>6.4739157762413499E-2</c:v>
                </c:pt>
                <c:pt idx="2644">
                  <c:v>0.10906174819566899</c:v>
                </c:pt>
                <c:pt idx="2645">
                  <c:v>6.3255152807391593E-2</c:v>
                </c:pt>
                <c:pt idx="2646">
                  <c:v>6.6268656716417906E-2</c:v>
                </c:pt>
                <c:pt idx="2647">
                  <c:v>7.1382498387443497E-2</c:v>
                </c:pt>
                <c:pt idx="2648">
                  <c:v>6.9494016376233397E-2</c:v>
                </c:pt>
                <c:pt idx="2649">
                  <c:v>7.0920456995042E-2</c:v>
                </c:pt>
                <c:pt idx="2650">
                  <c:v>6.2659846547314504E-2</c:v>
                </c:pt>
                <c:pt idx="2651">
                  <c:v>6.5222055352928507E-2</c:v>
                </c:pt>
                <c:pt idx="2652">
                  <c:v>6.5999182672660403E-2</c:v>
                </c:pt>
                <c:pt idx="2653">
                  <c:v>6.5185495703206794E-2</c:v>
                </c:pt>
                <c:pt idx="2654">
                  <c:v>6.3268184565786798E-2</c:v>
                </c:pt>
                <c:pt idx="2655">
                  <c:v>6.2416107382550302E-2</c:v>
                </c:pt>
                <c:pt idx="2656">
                  <c:v>6.4749780509218605E-2</c:v>
                </c:pt>
                <c:pt idx="2657">
                  <c:v>6.7986798679867899E-2</c:v>
                </c:pt>
                <c:pt idx="2658">
                  <c:v>0.118181818181818</c:v>
                </c:pt>
                <c:pt idx="2659">
                  <c:v>0.10392118987830699</c:v>
                </c:pt>
                <c:pt idx="2660">
                  <c:v>6.1658398299078598E-2</c:v>
                </c:pt>
                <c:pt idx="2661">
                  <c:v>5.9551076500228999E-2</c:v>
                </c:pt>
                <c:pt idx="2662">
                  <c:v>6.2857142857142806E-2</c:v>
                </c:pt>
                <c:pt idx="2663">
                  <c:v>6.1884368308351097E-2</c:v>
                </c:pt>
                <c:pt idx="2664">
                  <c:v>0.107730263157894</c:v>
                </c:pt>
                <c:pt idx="2665">
                  <c:v>5.9971098265895903E-2</c:v>
                </c:pt>
                <c:pt idx="2666">
                  <c:v>6.4377682403433403E-2</c:v>
                </c:pt>
                <c:pt idx="2667">
                  <c:v>6.9018743109151001E-2</c:v>
                </c:pt>
                <c:pt idx="2668">
                  <c:v>6.6338540552107805E-2</c:v>
                </c:pt>
                <c:pt idx="2669">
                  <c:v>6.7976164202162806E-2</c:v>
                </c:pt>
                <c:pt idx="2670">
                  <c:v>6.0130718954248298E-2</c:v>
                </c:pt>
                <c:pt idx="2671">
                  <c:v>6.2623599208965E-2</c:v>
                </c:pt>
                <c:pt idx="2672">
                  <c:v>6.6099893730074299E-2</c:v>
                </c:pt>
                <c:pt idx="2673">
                  <c:v>6.2111801242236003E-2</c:v>
                </c:pt>
                <c:pt idx="2674">
                  <c:v>6.0307692307692298E-2</c:v>
                </c:pt>
                <c:pt idx="2675">
                  <c:v>5.9793814432989603E-2</c:v>
                </c:pt>
                <c:pt idx="2676">
                  <c:v>6.2401441766163503E-2</c:v>
                </c:pt>
                <c:pt idx="2677">
                  <c:v>6.5958888637903695E-2</c:v>
                </c:pt>
                <c:pt idx="2678">
                  <c:v>0.119547657512116</c:v>
                </c:pt>
                <c:pt idx="2679">
                  <c:v>0.102452531645569</c:v>
                </c:pt>
                <c:pt idx="2680">
                  <c:v>5.9140993928491099E-2</c:v>
                </c:pt>
                <c:pt idx="2681">
                  <c:v>5.7205240174672399E-2</c:v>
                </c:pt>
                <c:pt idx="2682">
                  <c:v>6.0790912915439602E-2</c:v>
                </c:pt>
                <c:pt idx="2683">
                  <c:v>6.0201356071501899E-2</c:v>
                </c:pt>
                <c:pt idx="2684">
                  <c:v>0.104232594936708</c:v>
                </c:pt>
                <c:pt idx="2685">
                  <c:v>5.7326301307039598E-2</c:v>
                </c:pt>
                <c:pt idx="2686">
                  <c:v>6.2291216348988002E-2</c:v>
                </c:pt>
                <c:pt idx="2687">
                  <c:v>6.6821247892074095E-2</c:v>
                </c:pt>
                <c:pt idx="2688">
                  <c:v>6.4436691976195296E-2</c:v>
                </c:pt>
                <c:pt idx="2689">
                  <c:v>6.5906210392902398E-2</c:v>
                </c:pt>
                <c:pt idx="2690">
                  <c:v>5.8234189104571003E-2</c:v>
                </c:pt>
                <c:pt idx="2691">
                  <c:v>6.0567823343848498E-2</c:v>
                </c:pt>
                <c:pt idx="2692">
                  <c:v>6.3575622595667097E-2</c:v>
                </c:pt>
                <c:pt idx="2693">
                  <c:v>6.0419235511713902E-2</c:v>
                </c:pt>
                <c:pt idx="2694">
                  <c:v>5.87192118226601E-2</c:v>
                </c:pt>
                <c:pt idx="2695">
                  <c:v>5.7436121423891602E-2</c:v>
                </c:pt>
                <c:pt idx="2696">
                  <c:v>6.0111635895234002E-2</c:v>
                </c:pt>
                <c:pt idx="2697">
                  <c:v>6.3495479982780795E-2</c:v>
                </c:pt>
                <c:pt idx="2698">
                  <c:v>0.115564809994794</c:v>
                </c:pt>
                <c:pt idx="2699">
                  <c:v>9.9275914634146298E-2</c:v>
                </c:pt>
                <c:pt idx="2700">
                  <c:v>5.5951169888097597E-2</c:v>
                </c:pt>
                <c:pt idx="2701">
                  <c:v>5.3954175905395398E-2</c:v>
                </c:pt>
                <c:pt idx="2702">
                  <c:v>5.6568047337278098E-2</c:v>
                </c:pt>
                <c:pt idx="2703">
                  <c:v>5.8578374623755501E-2</c:v>
                </c:pt>
                <c:pt idx="2704">
                  <c:v>0.107015985790408</c:v>
                </c:pt>
                <c:pt idx="2705">
                  <c:v>5.4159108577351601E-2</c:v>
                </c:pt>
                <c:pt idx="2706">
                  <c:v>6.1548643282594302E-2</c:v>
                </c:pt>
                <c:pt idx="2707">
                  <c:v>6.5460604617948101E-2</c:v>
                </c:pt>
                <c:pt idx="2708">
                  <c:v>6.3484708063021297E-2</c:v>
                </c:pt>
                <c:pt idx="2709">
                  <c:v>6.4839094159713895E-2</c:v>
                </c:pt>
                <c:pt idx="2710">
                  <c:v>5.5751587861679601E-2</c:v>
                </c:pt>
                <c:pt idx="2711">
                  <c:v>5.7819905213270101E-2</c:v>
                </c:pt>
                <c:pt idx="2712">
                  <c:v>6.2227324913891997E-2</c:v>
                </c:pt>
                <c:pt idx="2713">
                  <c:v>5.9314179796107501E-2</c:v>
                </c:pt>
                <c:pt idx="2714">
                  <c:v>5.7415207271115001E-2</c:v>
                </c:pt>
                <c:pt idx="2715">
                  <c:v>5.3954175905395398E-2</c:v>
                </c:pt>
                <c:pt idx="2716">
                  <c:v>5.7239873878243898E-2</c:v>
                </c:pt>
                <c:pt idx="2717">
                  <c:v>6.1572158676076898E-2</c:v>
                </c:pt>
                <c:pt idx="2718">
                  <c:v>0.123406720741599</c:v>
                </c:pt>
                <c:pt idx="2719">
                  <c:v>0.101492537313432</c:v>
                </c:pt>
                <c:pt idx="2720">
                  <c:v>6.0189810189810102E-2</c:v>
                </c:pt>
                <c:pt idx="2721">
                  <c:v>5.8055152394775003E-2</c:v>
                </c:pt>
                <c:pt idx="2722">
                  <c:v>6.0873605947955302E-2</c:v>
                </c:pt>
                <c:pt idx="2723">
                  <c:v>6.2471603816447001E-2</c:v>
                </c:pt>
                <c:pt idx="2724">
                  <c:v>0.111207834602829</c:v>
                </c:pt>
                <c:pt idx="2725">
                  <c:v>5.82845507762789E-2</c:v>
                </c:pt>
                <c:pt idx="2726">
                  <c:v>6.4808813998703793E-2</c:v>
                </c:pt>
                <c:pt idx="2727">
                  <c:v>6.9126576366183995E-2</c:v>
                </c:pt>
                <c:pt idx="2728">
                  <c:v>6.7530695770804894E-2</c:v>
                </c:pt>
                <c:pt idx="2729">
                  <c:v>6.8771929824561401E-2</c:v>
                </c:pt>
                <c:pt idx="2730">
                  <c:v>5.9556786703601101E-2</c:v>
                </c:pt>
                <c:pt idx="2731">
                  <c:v>6.21074668527564E-2</c:v>
                </c:pt>
                <c:pt idx="2732">
                  <c:v>6.6561727006970994E-2</c:v>
                </c:pt>
                <c:pt idx="2733">
                  <c:v>6.3196180950215897E-2</c:v>
                </c:pt>
                <c:pt idx="2734">
                  <c:v>6.1086956521739101E-2</c:v>
                </c:pt>
                <c:pt idx="2735">
                  <c:v>5.8055152394775003E-2</c:v>
                </c:pt>
                <c:pt idx="2736">
                  <c:v>6.0923369823893299E-2</c:v>
                </c:pt>
                <c:pt idx="2737">
                  <c:v>6.5186246418338104E-2</c:v>
                </c:pt>
                <c:pt idx="2738">
                  <c:v>0.12535450935904699</c:v>
                </c:pt>
                <c:pt idx="2739">
                  <c:v>0.105263157894736</c:v>
                </c:pt>
                <c:pt idx="2740">
                  <c:v>6.4661654135338295E-2</c:v>
                </c:pt>
                <c:pt idx="2741">
                  <c:v>6.2636562272396196E-2</c:v>
                </c:pt>
                <c:pt idx="2742">
                  <c:v>6.5780265920223902E-2</c:v>
                </c:pt>
                <c:pt idx="2743">
                  <c:v>6.6302118933697807E-2</c:v>
                </c:pt>
                <c:pt idx="2744">
                  <c:v>0.115258677144728</c:v>
                </c:pt>
                <c:pt idx="2745">
                  <c:v>6.2835249042145505E-2</c:v>
                </c:pt>
                <c:pt idx="2746">
                  <c:v>6.7994802944997795E-2</c:v>
                </c:pt>
                <c:pt idx="2747">
                  <c:v>7.23314606741573E-2</c:v>
                </c:pt>
                <c:pt idx="2748">
                  <c:v>7.0891269660360107E-2</c:v>
                </c:pt>
                <c:pt idx="2749">
                  <c:v>7.2232645403377094E-2</c:v>
                </c:pt>
                <c:pt idx="2750">
                  <c:v>6.31944444444444E-2</c:v>
                </c:pt>
                <c:pt idx="2751">
                  <c:v>6.6277712952158604E-2</c:v>
                </c:pt>
                <c:pt idx="2752">
                  <c:v>6.9882777276825903E-2</c:v>
                </c:pt>
                <c:pt idx="2753">
                  <c:v>6.6545123062898795E-2</c:v>
                </c:pt>
                <c:pt idx="2754">
                  <c:v>6.4284157768577002E-2</c:v>
                </c:pt>
                <c:pt idx="2755">
                  <c:v>6.2894609033511406E-2</c:v>
                </c:pt>
                <c:pt idx="2756">
                  <c:v>6.5186246418338104E-2</c:v>
                </c:pt>
                <c:pt idx="2757">
                  <c:v>6.8709600191525E-2</c:v>
                </c:pt>
                <c:pt idx="2758">
                  <c:v>0.126347645167391</c:v>
                </c:pt>
                <c:pt idx="2759">
                  <c:v>0.10936517913262001</c:v>
                </c:pt>
                <c:pt idx="2760">
                  <c:v>0.12723428791082</c:v>
                </c:pt>
                <c:pt idx="2761">
                  <c:v>0.12332089552238799</c:v>
                </c:pt>
                <c:pt idx="2762">
                  <c:v>0.124326266618756</c:v>
                </c:pt>
                <c:pt idx="2763">
                  <c:v>0.12150518726921</c:v>
                </c:pt>
                <c:pt idx="2764">
                  <c:v>0.13171864631718599</c:v>
                </c:pt>
                <c:pt idx="2765">
                  <c:v>0.12662209988202899</c:v>
                </c:pt>
                <c:pt idx="2766">
                  <c:v>0.11975745325922101</c:v>
                </c:pt>
                <c:pt idx="2767">
                  <c:v>0.12600824520523299</c:v>
                </c:pt>
                <c:pt idx="2768">
                  <c:v>0.12230215827338101</c:v>
                </c:pt>
                <c:pt idx="2769">
                  <c:v>0.12567421790722699</c:v>
                </c:pt>
                <c:pt idx="2770">
                  <c:v>0.121450258974816</c:v>
                </c:pt>
                <c:pt idx="2771">
                  <c:v>0.12473040977713799</c:v>
                </c:pt>
                <c:pt idx="2772">
                  <c:v>0.120395634379263</c:v>
                </c:pt>
                <c:pt idx="2773">
                  <c:v>0.12150518726921</c:v>
                </c:pt>
                <c:pt idx="2774">
                  <c:v>0.117297572568324</c:v>
                </c:pt>
                <c:pt idx="2775">
                  <c:v>0.12353050942339899</c:v>
                </c:pt>
                <c:pt idx="2776">
                  <c:v>0.124931306100018</c:v>
                </c:pt>
                <c:pt idx="2777">
                  <c:v>0.12651265126512601</c:v>
                </c:pt>
                <c:pt idx="2778">
                  <c:v>0.118829183049366</c:v>
                </c:pt>
                <c:pt idx="2779">
                  <c:v>0.127775989700675</c:v>
                </c:pt>
                <c:pt idx="2780">
                  <c:v>0.111566681053085</c:v>
                </c:pt>
                <c:pt idx="2781">
                  <c:v>0.107904642409033</c:v>
                </c:pt>
                <c:pt idx="2782">
                  <c:v>0.110730823434668</c:v>
                </c:pt>
                <c:pt idx="2783">
                  <c:v>0.10914454277286099</c:v>
                </c:pt>
                <c:pt idx="2784">
                  <c:v>0.12981216291612399</c:v>
                </c:pt>
                <c:pt idx="2785">
                  <c:v>0.10978835978835901</c:v>
                </c:pt>
                <c:pt idx="2786">
                  <c:v>0.10900206728058601</c:v>
                </c:pt>
                <c:pt idx="2787">
                  <c:v>0.117362371445856</c:v>
                </c:pt>
                <c:pt idx="2788">
                  <c:v>0.11261792452830099</c:v>
                </c:pt>
                <c:pt idx="2789">
                  <c:v>0.116279069767441</c:v>
                </c:pt>
                <c:pt idx="2790">
                  <c:v>0.10747103475828999</c:v>
                </c:pt>
                <c:pt idx="2791">
                  <c:v>0.11140209508460901</c:v>
                </c:pt>
                <c:pt idx="2792">
                  <c:v>0.11430223592906701</c:v>
                </c:pt>
                <c:pt idx="2793">
                  <c:v>0.109362706530291</c:v>
                </c:pt>
                <c:pt idx="2794">
                  <c:v>0.10571104387291901</c:v>
                </c:pt>
                <c:pt idx="2795">
                  <c:v>0.108136373143693</c:v>
                </c:pt>
                <c:pt idx="2796">
                  <c:v>0.11067761806981501</c:v>
                </c:pt>
                <c:pt idx="2797">
                  <c:v>0.115186482588089</c:v>
                </c:pt>
                <c:pt idx="2798">
                  <c:v>0.12933702557419699</c:v>
                </c:pt>
                <c:pt idx="2799">
                  <c:v>0.122646584185045</c:v>
                </c:pt>
                <c:pt idx="2800">
                  <c:v>5.5225148683092598E-2</c:v>
                </c:pt>
                <c:pt idx="2801">
                  <c:v>5.3366174055829198E-2</c:v>
                </c:pt>
                <c:pt idx="2802">
                  <c:v>5.6925498426023E-2</c:v>
                </c:pt>
                <c:pt idx="2803">
                  <c:v>5.7963580405232099E-2</c:v>
                </c:pt>
                <c:pt idx="2804">
                  <c:v>0.112094395280235</c:v>
                </c:pt>
                <c:pt idx="2805">
                  <c:v>5.3071820017306003E-2</c:v>
                </c:pt>
                <c:pt idx="2806">
                  <c:v>6.6291585127201499E-2</c:v>
                </c:pt>
                <c:pt idx="2807">
                  <c:v>6.3471161443244606E-2</c:v>
                </c:pt>
                <c:pt idx="2808">
                  <c:v>6.3496143958868795E-2</c:v>
                </c:pt>
                <c:pt idx="2809">
                  <c:v>6.3571616987602206E-2</c:v>
                </c:pt>
                <c:pt idx="2810">
                  <c:v>5.4773082942096998E-2</c:v>
                </c:pt>
                <c:pt idx="2811">
                  <c:v>5.7757941716985998E-2</c:v>
                </c:pt>
                <c:pt idx="2812">
                  <c:v>6.2021439509954E-2</c:v>
                </c:pt>
                <c:pt idx="2813">
                  <c:v>5.9050064184852299E-2</c:v>
                </c:pt>
                <c:pt idx="2814">
                  <c:v>5.7522123893805302E-2</c:v>
                </c:pt>
                <c:pt idx="2815">
                  <c:v>5.3654530522857902E-2</c:v>
                </c:pt>
                <c:pt idx="2816">
                  <c:v>5.6497175141242903E-2</c:v>
                </c:pt>
                <c:pt idx="2817">
                  <c:v>6.01564607499325E-2</c:v>
                </c:pt>
                <c:pt idx="2818">
                  <c:v>0.131523122613491</c:v>
                </c:pt>
                <c:pt idx="2819">
                  <c:v>0.106157112526539</c:v>
                </c:pt>
                <c:pt idx="2820">
                  <c:v>5.3497942386831199E-2</c:v>
                </c:pt>
                <c:pt idx="2821">
                  <c:v>5.17515923566879E-2</c:v>
                </c:pt>
                <c:pt idx="2822">
                  <c:v>5.5146124523506902E-2</c:v>
                </c:pt>
                <c:pt idx="2823">
                  <c:v>5.6065492433639202E-2</c:v>
                </c:pt>
                <c:pt idx="2824">
                  <c:v>0.108108108108108</c:v>
                </c:pt>
                <c:pt idx="2825">
                  <c:v>5.14253773057574E-2</c:v>
                </c:pt>
                <c:pt idx="2826">
                  <c:v>6.4081343107117494E-2</c:v>
                </c:pt>
                <c:pt idx="2827">
                  <c:v>6.1479591836734598E-2</c:v>
                </c:pt>
                <c:pt idx="2828">
                  <c:v>6.1320754716981098E-2</c:v>
                </c:pt>
                <c:pt idx="2829">
                  <c:v>6.1573837506387299E-2</c:v>
                </c:pt>
                <c:pt idx="2830">
                  <c:v>5.2990158970476903E-2</c:v>
                </c:pt>
                <c:pt idx="2831">
                  <c:v>5.5951169888097597E-2</c:v>
                </c:pt>
                <c:pt idx="2832">
                  <c:v>5.9911242603550199E-2</c:v>
                </c:pt>
                <c:pt idx="2833">
                  <c:v>5.7114477278370997E-2</c:v>
                </c:pt>
                <c:pt idx="2834">
                  <c:v>5.5476529160739599E-2</c:v>
                </c:pt>
                <c:pt idx="2835">
                  <c:v>5.2030793735067603E-2</c:v>
                </c:pt>
                <c:pt idx="2836">
                  <c:v>5.4773082942096998E-2</c:v>
                </c:pt>
                <c:pt idx="2837">
                  <c:v>5.8315899581589899E-2</c:v>
                </c:pt>
                <c:pt idx="2838">
                  <c:v>0.12699713232281801</c:v>
                </c:pt>
                <c:pt idx="2839">
                  <c:v>0.102249488752556</c:v>
                </c:pt>
                <c:pt idx="2840">
                  <c:v>5.9889676910953503E-2</c:v>
                </c:pt>
                <c:pt idx="2841">
                  <c:v>5.7926829268292603E-2</c:v>
                </c:pt>
                <c:pt idx="2842">
                  <c:v>5.8909090909090897E-2</c:v>
                </c:pt>
                <c:pt idx="2843">
                  <c:v>6.15384615384615E-2</c:v>
                </c:pt>
                <c:pt idx="2844">
                  <c:v>0.112367171602984</c:v>
                </c:pt>
                <c:pt idx="2845">
                  <c:v>5.8398071256362101E-2</c:v>
                </c:pt>
                <c:pt idx="2846">
                  <c:v>6.87246507435781E-2</c:v>
                </c:pt>
                <c:pt idx="2847">
                  <c:v>6.7040468064358802E-2</c:v>
                </c:pt>
                <c:pt idx="2848">
                  <c:v>6.6713981547196599E-2</c:v>
                </c:pt>
                <c:pt idx="2849">
                  <c:v>6.7399267399267396E-2</c:v>
                </c:pt>
                <c:pt idx="2850">
                  <c:v>5.8526011560693599E-2</c:v>
                </c:pt>
                <c:pt idx="2851">
                  <c:v>6.0966723342239397E-2</c:v>
                </c:pt>
                <c:pt idx="2852">
                  <c:v>6.5743132190655001E-2</c:v>
                </c:pt>
                <c:pt idx="2853">
                  <c:v>6.2544420753375907E-2</c:v>
                </c:pt>
                <c:pt idx="2854">
                  <c:v>6.0578661844484599E-2</c:v>
                </c:pt>
                <c:pt idx="2855">
                  <c:v>5.8195679796696299E-2</c:v>
                </c:pt>
                <c:pt idx="2856">
                  <c:v>6.0628742514969997E-2</c:v>
                </c:pt>
                <c:pt idx="2857">
                  <c:v>6.4032016008003997E-2</c:v>
                </c:pt>
                <c:pt idx="2858">
                  <c:v>0.12712360867018099</c:v>
                </c:pt>
                <c:pt idx="2859">
                  <c:v>0.10646140503035501</c:v>
                </c:pt>
                <c:pt idx="2860">
                  <c:v>6.1396776669224801E-2</c:v>
                </c:pt>
                <c:pt idx="2861">
                  <c:v>5.9435364041604703E-2</c:v>
                </c:pt>
                <c:pt idx="2862">
                  <c:v>6.3210227272727196E-2</c:v>
                </c:pt>
                <c:pt idx="2863">
                  <c:v>6.2111801242236003E-2</c:v>
                </c:pt>
                <c:pt idx="2864">
                  <c:v>0.11260467166152401</c:v>
                </c:pt>
                <c:pt idx="2865">
                  <c:v>5.9744325593529803E-2</c:v>
                </c:pt>
                <c:pt idx="2866">
                  <c:v>6.9639718804920897E-2</c:v>
                </c:pt>
                <c:pt idx="2867">
                  <c:v>6.83760683760683E-2</c:v>
                </c:pt>
                <c:pt idx="2868">
                  <c:v>6.7632850241545805E-2</c:v>
                </c:pt>
                <c:pt idx="2869">
                  <c:v>6.8219633943427602E-2</c:v>
                </c:pt>
                <c:pt idx="2870">
                  <c:v>5.9981255857544498E-2</c:v>
                </c:pt>
                <c:pt idx="2871">
                  <c:v>6.3965884861407196E-2</c:v>
                </c:pt>
                <c:pt idx="2872">
                  <c:v>6.7645035542306803E-2</c:v>
                </c:pt>
                <c:pt idx="2873">
                  <c:v>6.3090029933225794E-2</c:v>
                </c:pt>
                <c:pt idx="2874">
                  <c:v>6.1386138613861302E-2</c:v>
                </c:pt>
                <c:pt idx="2875">
                  <c:v>5.96977953926182E-2</c:v>
                </c:pt>
                <c:pt idx="2876">
                  <c:v>6.2256809338521402E-2</c:v>
                </c:pt>
                <c:pt idx="2877">
                  <c:v>6.5837600585223102E-2</c:v>
                </c:pt>
                <c:pt idx="2878">
                  <c:v>0.123927550047664</c:v>
                </c:pt>
                <c:pt idx="2879">
                  <c:v>0.10683308652422201</c:v>
                </c:pt>
                <c:pt idx="2880">
                  <c:v>0.125</c:v>
                </c:pt>
                <c:pt idx="2881">
                  <c:v>0.120918125887363</c:v>
                </c:pt>
                <c:pt idx="2882">
                  <c:v>0.123389830508474</c:v>
                </c:pt>
                <c:pt idx="2883">
                  <c:v>0.12103873239436599</c:v>
                </c:pt>
                <c:pt idx="2884">
                  <c:v>0.138654597819378</c:v>
                </c:pt>
                <c:pt idx="2885">
                  <c:v>0.12237762237762199</c:v>
                </c:pt>
                <c:pt idx="2886">
                  <c:v>0.123899371069182</c:v>
                </c:pt>
                <c:pt idx="2887">
                  <c:v>0.12728917024643899</c:v>
                </c:pt>
                <c:pt idx="2888">
                  <c:v>0.12491752804046601</c:v>
                </c:pt>
                <c:pt idx="2889">
                  <c:v>0.12584880036215401</c:v>
                </c:pt>
                <c:pt idx="2890">
                  <c:v>0.119372900335946</c:v>
                </c:pt>
                <c:pt idx="2891">
                  <c:v>0.12491513917175801</c:v>
                </c:pt>
                <c:pt idx="2892">
                  <c:v>0.128015648772006</c:v>
                </c:pt>
                <c:pt idx="2893">
                  <c:v>0.121779343756881</c:v>
                </c:pt>
                <c:pt idx="2894">
                  <c:v>0.11748576249736301</c:v>
                </c:pt>
                <c:pt idx="2895">
                  <c:v>0.121183431952662</c:v>
                </c:pt>
                <c:pt idx="2896">
                  <c:v>0.123955431754874</c:v>
                </c:pt>
                <c:pt idx="2897">
                  <c:v>0.12805587892898701</c:v>
                </c:pt>
                <c:pt idx="2898">
                  <c:v>0.13883443236499701</c:v>
                </c:pt>
                <c:pt idx="2899">
                  <c:v>0.13497419610956701</c:v>
                </c:pt>
                <c:pt idx="2900">
                  <c:v>5.1252519435646397E-2</c:v>
                </c:pt>
                <c:pt idx="2901">
                  <c:v>4.9540773726690697E-2</c:v>
                </c:pt>
                <c:pt idx="2902">
                  <c:v>5.2842273819055201E-2</c:v>
                </c:pt>
                <c:pt idx="2903">
                  <c:v>5.4308093994777998E-2</c:v>
                </c:pt>
                <c:pt idx="2904">
                  <c:v>0.107518796992481</c:v>
                </c:pt>
                <c:pt idx="2905">
                  <c:v>4.8023426061493402E-2</c:v>
                </c:pt>
                <c:pt idx="2906">
                  <c:v>6.2874251497005901E-2</c:v>
                </c:pt>
                <c:pt idx="2907">
                  <c:v>5.9201714438789098E-2</c:v>
                </c:pt>
                <c:pt idx="2908">
                  <c:v>5.9377452262620901E-2</c:v>
                </c:pt>
                <c:pt idx="2909">
                  <c:v>5.9297021733297497E-2</c:v>
                </c:pt>
                <c:pt idx="2910">
                  <c:v>5.0955414012738801E-2</c:v>
                </c:pt>
                <c:pt idx="2911">
                  <c:v>5.3685897435897398E-2</c:v>
                </c:pt>
                <c:pt idx="2912">
                  <c:v>5.7812500000000003E-2</c:v>
                </c:pt>
                <c:pt idx="2913">
                  <c:v>5.5410350235232601E-2</c:v>
                </c:pt>
                <c:pt idx="2914">
                  <c:v>5.38307461191787E-2</c:v>
                </c:pt>
                <c:pt idx="2915">
                  <c:v>5.0125313283208003E-2</c:v>
                </c:pt>
                <c:pt idx="2916">
                  <c:v>5.2833287708732503E-2</c:v>
                </c:pt>
                <c:pt idx="2917">
                  <c:v>5.5967078189300398E-2</c:v>
                </c:pt>
                <c:pt idx="2918">
                  <c:v>0.12906724511930501</c:v>
                </c:pt>
                <c:pt idx="2919">
                  <c:v>0.102070293692826</c:v>
                </c:pt>
                <c:pt idx="2920">
                  <c:v>6.9407496977025293E-2</c:v>
                </c:pt>
                <c:pt idx="2921">
                  <c:v>6.7118802619270307E-2</c:v>
                </c:pt>
                <c:pt idx="2922">
                  <c:v>6.9850479803615195E-2</c:v>
                </c:pt>
                <c:pt idx="2923">
                  <c:v>6.9190600522193196E-2</c:v>
                </c:pt>
                <c:pt idx="2924">
                  <c:v>0.114624505928853</c:v>
                </c:pt>
                <c:pt idx="2925">
                  <c:v>6.7934782608695607E-2</c:v>
                </c:pt>
                <c:pt idx="2926">
                  <c:v>7.0233422846519303E-2</c:v>
                </c:pt>
                <c:pt idx="2927">
                  <c:v>7.4927309326772495E-2</c:v>
                </c:pt>
                <c:pt idx="2928">
                  <c:v>7.3759791122715399E-2</c:v>
                </c:pt>
                <c:pt idx="2929">
                  <c:v>7.4596774193548293E-2</c:v>
                </c:pt>
                <c:pt idx="2930">
                  <c:v>6.6873339238263899E-2</c:v>
                </c:pt>
                <c:pt idx="2931">
                  <c:v>6.9134701159678805E-2</c:v>
                </c:pt>
                <c:pt idx="2932">
                  <c:v>7.3039742212674494E-2</c:v>
                </c:pt>
                <c:pt idx="2933">
                  <c:v>6.9423286180631094E-2</c:v>
                </c:pt>
                <c:pt idx="2934">
                  <c:v>6.7361835245046894E-2</c:v>
                </c:pt>
                <c:pt idx="2935">
                  <c:v>6.7368421052631494E-2</c:v>
                </c:pt>
                <c:pt idx="2936">
                  <c:v>6.9463548830811503E-2</c:v>
                </c:pt>
                <c:pt idx="2937">
                  <c:v>7.2610294117646995E-2</c:v>
                </c:pt>
                <c:pt idx="2938">
                  <c:v>0.123101952277657</c:v>
                </c:pt>
                <c:pt idx="2939">
                  <c:v>0.109087269815852</c:v>
                </c:pt>
                <c:pt idx="2940">
                  <c:v>6.9047619047618997E-2</c:v>
                </c:pt>
                <c:pt idx="2941">
                  <c:v>6.6768994627782005E-2</c:v>
                </c:pt>
                <c:pt idx="2942">
                  <c:v>7.0484581497797294E-2</c:v>
                </c:pt>
                <c:pt idx="2943">
                  <c:v>7.03050524308865E-2</c:v>
                </c:pt>
                <c:pt idx="2944">
                  <c:v>0.120145355439473</c:v>
                </c:pt>
                <c:pt idx="2945">
                  <c:v>6.6576819407008006E-2</c:v>
                </c:pt>
                <c:pt idx="2946">
                  <c:v>7.7306733167082295E-2</c:v>
                </c:pt>
                <c:pt idx="2947">
                  <c:v>7.5846833578792294E-2</c:v>
                </c:pt>
                <c:pt idx="2948">
                  <c:v>7.6024785510009504E-2</c:v>
                </c:pt>
                <c:pt idx="2949">
                  <c:v>7.5165806927044901E-2</c:v>
                </c:pt>
                <c:pt idx="2950">
                  <c:v>6.7167798254122196E-2</c:v>
                </c:pt>
                <c:pt idx="2951">
                  <c:v>7.1796128399901904E-2</c:v>
                </c:pt>
                <c:pt idx="2952">
                  <c:v>7.5739644970414202E-2</c:v>
                </c:pt>
                <c:pt idx="2953">
                  <c:v>7.1070832339613602E-2</c:v>
                </c:pt>
                <c:pt idx="2954">
                  <c:v>6.8847989093387796E-2</c:v>
                </c:pt>
                <c:pt idx="2955">
                  <c:v>6.7041965199590506E-2</c:v>
                </c:pt>
                <c:pt idx="2956">
                  <c:v>6.9597989949748695E-2</c:v>
                </c:pt>
                <c:pt idx="2957">
                  <c:v>7.3047858942065405E-2</c:v>
                </c:pt>
                <c:pt idx="2958">
                  <c:v>0.12821512081059999</c:v>
                </c:pt>
                <c:pt idx="2959">
                  <c:v>0.113745106568073</c:v>
                </c:pt>
                <c:pt idx="2960">
                  <c:v>6.8240123140071801E-2</c:v>
                </c:pt>
                <c:pt idx="2961">
                  <c:v>6.6152698333747803E-2</c:v>
                </c:pt>
                <c:pt idx="2962">
                  <c:v>7.0104562737642498E-2</c:v>
                </c:pt>
                <c:pt idx="2963">
                  <c:v>6.9300069300069295E-2</c:v>
                </c:pt>
                <c:pt idx="2964">
                  <c:v>0.11877903118779</c:v>
                </c:pt>
                <c:pt idx="2965">
                  <c:v>6.5882352941176406E-2</c:v>
                </c:pt>
                <c:pt idx="2966">
                  <c:v>7.6058201058201005E-2</c:v>
                </c:pt>
                <c:pt idx="2967">
                  <c:v>7.6079179585022597E-2</c:v>
                </c:pt>
                <c:pt idx="2968">
                  <c:v>7.4296262113521E-2</c:v>
                </c:pt>
                <c:pt idx="2969">
                  <c:v>7.5674385294819693E-2</c:v>
                </c:pt>
                <c:pt idx="2970">
                  <c:v>6.6494360902255606E-2</c:v>
                </c:pt>
                <c:pt idx="2971">
                  <c:v>7.08680142687277E-2</c:v>
                </c:pt>
                <c:pt idx="2972">
                  <c:v>7.55760368663594E-2</c:v>
                </c:pt>
                <c:pt idx="2973">
                  <c:v>6.9794314767737398E-2</c:v>
                </c:pt>
                <c:pt idx="2974">
                  <c:v>6.7740511915269197E-2</c:v>
                </c:pt>
                <c:pt idx="2975">
                  <c:v>6.64179104477612E-2</c:v>
                </c:pt>
                <c:pt idx="2976">
                  <c:v>6.9125549584758098E-2</c:v>
                </c:pt>
                <c:pt idx="2977">
                  <c:v>7.3003429691327698E-2</c:v>
                </c:pt>
                <c:pt idx="2978">
                  <c:v>0.12593016599885501</c:v>
                </c:pt>
                <c:pt idx="2979">
                  <c:v>0.11273885350318399</c:v>
                </c:pt>
                <c:pt idx="2980">
                  <c:v>6.9102462271644099E-2</c:v>
                </c:pt>
                <c:pt idx="2981">
                  <c:v>6.6820276497695799E-2</c:v>
                </c:pt>
                <c:pt idx="2982">
                  <c:v>7.0798628123468793E-2</c:v>
                </c:pt>
                <c:pt idx="2983">
                  <c:v>6.9845053635280097E-2</c:v>
                </c:pt>
                <c:pt idx="2984">
                  <c:v>0.120391442876649</c:v>
                </c:pt>
                <c:pt idx="2985">
                  <c:v>6.6630698678176406E-2</c:v>
                </c:pt>
                <c:pt idx="2986">
                  <c:v>7.69230769230769E-2</c:v>
                </c:pt>
                <c:pt idx="2987">
                  <c:v>7.6167076167076103E-2</c:v>
                </c:pt>
                <c:pt idx="2988">
                  <c:v>7.5566150178784194E-2</c:v>
                </c:pt>
                <c:pt idx="2989">
                  <c:v>7.5485615933120198E-2</c:v>
                </c:pt>
                <c:pt idx="2990">
                  <c:v>6.7475728155339795E-2</c:v>
                </c:pt>
                <c:pt idx="2991">
                  <c:v>7.2111846946284003E-2</c:v>
                </c:pt>
                <c:pt idx="2992">
                  <c:v>7.6303317535545007E-2</c:v>
                </c:pt>
                <c:pt idx="2993">
                  <c:v>7.0610687022900701E-2</c:v>
                </c:pt>
                <c:pt idx="2994">
                  <c:v>6.8502503413746002E-2</c:v>
                </c:pt>
                <c:pt idx="2995">
                  <c:v>6.7093469910371295E-2</c:v>
                </c:pt>
                <c:pt idx="2996">
                  <c:v>6.9919517102615694E-2</c:v>
                </c:pt>
                <c:pt idx="2997">
                  <c:v>7.3644388398486693E-2</c:v>
                </c:pt>
                <c:pt idx="2998">
                  <c:v>0.12770943175161101</c:v>
                </c:pt>
                <c:pt idx="2999">
                  <c:v>0.114117390355662</c:v>
                </c:pt>
                <c:pt idx="3000">
                  <c:v>5.6480999479437702E-2</c:v>
                </c:pt>
                <c:pt idx="3001">
                  <c:v>5.46875E-2</c:v>
                </c:pt>
                <c:pt idx="3002">
                  <c:v>5.8058299205010801E-2</c:v>
                </c:pt>
                <c:pt idx="3003">
                  <c:v>5.8368495077355802E-2</c:v>
                </c:pt>
                <c:pt idx="3004">
                  <c:v>0.10876878223816901</c:v>
                </c:pt>
                <c:pt idx="3005">
                  <c:v>5.4376657824933602E-2</c:v>
                </c:pt>
                <c:pt idx="3006">
                  <c:v>6.5771812080536896E-2</c:v>
                </c:pt>
                <c:pt idx="3007">
                  <c:v>6.3814358230601803E-2</c:v>
                </c:pt>
                <c:pt idx="3008">
                  <c:v>6.3451182392882194E-2</c:v>
                </c:pt>
                <c:pt idx="3009">
                  <c:v>6.4164648910411598E-2</c:v>
                </c:pt>
                <c:pt idx="3010">
                  <c:v>5.5330312425470998E-2</c:v>
                </c:pt>
                <c:pt idx="3011">
                  <c:v>5.8823529411764698E-2</c:v>
                </c:pt>
                <c:pt idx="3012">
                  <c:v>6.2865155410142495E-2</c:v>
                </c:pt>
                <c:pt idx="3013">
                  <c:v>5.9361801970905598E-2</c:v>
                </c:pt>
                <c:pt idx="3014">
                  <c:v>5.75201432408236E-2</c:v>
                </c:pt>
                <c:pt idx="3015">
                  <c:v>5.4953365263423197E-2</c:v>
                </c:pt>
                <c:pt idx="3016">
                  <c:v>5.74257425742574E-2</c:v>
                </c:pt>
                <c:pt idx="3017">
                  <c:v>6.0794044665012398E-2</c:v>
                </c:pt>
                <c:pt idx="3018">
                  <c:v>0.124125874125874</c:v>
                </c:pt>
                <c:pt idx="3019">
                  <c:v>0.103055077452667</c:v>
                </c:pt>
                <c:pt idx="3020">
                  <c:v>6.1283534981588603E-2</c:v>
                </c:pt>
                <c:pt idx="3021">
                  <c:v>5.9272449758331201E-2</c:v>
                </c:pt>
                <c:pt idx="3022">
                  <c:v>6.1224489795918297E-2</c:v>
                </c:pt>
                <c:pt idx="3023">
                  <c:v>6.27962085308056E-2</c:v>
                </c:pt>
                <c:pt idx="3024">
                  <c:v>0.113626075147125</c:v>
                </c:pt>
                <c:pt idx="3025">
                  <c:v>5.9533386967015198E-2</c:v>
                </c:pt>
                <c:pt idx="3026">
                  <c:v>6.8483892768641502E-2</c:v>
                </c:pt>
                <c:pt idx="3027">
                  <c:v>6.8342689773004603E-2</c:v>
                </c:pt>
                <c:pt idx="3028">
                  <c:v>6.7724366564053895E-2</c:v>
                </c:pt>
                <c:pt idx="3029">
                  <c:v>6.8704156479217598E-2</c:v>
                </c:pt>
                <c:pt idx="3030">
                  <c:v>5.9802266698818399E-2</c:v>
                </c:pt>
                <c:pt idx="3031">
                  <c:v>6.2256809338521402E-2</c:v>
                </c:pt>
                <c:pt idx="3032">
                  <c:v>6.6745005875440605E-2</c:v>
                </c:pt>
                <c:pt idx="3033">
                  <c:v>6.3552288356651596E-2</c:v>
                </c:pt>
                <c:pt idx="3034">
                  <c:v>6.15384615384615E-2</c:v>
                </c:pt>
                <c:pt idx="3035">
                  <c:v>5.9541984732824398E-2</c:v>
                </c:pt>
                <c:pt idx="3036">
                  <c:v>6.1953534848863297E-2</c:v>
                </c:pt>
                <c:pt idx="3037">
                  <c:v>6.5364387678437205E-2</c:v>
                </c:pt>
                <c:pt idx="3038">
                  <c:v>0.12756397733932401</c:v>
                </c:pt>
                <c:pt idx="3039">
                  <c:v>0.107662253093119</c:v>
                </c:pt>
                <c:pt idx="3040">
                  <c:v>6.7693862086385406E-2</c:v>
                </c:pt>
                <c:pt idx="3041">
                  <c:v>6.5318059956129604E-2</c:v>
                </c:pt>
                <c:pt idx="3042">
                  <c:v>6.8435754189944104E-2</c:v>
                </c:pt>
                <c:pt idx="3043">
                  <c:v>6.7923671058609705E-2</c:v>
                </c:pt>
                <c:pt idx="3044">
                  <c:v>0.116551126516464</c:v>
                </c:pt>
                <c:pt idx="3045">
                  <c:v>6.6494178525226294E-2</c:v>
                </c:pt>
                <c:pt idx="3046">
                  <c:v>7.3738680465717896E-2</c:v>
                </c:pt>
                <c:pt idx="3047">
                  <c:v>7.3927238805970102E-2</c:v>
                </c:pt>
                <c:pt idx="3048">
                  <c:v>7.3331815076292398E-2</c:v>
                </c:pt>
                <c:pt idx="3049">
                  <c:v>7.3632538569424894E-2</c:v>
                </c:pt>
                <c:pt idx="3050">
                  <c:v>6.5478944932901406E-2</c:v>
                </c:pt>
                <c:pt idx="3051">
                  <c:v>6.8933395435491304E-2</c:v>
                </c:pt>
                <c:pt idx="3052">
                  <c:v>6.9721115537848599E-2</c:v>
                </c:pt>
                <c:pt idx="3053">
                  <c:v>6.8651966355989996E-2</c:v>
                </c:pt>
                <c:pt idx="3054">
                  <c:v>6.6710268149117E-2</c:v>
                </c:pt>
                <c:pt idx="3055">
                  <c:v>6.5577766942954599E-2</c:v>
                </c:pt>
                <c:pt idx="3056">
                  <c:v>6.7541766109785198E-2</c:v>
                </c:pt>
                <c:pt idx="3057">
                  <c:v>7.10696338837042E-2</c:v>
                </c:pt>
                <c:pt idx="3058">
                  <c:v>0.123249299719887</c:v>
                </c:pt>
                <c:pt idx="3059">
                  <c:v>0.11078717201166099</c:v>
                </c:pt>
                <c:pt idx="3060">
                  <c:v>6.2211981566820201E-2</c:v>
                </c:pt>
                <c:pt idx="3061">
                  <c:v>6.0223048327137499E-2</c:v>
                </c:pt>
                <c:pt idx="3062">
                  <c:v>6.3965884861407196E-2</c:v>
                </c:pt>
                <c:pt idx="3063">
                  <c:v>6.3090029933225794E-2</c:v>
                </c:pt>
                <c:pt idx="3064">
                  <c:v>0.11334068357221599</c:v>
                </c:pt>
                <c:pt idx="3065">
                  <c:v>6.0297572435395401E-2</c:v>
                </c:pt>
                <c:pt idx="3066">
                  <c:v>6.9874752801581994E-2</c:v>
                </c:pt>
                <c:pt idx="3067">
                  <c:v>6.9391634980988506E-2</c:v>
                </c:pt>
                <c:pt idx="3068">
                  <c:v>6.8124280782508595E-2</c:v>
                </c:pt>
                <c:pt idx="3069">
                  <c:v>6.8981921979067495E-2</c:v>
                </c:pt>
                <c:pt idx="3070">
                  <c:v>6.0726846424384501E-2</c:v>
                </c:pt>
                <c:pt idx="3071">
                  <c:v>6.4470253614600598E-2</c:v>
                </c:pt>
                <c:pt idx="3072">
                  <c:v>6.8379990821477707E-2</c:v>
                </c:pt>
                <c:pt idx="3073">
                  <c:v>6.3579820317899105E-2</c:v>
                </c:pt>
                <c:pt idx="3074">
                  <c:v>6.1853400836451598E-2</c:v>
                </c:pt>
                <c:pt idx="3075">
                  <c:v>6.0485870104114998E-2</c:v>
                </c:pt>
                <c:pt idx="3076">
                  <c:v>6.3032367972742698E-2</c:v>
                </c:pt>
                <c:pt idx="3077">
                  <c:v>6.66178623718887E-2</c:v>
                </c:pt>
                <c:pt idx="3078">
                  <c:v>0.123927550047664</c:v>
                </c:pt>
                <c:pt idx="3079">
                  <c:v>0.107535986452159</c:v>
                </c:pt>
                <c:pt idx="3080">
                  <c:v>5.9893307468477201E-2</c:v>
                </c:pt>
                <c:pt idx="3081">
                  <c:v>5.8076651775217397E-2</c:v>
                </c:pt>
                <c:pt idx="3082">
                  <c:v>6.17673579801623E-2</c:v>
                </c:pt>
                <c:pt idx="3083">
                  <c:v>6.1224489795918297E-2</c:v>
                </c:pt>
                <c:pt idx="3084">
                  <c:v>0.109190556492411</c:v>
                </c:pt>
                <c:pt idx="3085">
                  <c:v>5.7863501483679497E-2</c:v>
                </c:pt>
                <c:pt idx="3086">
                  <c:v>6.7604450976275404E-2</c:v>
                </c:pt>
                <c:pt idx="3087">
                  <c:v>6.7073170731707293E-2</c:v>
                </c:pt>
                <c:pt idx="3088">
                  <c:v>6.5979833406400706E-2</c:v>
                </c:pt>
                <c:pt idx="3089">
                  <c:v>6.6772295156179204E-2</c:v>
                </c:pt>
                <c:pt idx="3090">
                  <c:v>5.8666071826901603E-2</c:v>
                </c:pt>
                <c:pt idx="3091">
                  <c:v>6.2246278755074401E-2</c:v>
                </c:pt>
                <c:pt idx="3092">
                  <c:v>6.5695018490319695E-2</c:v>
                </c:pt>
                <c:pt idx="3093">
                  <c:v>6.1690450054884702E-2</c:v>
                </c:pt>
                <c:pt idx="3094">
                  <c:v>6.0084033613445303E-2</c:v>
                </c:pt>
                <c:pt idx="3095">
                  <c:v>5.8325493885230402E-2</c:v>
                </c:pt>
                <c:pt idx="3096">
                  <c:v>6.0696976690514597E-2</c:v>
                </c:pt>
                <c:pt idx="3097">
                  <c:v>6.4090698750578406E-2</c:v>
                </c:pt>
                <c:pt idx="3098">
                  <c:v>0.119361936193619</c:v>
                </c:pt>
                <c:pt idx="3099">
                  <c:v>0.10379079667545101</c:v>
                </c:pt>
                <c:pt idx="3100">
                  <c:v>5.4945054945054903E-2</c:v>
                </c:pt>
                <c:pt idx="3101">
                  <c:v>5.3149083178315099E-2</c:v>
                </c:pt>
                <c:pt idx="3102">
                  <c:v>5.5682684973302803E-2</c:v>
                </c:pt>
                <c:pt idx="3103">
                  <c:v>5.7902584493041698E-2</c:v>
                </c:pt>
                <c:pt idx="3104">
                  <c:v>0.11100546707867801</c:v>
                </c:pt>
                <c:pt idx="3105">
                  <c:v>5.2896725440806001E-2</c:v>
                </c:pt>
                <c:pt idx="3106">
                  <c:v>6.5845570819516794E-2</c:v>
                </c:pt>
                <c:pt idx="3107">
                  <c:v>6.3650306748466196E-2</c:v>
                </c:pt>
                <c:pt idx="3108">
                  <c:v>6.3432835820895497E-2</c:v>
                </c:pt>
                <c:pt idx="3109">
                  <c:v>6.3748079877112104E-2</c:v>
                </c:pt>
                <c:pt idx="3110">
                  <c:v>5.4586808188021203E-2</c:v>
                </c:pt>
                <c:pt idx="3111">
                  <c:v>5.75649516046867E-2</c:v>
                </c:pt>
                <c:pt idx="3112">
                  <c:v>6.2793572311495599E-2</c:v>
                </c:pt>
                <c:pt idx="3113">
                  <c:v>5.8955223880596999E-2</c:v>
                </c:pt>
                <c:pt idx="3114">
                  <c:v>5.7231061505580598E-2</c:v>
                </c:pt>
                <c:pt idx="3115">
                  <c:v>5.3149083178315099E-2</c:v>
                </c:pt>
                <c:pt idx="3116">
                  <c:v>5.6150430921911701E-2</c:v>
                </c:pt>
                <c:pt idx="3117">
                  <c:v>6.0256746135708597E-2</c:v>
                </c:pt>
                <c:pt idx="3118">
                  <c:v>0.12954218846232801</c:v>
                </c:pt>
                <c:pt idx="3119">
                  <c:v>0.10501138952164001</c:v>
                </c:pt>
                <c:pt idx="3120">
                  <c:v>5.9778198539356203E-2</c:v>
                </c:pt>
                <c:pt idx="3121">
                  <c:v>5.78080041851948E-2</c:v>
                </c:pt>
                <c:pt idx="3122">
                  <c:v>6.0545409056792503E-2</c:v>
                </c:pt>
                <c:pt idx="3123">
                  <c:v>6.2316715542521897E-2</c:v>
                </c:pt>
                <c:pt idx="3124">
                  <c:v>0.115806677562456</c:v>
                </c:pt>
                <c:pt idx="3125">
                  <c:v>5.7607497243660398E-2</c:v>
                </c:pt>
                <c:pt idx="3126">
                  <c:v>6.9983724715182494E-2</c:v>
                </c:pt>
                <c:pt idx="3127">
                  <c:v>6.8141815438772901E-2</c:v>
                </c:pt>
                <c:pt idx="3128">
                  <c:v>6.8020552972840695E-2</c:v>
                </c:pt>
                <c:pt idx="3129">
                  <c:v>6.8513853904282093E-2</c:v>
                </c:pt>
                <c:pt idx="3130">
                  <c:v>5.8911260253542097E-2</c:v>
                </c:pt>
                <c:pt idx="3131">
                  <c:v>6.2406015037593902E-2</c:v>
                </c:pt>
                <c:pt idx="3132">
                  <c:v>6.7685589519650605E-2</c:v>
                </c:pt>
                <c:pt idx="3133">
                  <c:v>6.3356164383561606E-2</c:v>
                </c:pt>
                <c:pt idx="3134">
                  <c:v>6.13768961493582E-2</c:v>
                </c:pt>
                <c:pt idx="3135">
                  <c:v>5.78080041851948E-2</c:v>
                </c:pt>
                <c:pt idx="3136">
                  <c:v>6.0364757256614401E-2</c:v>
                </c:pt>
                <c:pt idx="3137">
                  <c:v>6.4690721649484501E-2</c:v>
                </c:pt>
                <c:pt idx="3138">
                  <c:v>0.13095956547978199</c:v>
                </c:pt>
                <c:pt idx="3139">
                  <c:v>0.109322602280348</c:v>
                </c:pt>
                <c:pt idx="3140">
                  <c:v>6.4332247557003203E-2</c:v>
                </c:pt>
                <c:pt idx="3141">
                  <c:v>6.2204724409448797E-2</c:v>
                </c:pt>
                <c:pt idx="3142">
                  <c:v>6.5561416729464903E-2</c:v>
                </c:pt>
                <c:pt idx="3143">
                  <c:v>6.6176470588235295E-2</c:v>
                </c:pt>
                <c:pt idx="3144">
                  <c:v>0.119906323185011</c:v>
                </c:pt>
                <c:pt idx="3145">
                  <c:v>6.19469026548672E-2</c:v>
                </c:pt>
                <c:pt idx="3146">
                  <c:v>7.3426573426573397E-2</c:v>
                </c:pt>
                <c:pt idx="3147">
                  <c:v>7.1590622636753198E-2</c:v>
                </c:pt>
                <c:pt idx="3148">
                  <c:v>7.1901840490797495E-2</c:v>
                </c:pt>
                <c:pt idx="3149">
                  <c:v>7.2240464763829199E-2</c:v>
                </c:pt>
                <c:pt idx="3150">
                  <c:v>6.2827225130889994E-2</c:v>
                </c:pt>
                <c:pt idx="3151">
                  <c:v>6.6901408450704206E-2</c:v>
                </c:pt>
                <c:pt idx="3152">
                  <c:v>7.1011673151750901E-2</c:v>
                </c:pt>
                <c:pt idx="3153">
                  <c:v>6.7222767419038196E-2</c:v>
                </c:pt>
                <c:pt idx="3154">
                  <c:v>6.5059677041890904E-2</c:v>
                </c:pt>
                <c:pt idx="3155">
                  <c:v>6.2483591493830398E-2</c:v>
                </c:pt>
                <c:pt idx="3156">
                  <c:v>6.4965197215777204E-2</c:v>
                </c:pt>
                <c:pt idx="3157">
                  <c:v>6.8493150684931503E-2</c:v>
                </c:pt>
                <c:pt idx="3158">
                  <c:v>0.13042604501607699</c:v>
                </c:pt>
                <c:pt idx="3159">
                  <c:v>0.11347835837631701</c:v>
                </c:pt>
                <c:pt idx="3160">
                  <c:v>0.135886349598517</c:v>
                </c:pt>
                <c:pt idx="3161">
                  <c:v>0.13173652694610699</c:v>
                </c:pt>
                <c:pt idx="3162">
                  <c:v>0.131241629998086</c:v>
                </c:pt>
                <c:pt idx="3163">
                  <c:v>0.12640029873039499</c:v>
                </c:pt>
                <c:pt idx="3164">
                  <c:v>0.13664269426416401</c:v>
                </c:pt>
                <c:pt idx="3165">
                  <c:v>0.13551106427818699</c:v>
                </c:pt>
                <c:pt idx="3166">
                  <c:v>0.12667500446667801</c:v>
                </c:pt>
                <c:pt idx="3167">
                  <c:v>0.130070462768996</c:v>
                </c:pt>
                <c:pt idx="3168">
                  <c:v>0.12702551685602501</c:v>
                </c:pt>
                <c:pt idx="3169">
                  <c:v>0.129438717067583</c:v>
                </c:pt>
                <c:pt idx="3170">
                  <c:v>0.127922448203763</c:v>
                </c:pt>
                <c:pt idx="3171">
                  <c:v>0.13189127105666101</c:v>
                </c:pt>
                <c:pt idx="3172">
                  <c:v>0.12547597461468701</c:v>
                </c:pt>
                <c:pt idx="3173">
                  <c:v>0.12640029873039499</c:v>
                </c:pt>
                <c:pt idx="3174">
                  <c:v>0.122030237580993</c:v>
                </c:pt>
                <c:pt idx="3175">
                  <c:v>0.131962467558394</c:v>
                </c:pt>
                <c:pt idx="3176">
                  <c:v>0.13196480938416399</c:v>
                </c:pt>
                <c:pt idx="3177">
                  <c:v>0.132551319648093</c:v>
                </c:pt>
                <c:pt idx="3178">
                  <c:v>0.12356453835553501</c:v>
                </c:pt>
                <c:pt idx="3179">
                  <c:v>0.13277796667799999</c:v>
                </c:pt>
                <c:pt idx="3180">
                  <c:v>0.118715083798882</c:v>
                </c:pt>
                <c:pt idx="3181">
                  <c:v>0.114864864864864</c:v>
                </c:pt>
                <c:pt idx="3182">
                  <c:v>0.117634362184329</c:v>
                </c:pt>
                <c:pt idx="3183">
                  <c:v>0.115295602777193</c:v>
                </c:pt>
                <c:pt idx="3184">
                  <c:v>0.13441391579363501</c:v>
                </c:pt>
                <c:pt idx="3185">
                  <c:v>0.11679352997145501</c:v>
                </c:pt>
                <c:pt idx="3186">
                  <c:v>0.118368167202572</c:v>
                </c:pt>
                <c:pt idx="3187">
                  <c:v>0.12095730918499301</c:v>
                </c:pt>
                <c:pt idx="3188">
                  <c:v>0.11853720050441301</c:v>
                </c:pt>
                <c:pt idx="3189">
                  <c:v>0.11973200778041899</c:v>
                </c:pt>
                <c:pt idx="3190">
                  <c:v>0.11384549539910099</c:v>
                </c:pt>
                <c:pt idx="3191">
                  <c:v>0.11908363950724001</c:v>
                </c:pt>
                <c:pt idx="3192">
                  <c:v>0.121431526685974</c:v>
                </c:pt>
                <c:pt idx="3193">
                  <c:v>0.11600000000000001</c:v>
                </c:pt>
                <c:pt idx="3194">
                  <c:v>0.112121212121212</c:v>
                </c:pt>
                <c:pt idx="3195">
                  <c:v>0.115116017120973</c:v>
                </c:pt>
                <c:pt idx="3196">
                  <c:v>0.117465224111282</c:v>
                </c:pt>
                <c:pt idx="3197">
                  <c:v>0.121594684385382</c:v>
                </c:pt>
                <c:pt idx="3198">
                  <c:v>0.134354034061586</c:v>
                </c:pt>
                <c:pt idx="3199">
                  <c:v>0.126926736441484</c:v>
                </c:pt>
                <c:pt idx="3200">
                  <c:v>5.3067993366500803E-2</c:v>
                </c:pt>
                <c:pt idx="3201">
                  <c:v>5.1001335113484599E-2</c:v>
                </c:pt>
                <c:pt idx="3202">
                  <c:v>5.4885868171325902E-2</c:v>
                </c:pt>
                <c:pt idx="3203">
                  <c:v>5.5861723446893698E-2</c:v>
                </c:pt>
                <c:pt idx="3204">
                  <c:v>0.10860163382988899</c:v>
                </c:pt>
                <c:pt idx="3205">
                  <c:v>5.0632911392405E-2</c:v>
                </c:pt>
                <c:pt idx="3206">
                  <c:v>6.3890882986360295E-2</c:v>
                </c:pt>
                <c:pt idx="3207">
                  <c:v>6.2645011600928002E-2</c:v>
                </c:pt>
                <c:pt idx="3208">
                  <c:v>6.0948081264108299E-2</c:v>
                </c:pt>
                <c:pt idx="3209">
                  <c:v>6.19195046439628E-2</c:v>
                </c:pt>
                <c:pt idx="3210">
                  <c:v>5.2980132450331098E-2</c:v>
                </c:pt>
                <c:pt idx="3211">
                  <c:v>5.5427251732101598E-2</c:v>
                </c:pt>
                <c:pt idx="3212">
                  <c:v>5.9660509236145701E-2</c:v>
                </c:pt>
                <c:pt idx="3213">
                  <c:v>5.6655803459513598E-2</c:v>
                </c:pt>
                <c:pt idx="3214">
                  <c:v>5.51823416506717E-2</c:v>
                </c:pt>
                <c:pt idx="3215">
                  <c:v>5.1282051282051197E-2</c:v>
                </c:pt>
                <c:pt idx="3216">
                  <c:v>5.4693662897712297E-2</c:v>
                </c:pt>
                <c:pt idx="3217">
                  <c:v>5.8544303797468299E-2</c:v>
                </c:pt>
                <c:pt idx="3218">
                  <c:v>0.12733693394266701</c:v>
                </c:pt>
                <c:pt idx="3219">
                  <c:v>0.102859778597785</c:v>
                </c:pt>
                <c:pt idx="3220">
                  <c:v>5.0960512273212299E-2</c:v>
                </c:pt>
                <c:pt idx="3221">
                  <c:v>4.9032258064516103E-2</c:v>
                </c:pt>
                <c:pt idx="3222">
                  <c:v>5.2748885586924199E-2</c:v>
                </c:pt>
                <c:pt idx="3223">
                  <c:v>5.3662073966642403E-2</c:v>
                </c:pt>
                <c:pt idx="3224">
                  <c:v>0.10434983803794499</c:v>
                </c:pt>
                <c:pt idx="3225">
                  <c:v>4.8614883215643598E-2</c:v>
                </c:pt>
                <c:pt idx="3226">
                  <c:v>6.1389337641356997E-2</c:v>
                </c:pt>
                <c:pt idx="3227">
                  <c:v>6.0492905153099297E-2</c:v>
                </c:pt>
                <c:pt idx="3228">
                  <c:v>5.8524788391777501E-2</c:v>
                </c:pt>
                <c:pt idx="3229">
                  <c:v>5.9790732436472302E-2</c:v>
                </c:pt>
                <c:pt idx="3230">
                  <c:v>5.0884955752212302E-2</c:v>
                </c:pt>
                <c:pt idx="3231">
                  <c:v>5.3270564915758101E-2</c:v>
                </c:pt>
                <c:pt idx="3232">
                  <c:v>5.7211538461538397E-2</c:v>
                </c:pt>
                <c:pt idx="3233">
                  <c:v>5.4426705370101497E-2</c:v>
                </c:pt>
                <c:pt idx="3234">
                  <c:v>5.2911275415896401E-2</c:v>
                </c:pt>
                <c:pt idx="3235">
                  <c:v>4.9303045947341202E-2</c:v>
                </c:pt>
                <c:pt idx="3236">
                  <c:v>5.2591463414634103E-2</c:v>
                </c:pt>
                <c:pt idx="3237">
                  <c:v>5.6574923547400603E-2</c:v>
                </c:pt>
                <c:pt idx="3238">
                  <c:v>0.12259615384615299</c:v>
                </c:pt>
                <c:pt idx="3239">
                  <c:v>9.8713398402839395E-2</c:v>
                </c:pt>
                <c:pt idx="3240">
                  <c:v>5.75649516046867E-2</c:v>
                </c:pt>
                <c:pt idx="3241">
                  <c:v>5.5432372505543198E-2</c:v>
                </c:pt>
                <c:pt idx="3242">
                  <c:v>5.6537102473498198E-2</c:v>
                </c:pt>
                <c:pt idx="3243">
                  <c:v>5.9148446490218602E-2</c:v>
                </c:pt>
                <c:pt idx="3244">
                  <c:v>0.108638166593212</c:v>
                </c:pt>
                <c:pt idx="3245">
                  <c:v>5.5800674798858002E-2</c:v>
                </c:pt>
                <c:pt idx="3246">
                  <c:v>6.6066725197541698E-2</c:v>
                </c:pt>
                <c:pt idx="3247">
                  <c:v>6.5939278937381399E-2</c:v>
                </c:pt>
                <c:pt idx="3248">
                  <c:v>6.3981588032220899E-2</c:v>
                </c:pt>
                <c:pt idx="3249">
                  <c:v>6.5527065527065498E-2</c:v>
                </c:pt>
                <c:pt idx="3250">
                  <c:v>5.6427066260828801E-2</c:v>
                </c:pt>
                <c:pt idx="3251">
                  <c:v>5.8282208588957003E-2</c:v>
                </c:pt>
                <c:pt idx="3252">
                  <c:v>6.3013698630136894E-2</c:v>
                </c:pt>
                <c:pt idx="3253">
                  <c:v>5.9880239520958001E-2</c:v>
                </c:pt>
                <c:pt idx="3254">
                  <c:v>5.8085808580858003E-2</c:v>
                </c:pt>
                <c:pt idx="3255">
                  <c:v>5.5692459339576103E-2</c:v>
                </c:pt>
                <c:pt idx="3256">
                  <c:v>5.83959292464259E-2</c:v>
                </c:pt>
                <c:pt idx="3257">
                  <c:v>6.2211421628189503E-2</c:v>
                </c:pt>
                <c:pt idx="3258">
                  <c:v>0.123282442748091</c:v>
                </c:pt>
                <c:pt idx="3259">
                  <c:v>0.102959830866807</c:v>
                </c:pt>
                <c:pt idx="3260">
                  <c:v>5.8692421991084598E-2</c:v>
                </c:pt>
                <c:pt idx="3261">
                  <c:v>5.6581155598177897E-2</c:v>
                </c:pt>
                <c:pt idx="3262">
                  <c:v>6.0404225999081303E-2</c:v>
                </c:pt>
                <c:pt idx="3263">
                  <c:v>5.9454626732230599E-2</c:v>
                </c:pt>
                <c:pt idx="3264">
                  <c:v>0.108653639682198</c:v>
                </c:pt>
                <c:pt idx="3265">
                  <c:v>5.6775170325510903E-2</c:v>
                </c:pt>
                <c:pt idx="3266">
                  <c:v>6.6709429121231498E-2</c:v>
                </c:pt>
                <c:pt idx="3267">
                  <c:v>6.6881918819188105E-2</c:v>
                </c:pt>
                <c:pt idx="3268">
                  <c:v>6.4667710897292396E-2</c:v>
                </c:pt>
                <c:pt idx="3269">
                  <c:v>6.5989847715736002E-2</c:v>
                </c:pt>
                <c:pt idx="3270">
                  <c:v>5.7578516158397798E-2</c:v>
                </c:pt>
                <c:pt idx="3271">
                  <c:v>6.0891544117647002E-2</c:v>
                </c:pt>
                <c:pt idx="3272">
                  <c:v>6.46455639768167E-2</c:v>
                </c:pt>
                <c:pt idx="3273">
                  <c:v>6.0165511071348599E-2</c:v>
                </c:pt>
                <c:pt idx="3274">
                  <c:v>5.86723768736616E-2</c:v>
                </c:pt>
                <c:pt idx="3275">
                  <c:v>5.6834532374100702E-2</c:v>
                </c:pt>
                <c:pt idx="3276">
                  <c:v>5.9655741570384301E-2</c:v>
                </c:pt>
                <c:pt idx="3277">
                  <c:v>6.3623462630085101E-2</c:v>
                </c:pt>
                <c:pt idx="3278">
                  <c:v>0.12080536912751599</c:v>
                </c:pt>
                <c:pt idx="3279">
                  <c:v>0.10311404413281</c:v>
                </c:pt>
                <c:pt idx="3280">
                  <c:v>0.11868027533823799</c:v>
                </c:pt>
                <c:pt idx="3281">
                  <c:v>0.11465992647058799</c:v>
                </c:pt>
                <c:pt idx="3282">
                  <c:v>0.117659995601495</c:v>
                </c:pt>
                <c:pt idx="3283">
                  <c:v>0.11623418400171499</c:v>
                </c:pt>
                <c:pt idx="3284">
                  <c:v>0.13344051446945299</c:v>
                </c:pt>
                <c:pt idx="3285">
                  <c:v>0.115738498789346</c:v>
                </c:pt>
                <c:pt idx="3286">
                  <c:v>0.11886252045826499</c:v>
                </c:pt>
                <c:pt idx="3287">
                  <c:v>0.12442091330244801</c:v>
                </c:pt>
                <c:pt idx="3288">
                  <c:v>0.120094359854171</c:v>
                </c:pt>
                <c:pt idx="3289">
                  <c:v>0.12301236749116599</c:v>
                </c:pt>
                <c:pt idx="3290">
                  <c:v>0.11404273877017</c:v>
                </c:pt>
                <c:pt idx="3291">
                  <c:v>0.11889035667106999</c:v>
                </c:pt>
                <c:pt idx="3292">
                  <c:v>0.122219868671891</c:v>
                </c:pt>
                <c:pt idx="3293">
                  <c:v>0.116473616473616</c:v>
                </c:pt>
                <c:pt idx="3294">
                  <c:v>0.112505141916906</c:v>
                </c:pt>
                <c:pt idx="3295">
                  <c:v>0.114916111238795</c:v>
                </c:pt>
                <c:pt idx="3296">
                  <c:v>0.118311131180853</c:v>
                </c:pt>
                <c:pt idx="3297">
                  <c:v>0.122791119166289</c:v>
                </c:pt>
                <c:pt idx="3298">
                  <c:v>0.13502183406113499</c:v>
                </c:pt>
                <c:pt idx="3299">
                  <c:v>0.12994569433669501</c:v>
                </c:pt>
                <c:pt idx="3300">
                  <c:v>4.8903878583473802E-2</c:v>
                </c:pt>
                <c:pt idx="3301">
                  <c:v>4.6985334057577398E-2</c:v>
                </c:pt>
                <c:pt idx="3302">
                  <c:v>5.0626304801670102E-2</c:v>
                </c:pt>
                <c:pt idx="3303">
                  <c:v>5.2067381316998403E-2</c:v>
                </c:pt>
                <c:pt idx="3304">
                  <c:v>0.104023552502453</c:v>
                </c:pt>
                <c:pt idx="3305">
                  <c:v>4.5415595544130202E-2</c:v>
                </c:pt>
                <c:pt idx="3306">
                  <c:v>6.0332193453834802E-2</c:v>
                </c:pt>
                <c:pt idx="3307">
                  <c:v>5.8499475341028298E-2</c:v>
                </c:pt>
                <c:pt idx="3308">
                  <c:v>5.6748466257668703E-2</c:v>
                </c:pt>
                <c:pt idx="3309">
                  <c:v>5.7757941716985998E-2</c:v>
                </c:pt>
                <c:pt idx="3310">
                  <c:v>4.9027237354085602E-2</c:v>
                </c:pt>
                <c:pt idx="3311">
                  <c:v>5.1174934725848498E-2</c:v>
                </c:pt>
                <c:pt idx="3312">
                  <c:v>5.5272542027508899E-2</c:v>
                </c:pt>
                <c:pt idx="3313">
                  <c:v>5.2873563218390797E-2</c:v>
                </c:pt>
                <c:pt idx="3314">
                  <c:v>5.1395007342143903E-2</c:v>
                </c:pt>
                <c:pt idx="3315">
                  <c:v>4.7554347826086897E-2</c:v>
                </c:pt>
                <c:pt idx="3316">
                  <c:v>5.0842922130050802E-2</c:v>
                </c:pt>
                <c:pt idx="3317">
                  <c:v>5.44674000536624E-2</c:v>
                </c:pt>
                <c:pt idx="3318">
                  <c:v>0.12484049340705999</c:v>
                </c:pt>
                <c:pt idx="3319">
                  <c:v>9.87508838086259E-2</c:v>
                </c:pt>
                <c:pt idx="3320">
                  <c:v>6.62905500705218E-2</c:v>
                </c:pt>
                <c:pt idx="3321">
                  <c:v>6.3878154125937697E-2</c:v>
                </c:pt>
                <c:pt idx="3322">
                  <c:v>6.6956521739130401E-2</c:v>
                </c:pt>
                <c:pt idx="3323">
                  <c:v>6.6383881230116598E-2</c:v>
                </c:pt>
                <c:pt idx="3324">
                  <c:v>0.110524177163754</c:v>
                </c:pt>
                <c:pt idx="3325">
                  <c:v>6.4539347408829106E-2</c:v>
                </c:pt>
                <c:pt idx="3326">
                  <c:v>6.8012108980827393E-2</c:v>
                </c:pt>
                <c:pt idx="3327">
                  <c:v>7.3298429319371694E-2</c:v>
                </c:pt>
                <c:pt idx="3328">
                  <c:v>7.0655633354551203E-2</c:v>
                </c:pt>
                <c:pt idx="3329">
                  <c:v>7.2270742358078593E-2</c:v>
                </c:pt>
                <c:pt idx="3330">
                  <c:v>6.4307293914544594E-2</c:v>
                </c:pt>
                <c:pt idx="3331">
                  <c:v>6.6492829204693599E-2</c:v>
                </c:pt>
                <c:pt idx="3332">
                  <c:v>7.0260067114093896E-2</c:v>
                </c:pt>
                <c:pt idx="3333">
                  <c:v>6.6610097581671607E-2</c:v>
                </c:pt>
                <c:pt idx="3334">
                  <c:v>6.4713064713064705E-2</c:v>
                </c:pt>
                <c:pt idx="3335">
                  <c:v>6.4120054570259197E-2</c:v>
                </c:pt>
                <c:pt idx="3336">
                  <c:v>6.67410714285714E-2</c:v>
                </c:pt>
                <c:pt idx="3337">
                  <c:v>7.0277529095792296E-2</c:v>
                </c:pt>
                <c:pt idx="3338">
                  <c:v>0.12028343666961901</c:v>
                </c:pt>
                <c:pt idx="3339">
                  <c:v>0.105201407899882</c:v>
                </c:pt>
                <c:pt idx="3340">
                  <c:v>6.7522464698331106E-2</c:v>
                </c:pt>
                <c:pt idx="3341">
                  <c:v>6.5309163148745894E-2</c:v>
                </c:pt>
                <c:pt idx="3342">
                  <c:v>6.9031183051654302E-2</c:v>
                </c:pt>
                <c:pt idx="3343">
                  <c:v>6.8893528183715996E-2</c:v>
                </c:pt>
                <c:pt idx="3344">
                  <c:v>0.119174434087882</c:v>
                </c:pt>
                <c:pt idx="3345">
                  <c:v>6.5098039215686201E-2</c:v>
                </c:pt>
                <c:pt idx="3346">
                  <c:v>7.5596816976127301E-2</c:v>
                </c:pt>
                <c:pt idx="3347">
                  <c:v>7.5268817204300995E-2</c:v>
                </c:pt>
                <c:pt idx="3348">
                  <c:v>7.4263170109074003E-2</c:v>
                </c:pt>
                <c:pt idx="3349">
                  <c:v>7.4605451936872305E-2</c:v>
                </c:pt>
                <c:pt idx="3350">
                  <c:v>6.5817409766454296E-2</c:v>
                </c:pt>
                <c:pt idx="3351">
                  <c:v>7.0050035739814095E-2</c:v>
                </c:pt>
                <c:pt idx="3352">
                  <c:v>7.4936592114364695E-2</c:v>
                </c:pt>
                <c:pt idx="3353">
                  <c:v>6.9389649570665998E-2</c:v>
                </c:pt>
                <c:pt idx="3354">
                  <c:v>6.7301306176665895E-2</c:v>
                </c:pt>
                <c:pt idx="3355">
                  <c:v>6.5573770491803199E-2</c:v>
                </c:pt>
                <c:pt idx="3356">
                  <c:v>6.8131868131868098E-2</c:v>
                </c:pt>
                <c:pt idx="3357">
                  <c:v>7.2005878030859602E-2</c:v>
                </c:pt>
                <c:pt idx="3358">
                  <c:v>0.126717557251908</c:v>
                </c:pt>
                <c:pt idx="3359">
                  <c:v>0.112882653061224</c:v>
                </c:pt>
                <c:pt idx="3360">
                  <c:v>6.4732142857142794E-2</c:v>
                </c:pt>
                <c:pt idx="3361">
                  <c:v>6.2560153994225196E-2</c:v>
                </c:pt>
                <c:pt idx="3362">
                  <c:v>6.6835676423138896E-2</c:v>
                </c:pt>
                <c:pt idx="3363">
                  <c:v>6.6232599910192994E-2</c:v>
                </c:pt>
                <c:pt idx="3364">
                  <c:v>0.114082380849687</c:v>
                </c:pt>
                <c:pt idx="3365">
                  <c:v>6.2121212121212098E-2</c:v>
                </c:pt>
                <c:pt idx="3366">
                  <c:v>7.2762395363811905E-2</c:v>
                </c:pt>
                <c:pt idx="3367">
                  <c:v>7.4108383510884598E-2</c:v>
                </c:pt>
                <c:pt idx="3368">
                  <c:v>7.0514260049404795E-2</c:v>
                </c:pt>
                <c:pt idx="3369">
                  <c:v>7.2967338429464901E-2</c:v>
                </c:pt>
                <c:pt idx="3370">
                  <c:v>6.3698630136986303E-2</c:v>
                </c:pt>
                <c:pt idx="3371">
                  <c:v>6.7573800738007297E-2</c:v>
                </c:pt>
                <c:pt idx="3372">
                  <c:v>7.2291853178155702E-2</c:v>
                </c:pt>
                <c:pt idx="3373">
                  <c:v>6.64720413204581E-2</c:v>
                </c:pt>
                <c:pt idx="3374">
                  <c:v>6.4703353396388594E-2</c:v>
                </c:pt>
                <c:pt idx="3375">
                  <c:v>6.2815884476534301E-2</c:v>
                </c:pt>
                <c:pt idx="3376">
                  <c:v>6.6051136363636298E-2</c:v>
                </c:pt>
                <c:pt idx="3377">
                  <c:v>7.0308788598574798E-2</c:v>
                </c:pt>
                <c:pt idx="3378">
                  <c:v>0.122898767276802</c:v>
                </c:pt>
                <c:pt idx="3379">
                  <c:v>0.108303996686684</c:v>
                </c:pt>
                <c:pt idx="3380">
                  <c:v>6.64784394250513E-2</c:v>
                </c:pt>
                <c:pt idx="3381">
                  <c:v>6.4299900695133999E-2</c:v>
                </c:pt>
                <c:pt idx="3382">
                  <c:v>6.8571428571428505E-2</c:v>
                </c:pt>
                <c:pt idx="3383">
                  <c:v>6.7949907235621498E-2</c:v>
                </c:pt>
                <c:pt idx="3384">
                  <c:v>0.117921385742838</c:v>
                </c:pt>
                <c:pt idx="3385">
                  <c:v>6.4035546262415005E-2</c:v>
                </c:pt>
                <c:pt idx="3386">
                  <c:v>7.4745687748783707E-2</c:v>
                </c:pt>
                <c:pt idx="3387">
                  <c:v>7.5065742290222295E-2</c:v>
                </c:pt>
                <c:pt idx="3388">
                  <c:v>7.3068893528183701E-2</c:v>
                </c:pt>
                <c:pt idx="3389">
                  <c:v>7.4144941401578499E-2</c:v>
                </c:pt>
                <c:pt idx="3390">
                  <c:v>6.5361019348749397E-2</c:v>
                </c:pt>
                <c:pt idx="3391">
                  <c:v>6.9590085795996098E-2</c:v>
                </c:pt>
                <c:pt idx="3392">
                  <c:v>7.3997233748271093E-2</c:v>
                </c:pt>
                <c:pt idx="3393">
                  <c:v>6.8445475638051007E-2</c:v>
                </c:pt>
                <c:pt idx="3394">
                  <c:v>6.6489361702127603E-2</c:v>
                </c:pt>
                <c:pt idx="3395">
                  <c:v>6.4564191705984597E-2</c:v>
                </c:pt>
                <c:pt idx="3396">
                  <c:v>6.7659990229604297E-2</c:v>
                </c:pt>
                <c:pt idx="3397">
                  <c:v>7.1796128399901904E-2</c:v>
                </c:pt>
                <c:pt idx="3398">
                  <c:v>0.12557339449541199</c:v>
                </c:pt>
                <c:pt idx="3399">
                  <c:v>0.11182108626197999</c:v>
                </c:pt>
                <c:pt idx="3400">
                  <c:v>5.3890707630319799E-2</c:v>
                </c:pt>
                <c:pt idx="3401">
                  <c:v>5.1938551572787102E-2</c:v>
                </c:pt>
                <c:pt idx="3402">
                  <c:v>5.5607476635513998E-2</c:v>
                </c:pt>
                <c:pt idx="3403">
                  <c:v>5.6010928961748599E-2</c:v>
                </c:pt>
                <c:pt idx="3404">
                  <c:v>0.10509067074502899</c:v>
                </c:pt>
                <c:pt idx="3405">
                  <c:v>5.1538461538461498E-2</c:v>
                </c:pt>
                <c:pt idx="3406">
                  <c:v>6.3125816282107103E-2</c:v>
                </c:pt>
                <c:pt idx="3407">
                  <c:v>6.2426660408354803E-2</c:v>
                </c:pt>
                <c:pt idx="3408">
                  <c:v>6.0792349726775899E-2</c:v>
                </c:pt>
                <c:pt idx="3409">
                  <c:v>6.2015503875968901E-2</c:v>
                </c:pt>
                <c:pt idx="3410">
                  <c:v>5.3265400648448299E-2</c:v>
                </c:pt>
                <c:pt idx="3411">
                  <c:v>5.6100981767180903E-2</c:v>
                </c:pt>
                <c:pt idx="3412">
                  <c:v>6.01862366568248E-2</c:v>
                </c:pt>
                <c:pt idx="3413">
                  <c:v>5.6732740943267197E-2</c:v>
                </c:pt>
                <c:pt idx="3414">
                  <c:v>5.5095818815331002E-2</c:v>
                </c:pt>
                <c:pt idx="3415">
                  <c:v>5.2195121951219503E-2</c:v>
                </c:pt>
                <c:pt idx="3416">
                  <c:v>5.51823416506717E-2</c:v>
                </c:pt>
                <c:pt idx="3417">
                  <c:v>5.8696175126293E-2</c:v>
                </c:pt>
                <c:pt idx="3418">
                  <c:v>0.120303605313092</c:v>
                </c:pt>
                <c:pt idx="3419">
                  <c:v>9.9601593625498003E-2</c:v>
                </c:pt>
                <c:pt idx="3420">
                  <c:v>5.8373693601835301E-2</c:v>
                </c:pt>
                <c:pt idx="3421">
                  <c:v>5.6213017751479202E-2</c:v>
                </c:pt>
                <c:pt idx="3422">
                  <c:v>5.8531980174651797E-2</c:v>
                </c:pt>
                <c:pt idx="3423">
                  <c:v>5.9880239520958001E-2</c:v>
                </c:pt>
                <c:pt idx="3424">
                  <c:v>0.109371554575523</c:v>
                </c:pt>
                <c:pt idx="3425">
                  <c:v>5.63490002596728E-2</c:v>
                </c:pt>
                <c:pt idx="3426">
                  <c:v>6.5832784726793894E-2</c:v>
                </c:pt>
                <c:pt idx="3427">
                  <c:v>6.6698314740090095E-2</c:v>
                </c:pt>
                <c:pt idx="3428">
                  <c:v>6.4716720405343098E-2</c:v>
                </c:pt>
                <c:pt idx="3429">
                  <c:v>6.6286528866714101E-2</c:v>
                </c:pt>
                <c:pt idx="3430">
                  <c:v>5.7169634489222097E-2</c:v>
                </c:pt>
                <c:pt idx="3431">
                  <c:v>5.9782608695652099E-2</c:v>
                </c:pt>
                <c:pt idx="3432">
                  <c:v>6.37422892392049E-2</c:v>
                </c:pt>
                <c:pt idx="3433">
                  <c:v>6.0613044480294899E-2</c:v>
                </c:pt>
                <c:pt idx="3434">
                  <c:v>5.8784676354029002E-2</c:v>
                </c:pt>
                <c:pt idx="3435">
                  <c:v>5.6473489519112199E-2</c:v>
                </c:pt>
                <c:pt idx="3436">
                  <c:v>5.9165858389912701E-2</c:v>
                </c:pt>
                <c:pt idx="3437">
                  <c:v>6.2986381322957197E-2</c:v>
                </c:pt>
                <c:pt idx="3438">
                  <c:v>0.12349685054399601</c:v>
                </c:pt>
                <c:pt idx="3439">
                  <c:v>0.103659826528453</c:v>
                </c:pt>
                <c:pt idx="3440">
                  <c:v>6.4778325123152694E-2</c:v>
                </c:pt>
                <c:pt idx="3441">
                  <c:v>6.2262357414448598E-2</c:v>
                </c:pt>
                <c:pt idx="3442">
                  <c:v>6.5681818181818105E-2</c:v>
                </c:pt>
                <c:pt idx="3443">
                  <c:v>6.5159574468085096E-2</c:v>
                </c:pt>
                <c:pt idx="3444">
                  <c:v>0.112780363944138</c:v>
                </c:pt>
                <c:pt idx="3445">
                  <c:v>6.3271993950088201E-2</c:v>
                </c:pt>
                <c:pt idx="3446">
                  <c:v>7.1247892074198904E-2</c:v>
                </c:pt>
                <c:pt idx="3447">
                  <c:v>7.2503419972640204E-2</c:v>
                </c:pt>
                <c:pt idx="3448">
                  <c:v>7.0381882770870305E-2</c:v>
                </c:pt>
                <c:pt idx="3449">
                  <c:v>7.1722247601644501E-2</c:v>
                </c:pt>
                <c:pt idx="3450">
                  <c:v>6.2965470548408897E-2</c:v>
                </c:pt>
                <c:pt idx="3451">
                  <c:v>6.6166439290586604E-2</c:v>
                </c:pt>
                <c:pt idx="3452">
                  <c:v>6.7388949079089905E-2</c:v>
                </c:pt>
                <c:pt idx="3453">
                  <c:v>6.5868263473053898E-2</c:v>
                </c:pt>
                <c:pt idx="3454">
                  <c:v>6.4001701041888098E-2</c:v>
                </c:pt>
                <c:pt idx="3455">
                  <c:v>6.2514856192060805E-2</c:v>
                </c:pt>
                <c:pt idx="3456">
                  <c:v>6.5034965034965003E-2</c:v>
                </c:pt>
                <c:pt idx="3457">
                  <c:v>6.8973579611877403E-2</c:v>
                </c:pt>
                <c:pt idx="3458">
                  <c:v>0.121223219190624</c:v>
                </c:pt>
                <c:pt idx="3459">
                  <c:v>0.10722278738555401</c:v>
                </c:pt>
                <c:pt idx="3460">
                  <c:v>5.9217046580773001E-2</c:v>
                </c:pt>
                <c:pt idx="3461">
                  <c:v>5.7088030702806401E-2</c:v>
                </c:pt>
                <c:pt idx="3462">
                  <c:v>6.0891544117647002E-2</c:v>
                </c:pt>
                <c:pt idx="3463">
                  <c:v>6.0165511071348599E-2</c:v>
                </c:pt>
                <c:pt idx="3464">
                  <c:v>0.10889175257731901</c:v>
                </c:pt>
                <c:pt idx="3465">
                  <c:v>5.7041898031297299E-2</c:v>
                </c:pt>
                <c:pt idx="3466">
                  <c:v>6.6937553464499505E-2</c:v>
                </c:pt>
                <c:pt idx="3467">
                  <c:v>6.7620586198938307E-2</c:v>
                </c:pt>
                <c:pt idx="3468">
                  <c:v>6.4905998209489696E-2</c:v>
                </c:pt>
                <c:pt idx="3469">
                  <c:v>6.6481994459833799E-2</c:v>
                </c:pt>
                <c:pt idx="3470">
                  <c:v>5.8060109289617398E-2</c:v>
                </c:pt>
                <c:pt idx="3471">
                  <c:v>6.1379310344827499E-2</c:v>
                </c:pt>
                <c:pt idx="3472">
                  <c:v>6.5358019183582403E-2</c:v>
                </c:pt>
                <c:pt idx="3473">
                  <c:v>6.0639964197807102E-2</c:v>
                </c:pt>
                <c:pt idx="3474">
                  <c:v>5.9125964010282701E-2</c:v>
                </c:pt>
                <c:pt idx="3475">
                  <c:v>5.7341650671784997E-2</c:v>
                </c:pt>
                <c:pt idx="3476">
                  <c:v>6.01556970983722E-2</c:v>
                </c:pt>
                <c:pt idx="3477">
                  <c:v>6.4126833885470899E-2</c:v>
                </c:pt>
                <c:pt idx="3478">
                  <c:v>0.12080536912751599</c:v>
                </c:pt>
                <c:pt idx="3479">
                  <c:v>0.103341584158415</c:v>
                </c:pt>
                <c:pt idx="3480">
                  <c:v>5.6874265569917697E-2</c:v>
                </c:pt>
                <c:pt idx="3481">
                  <c:v>5.4960091220068397E-2</c:v>
                </c:pt>
                <c:pt idx="3482">
                  <c:v>5.8978294233720599E-2</c:v>
                </c:pt>
                <c:pt idx="3483">
                  <c:v>5.8634710036379198E-2</c:v>
                </c:pt>
                <c:pt idx="3484">
                  <c:v>0.105360824742268</c:v>
                </c:pt>
                <c:pt idx="3485">
                  <c:v>5.45977011494252E-2</c:v>
                </c:pt>
                <c:pt idx="3486">
                  <c:v>6.5012305168170595E-2</c:v>
                </c:pt>
                <c:pt idx="3487">
                  <c:v>6.5537717176160096E-2</c:v>
                </c:pt>
                <c:pt idx="3488">
                  <c:v>6.3169164882226903E-2</c:v>
                </c:pt>
                <c:pt idx="3489">
                  <c:v>6.4537444933920704E-2</c:v>
                </c:pt>
                <c:pt idx="3490">
                  <c:v>5.6328838625489298E-2</c:v>
                </c:pt>
                <c:pt idx="3491">
                  <c:v>5.9442860276376401E-2</c:v>
                </c:pt>
                <c:pt idx="3492">
                  <c:v>6.2897077509529803E-2</c:v>
                </c:pt>
                <c:pt idx="3493">
                  <c:v>5.9087989723827797E-2</c:v>
                </c:pt>
                <c:pt idx="3494">
                  <c:v>5.7700205338808999E-2</c:v>
                </c:pt>
                <c:pt idx="3495">
                  <c:v>5.5200729927007301E-2</c:v>
                </c:pt>
                <c:pt idx="3496">
                  <c:v>5.8071748878923697E-2</c:v>
                </c:pt>
                <c:pt idx="3497">
                  <c:v>6.18394423206656E-2</c:v>
                </c:pt>
                <c:pt idx="3498">
                  <c:v>0.116768621806405</c:v>
                </c:pt>
                <c:pt idx="3499">
                  <c:v>0.10015866719555699</c:v>
                </c:pt>
                <c:pt idx="3500">
                  <c:v>5.2364413572001001E-2</c:v>
                </c:pt>
                <c:pt idx="3501">
                  <c:v>5.0387596899224799E-2</c:v>
                </c:pt>
                <c:pt idx="3502">
                  <c:v>5.3270564915758101E-2</c:v>
                </c:pt>
                <c:pt idx="3503">
                  <c:v>5.5447941888619803E-2</c:v>
                </c:pt>
                <c:pt idx="3504">
                  <c:v>0.107167710508002</c:v>
                </c:pt>
                <c:pt idx="3505">
                  <c:v>5.0040794125645903E-2</c:v>
                </c:pt>
                <c:pt idx="3506">
                  <c:v>6.3106796116504799E-2</c:v>
                </c:pt>
                <c:pt idx="3507">
                  <c:v>6.2609129458717799E-2</c:v>
                </c:pt>
                <c:pt idx="3508">
                  <c:v>6.0576690089653502E-2</c:v>
                </c:pt>
                <c:pt idx="3509">
                  <c:v>6.1907139291063402E-2</c:v>
                </c:pt>
                <c:pt idx="3510">
                  <c:v>5.2437223042835997E-2</c:v>
                </c:pt>
                <c:pt idx="3511">
                  <c:v>5.4838709677419301E-2</c:v>
                </c:pt>
                <c:pt idx="3512">
                  <c:v>6.0014461315979699E-2</c:v>
                </c:pt>
                <c:pt idx="3513">
                  <c:v>5.6215168403198401E-2</c:v>
                </c:pt>
                <c:pt idx="3514">
                  <c:v>5.4616986808609103E-2</c:v>
                </c:pt>
                <c:pt idx="3515">
                  <c:v>5.0387596899224799E-2</c:v>
                </c:pt>
                <c:pt idx="3516">
                  <c:v>5.3930297634189703E-2</c:v>
                </c:pt>
                <c:pt idx="3517">
                  <c:v>5.8463109522593801E-2</c:v>
                </c:pt>
                <c:pt idx="3518">
                  <c:v>0.125075286087131</c:v>
                </c:pt>
                <c:pt idx="3519">
                  <c:v>0.10140093395597</c:v>
                </c:pt>
                <c:pt idx="3520">
                  <c:v>5.73382430299842E-2</c:v>
                </c:pt>
                <c:pt idx="3521">
                  <c:v>5.5188199389623598E-2</c:v>
                </c:pt>
                <c:pt idx="3522">
                  <c:v>5.8264261335933598E-2</c:v>
                </c:pt>
                <c:pt idx="3523">
                  <c:v>0.06</c:v>
                </c:pt>
                <c:pt idx="3524">
                  <c:v>0.112098427887901</c:v>
                </c:pt>
                <c:pt idx="3525">
                  <c:v>5.49009105516872E-2</c:v>
                </c:pt>
                <c:pt idx="3526">
                  <c:v>6.7392784206943501E-2</c:v>
                </c:pt>
                <c:pt idx="3527">
                  <c:v>6.6961000735835094E-2</c:v>
                </c:pt>
                <c:pt idx="3528">
                  <c:v>6.5300285986653897E-2</c:v>
                </c:pt>
                <c:pt idx="3529">
                  <c:v>6.6535723054259699E-2</c:v>
                </c:pt>
                <c:pt idx="3530">
                  <c:v>5.6900726392251799E-2</c:v>
                </c:pt>
                <c:pt idx="3531">
                  <c:v>5.9814453125E-2</c:v>
                </c:pt>
                <c:pt idx="3532">
                  <c:v>6.5042573320718999E-2</c:v>
                </c:pt>
                <c:pt idx="3533">
                  <c:v>6.0757684060042803E-2</c:v>
                </c:pt>
                <c:pt idx="3534">
                  <c:v>5.8903798044120902E-2</c:v>
                </c:pt>
                <c:pt idx="3535">
                  <c:v>5.5188199389623598E-2</c:v>
                </c:pt>
                <c:pt idx="3536">
                  <c:v>5.82937202902176E-2</c:v>
                </c:pt>
                <c:pt idx="3537">
                  <c:v>6.2766758724579402E-2</c:v>
                </c:pt>
                <c:pt idx="3538">
                  <c:v>0.12714032670734099</c:v>
                </c:pt>
                <c:pt idx="3539">
                  <c:v>0.105848974247053</c:v>
                </c:pt>
                <c:pt idx="3540">
                  <c:v>6.2318457882228603E-2</c:v>
                </c:pt>
                <c:pt idx="3541">
                  <c:v>6.0265577119509701E-2</c:v>
                </c:pt>
                <c:pt idx="3542">
                  <c:v>6.3663075416258499E-2</c:v>
                </c:pt>
                <c:pt idx="3543">
                  <c:v>6.4261825131390296E-2</c:v>
                </c:pt>
                <c:pt idx="3544">
                  <c:v>0.116853418705694</c:v>
                </c:pt>
                <c:pt idx="3545">
                  <c:v>5.9962355471900999E-2</c:v>
                </c:pt>
                <c:pt idx="3546">
                  <c:v>7.1233500227582999E-2</c:v>
                </c:pt>
                <c:pt idx="3547">
                  <c:v>7.0848708487084799E-2</c:v>
                </c:pt>
                <c:pt idx="3548">
                  <c:v>6.9583931133428895E-2</c:v>
                </c:pt>
                <c:pt idx="3549">
                  <c:v>7.0689655172413796E-2</c:v>
                </c:pt>
                <c:pt idx="3550">
                  <c:v>6.0966723342239397E-2</c:v>
                </c:pt>
                <c:pt idx="3551">
                  <c:v>6.4705882352941099E-2</c:v>
                </c:pt>
                <c:pt idx="3552">
                  <c:v>6.9292833412434696E-2</c:v>
                </c:pt>
                <c:pt idx="3553">
                  <c:v>6.5025101601721202E-2</c:v>
                </c:pt>
                <c:pt idx="3554">
                  <c:v>6.2970568104038296E-2</c:v>
                </c:pt>
                <c:pt idx="3555">
                  <c:v>6.0536398467432903E-2</c:v>
                </c:pt>
                <c:pt idx="3556">
                  <c:v>6.3033651431441406E-2</c:v>
                </c:pt>
                <c:pt idx="3557">
                  <c:v>6.7002518891687596E-2</c:v>
                </c:pt>
                <c:pt idx="3558">
                  <c:v>0.12817483756645001</c:v>
                </c:pt>
                <c:pt idx="3559">
                  <c:v>0.110624315443592</c:v>
                </c:pt>
                <c:pt idx="3560">
                  <c:v>0.13095956547978199</c:v>
                </c:pt>
                <c:pt idx="3561">
                  <c:v>0.12682926829268201</c:v>
                </c:pt>
                <c:pt idx="3562">
                  <c:v>0.127320457528595</c:v>
                </c:pt>
                <c:pt idx="3563">
                  <c:v>0.12390029325513099</c:v>
                </c:pt>
                <c:pt idx="3564">
                  <c:v>0.133275862068965</c:v>
                </c:pt>
                <c:pt idx="3565">
                  <c:v>0.13024691358024601</c:v>
                </c:pt>
                <c:pt idx="3566">
                  <c:v>0.124341412012644</c:v>
                </c:pt>
                <c:pt idx="3567">
                  <c:v>0.12850729517396101</c:v>
                </c:pt>
                <c:pt idx="3568">
                  <c:v>0.124382659593927</c:v>
                </c:pt>
                <c:pt idx="3569">
                  <c:v>0.127671541057367</c:v>
                </c:pt>
                <c:pt idx="3570">
                  <c:v>0.12430115542303299</c:v>
                </c:pt>
                <c:pt idx="3571">
                  <c:v>0.12795497185741</c:v>
                </c:pt>
                <c:pt idx="3572">
                  <c:v>0.122663343421755</c:v>
                </c:pt>
                <c:pt idx="3573">
                  <c:v>0.12390029325513099</c:v>
                </c:pt>
                <c:pt idx="3574">
                  <c:v>0.119695898161244</c:v>
                </c:pt>
                <c:pt idx="3575">
                  <c:v>0.12704918032786799</c:v>
                </c:pt>
                <c:pt idx="3576">
                  <c:v>0.128087306145893</c:v>
                </c:pt>
                <c:pt idx="3577">
                  <c:v>0.12931034482758599</c:v>
                </c:pt>
                <c:pt idx="3578">
                  <c:v>0.12075983717774701</c:v>
                </c:pt>
                <c:pt idx="3579">
                  <c:v>0.129512032085561</c:v>
                </c:pt>
                <c:pt idx="3580">
                  <c:v>0.112947034857401</c:v>
                </c:pt>
                <c:pt idx="3581">
                  <c:v>0.109138724523339</c:v>
                </c:pt>
                <c:pt idx="3582">
                  <c:v>0.112210526315789</c:v>
                </c:pt>
                <c:pt idx="3583">
                  <c:v>0.110745839326073</c:v>
                </c:pt>
                <c:pt idx="3584">
                  <c:v>0.12964396284829699</c:v>
                </c:pt>
                <c:pt idx="3585">
                  <c:v>0.11070025421770199</c:v>
                </c:pt>
                <c:pt idx="3586">
                  <c:v>0.11357830615052</c:v>
                </c:pt>
                <c:pt idx="3587">
                  <c:v>0.118279569892473</c:v>
                </c:pt>
                <c:pt idx="3588">
                  <c:v>0.114215283483977</c:v>
                </c:pt>
                <c:pt idx="3589">
                  <c:v>0.117075232459847</c:v>
                </c:pt>
                <c:pt idx="3590">
                  <c:v>0.10879097932762501</c:v>
                </c:pt>
                <c:pt idx="3591">
                  <c:v>0.113382507903055</c:v>
                </c:pt>
                <c:pt idx="3592">
                  <c:v>0.115912762520193</c:v>
                </c:pt>
                <c:pt idx="3593">
                  <c:v>0.110974106041923</c:v>
                </c:pt>
                <c:pt idx="3594">
                  <c:v>0.10738255033557</c:v>
                </c:pt>
                <c:pt idx="3595">
                  <c:v>0.10938185006576</c:v>
                </c:pt>
                <c:pt idx="3596">
                  <c:v>0.112091222030981</c:v>
                </c:pt>
                <c:pt idx="3597">
                  <c:v>0.116580310880829</c:v>
                </c:pt>
                <c:pt idx="3598">
                  <c:v>0.13089005235602</c:v>
                </c:pt>
                <c:pt idx="3599">
                  <c:v>0.1224147568474</c:v>
                </c:pt>
                <c:pt idx="3600">
                  <c:v>5.3778658363996597E-2</c:v>
                </c:pt>
                <c:pt idx="3601">
                  <c:v>5.19693654266958E-2</c:v>
                </c:pt>
                <c:pt idx="3602">
                  <c:v>5.5949566587864402E-2</c:v>
                </c:pt>
                <c:pt idx="3603">
                  <c:v>5.6695741405849098E-2</c:v>
                </c:pt>
                <c:pt idx="3604">
                  <c:v>0.11097440944881801</c:v>
                </c:pt>
                <c:pt idx="3605">
                  <c:v>5.1599884692995097E-2</c:v>
                </c:pt>
                <c:pt idx="3606">
                  <c:v>6.5393093313739895E-2</c:v>
                </c:pt>
                <c:pt idx="3607">
                  <c:v>6.3291139240506306E-2</c:v>
                </c:pt>
                <c:pt idx="3608">
                  <c:v>6.25E-2</c:v>
                </c:pt>
                <c:pt idx="3609">
                  <c:v>6.2599049128367598E-2</c:v>
                </c:pt>
                <c:pt idx="3610">
                  <c:v>5.3757828810020801E-2</c:v>
                </c:pt>
                <c:pt idx="3611">
                  <c:v>5.6782334384858003E-2</c:v>
                </c:pt>
                <c:pt idx="3612">
                  <c:v>6.1031664964249201E-2</c:v>
                </c:pt>
                <c:pt idx="3613">
                  <c:v>5.7781201848998397E-2</c:v>
                </c:pt>
                <c:pt idx="3614">
                  <c:v>5.6566650270536097E-2</c:v>
                </c:pt>
                <c:pt idx="3615">
                  <c:v>5.2257181942544403E-2</c:v>
                </c:pt>
                <c:pt idx="3616">
                  <c:v>5.5406132329209198E-2</c:v>
                </c:pt>
                <c:pt idx="3617">
                  <c:v>5.9347181008902003E-2</c:v>
                </c:pt>
                <c:pt idx="3618">
                  <c:v>0.13081333616478999</c:v>
                </c:pt>
                <c:pt idx="3619">
                  <c:v>0.105076741440377</c:v>
                </c:pt>
                <c:pt idx="3620">
                  <c:v>5.20976144776528E-2</c:v>
                </c:pt>
                <c:pt idx="3621">
                  <c:v>5.03978779840848E-2</c:v>
                </c:pt>
                <c:pt idx="3622">
                  <c:v>5.4198473282442698E-2</c:v>
                </c:pt>
                <c:pt idx="3623">
                  <c:v>5.4838709677419301E-2</c:v>
                </c:pt>
                <c:pt idx="3624">
                  <c:v>0.107024205030849</c:v>
                </c:pt>
                <c:pt idx="3625">
                  <c:v>0.05</c:v>
                </c:pt>
                <c:pt idx="3626">
                  <c:v>6.3210227272727196E-2</c:v>
                </c:pt>
                <c:pt idx="3627">
                  <c:v>6.1302681992337099E-2</c:v>
                </c:pt>
                <c:pt idx="3628">
                  <c:v>6.0357675111773403E-2</c:v>
                </c:pt>
                <c:pt idx="3629">
                  <c:v>6.0629316960859499E-2</c:v>
                </c:pt>
                <c:pt idx="3630">
                  <c:v>5.2007068921989398E-2</c:v>
                </c:pt>
                <c:pt idx="3631">
                  <c:v>5.5003819709702001E-2</c:v>
                </c:pt>
                <c:pt idx="3632">
                  <c:v>5.8954119388258501E-2</c:v>
                </c:pt>
                <c:pt idx="3633">
                  <c:v>5.5886736214605E-2</c:v>
                </c:pt>
                <c:pt idx="3634">
                  <c:v>5.45540796963946E-2</c:v>
                </c:pt>
                <c:pt idx="3635">
                  <c:v>5.0676572035022502E-2</c:v>
                </c:pt>
                <c:pt idx="3636">
                  <c:v>5.3715775749673997E-2</c:v>
                </c:pt>
                <c:pt idx="3637">
                  <c:v>5.7531380753138003E-2</c:v>
                </c:pt>
                <c:pt idx="3638">
                  <c:v>0.126307156038548</c:v>
                </c:pt>
                <c:pt idx="3639">
                  <c:v>0.101205367295883</c:v>
                </c:pt>
                <c:pt idx="3640">
                  <c:v>5.8823529411764698E-2</c:v>
                </c:pt>
                <c:pt idx="3641">
                  <c:v>5.6896113792227497E-2</c:v>
                </c:pt>
                <c:pt idx="3642">
                  <c:v>5.8009708737863999E-2</c:v>
                </c:pt>
                <c:pt idx="3643">
                  <c:v>6.03693181818181E-2</c:v>
                </c:pt>
                <c:pt idx="3644">
                  <c:v>0.111337406653088</c:v>
                </c:pt>
                <c:pt idx="3645">
                  <c:v>5.7311194429566101E-2</c:v>
                </c:pt>
                <c:pt idx="3646">
                  <c:v>6.7899842093390395E-2</c:v>
                </c:pt>
                <c:pt idx="3647">
                  <c:v>6.6878203563583094E-2</c:v>
                </c:pt>
                <c:pt idx="3648">
                  <c:v>6.57988165680473E-2</c:v>
                </c:pt>
                <c:pt idx="3649">
                  <c:v>6.6503667481662504E-2</c:v>
                </c:pt>
                <c:pt idx="3650">
                  <c:v>5.7590361445783098E-2</c:v>
                </c:pt>
                <c:pt idx="3651">
                  <c:v>6.0068093385214003E-2</c:v>
                </c:pt>
                <c:pt idx="3652">
                  <c:v>6.4834390415785703E-2</c:v>
                </c:pt>
                <c:pt idx="3653">
                  <c:v>6.1374407582938301E-2</c:v>
                </c:pt>
                <c:pt idx="3654">
                  <c:v>5.9701492537313397E-2</c:v>
                </c:pt>
                <c:pt idx="3655">
                  <c:v>5.7164634146341403E-2</c:v>
                </c:pt>
                <c:pt idx="3656">
                  <c:v>5.9615864305313002E-2</c:v>
                </c:pt>
                <c:pt idx="3657">
                  <c:v>6.3281640820410198E-2</c:v>
                </c:pt>
                <c:pt idx="3658">
                  <c:v>0.12646598905394801</c:v>
                </c:pt>
                <c:pt idx="3659">
                  <c:v>0.10546875</c:v>
                </c:pt>
                <c:pt idx="3660">
                  <c:v>6.0086934287905902E-2</c:v>
                </c:pt>
                <c:pt idx="3661">
                  <c:v>5.8168316831683102E-2</c:v>
                </c:pt>
                <c:pt idx="3662">
                  <c:v>6.2085308056871999E-2</c:v>
                </c:pt>
                <c:pt idx="3663">
                  <c:v>6.0975609756097497E-2</c:v>
                </c:pt>
                <c:pt idx="3664">
                  <c:v>0.111601235112483</c:v>
                </c:pt>
                <c:pt idx="3665">
                  <c:v>5.8409387222946502E-2</c:v>
                </c:pt>
                <c:pt idx="3666">
                  <c:v>6.8601583113456405E-2</c:v>
                </c:pt>
                <c:pt idx="3667">
                  <c:v>6.7965779467680607E-2</c:v>
                </c:pt>
                <c:pt idx="3668">
                  <c:v>6.6497929130234695E-2</c:v>
                </c:pt>
                <c:pt idx="3669">
                  <c:v>6.7348881485007103E-2</c:v>
                </c:pt>
                <c:pt idx="3670">
                  <c:v>5.8823529411764698E-2</c:v>
                </c:pt>
                <c:pt idx="3671">
                  <c:v>6.2840882143703994E-2</c:v>
                </c:pt>
                <c:pt idx="3672">
                  <c:v>6.6513761467889898E-2</c:v>
                </c:pt>
                <c:pt idx="3673">
                  <c:v>6.1953017042837399E-2</c:v>
                </c:pt>
                <c:pt idx="3674">
                  <c:v>6.02992957746478E-2</c:v>
                </c:pt>
                <c:pt idx="3675">
                  <c:v>5.8430304530824401E-2</c:v>
                </c:pt>
                <c:pt idx="3676">
                  <c:v>6.1011181332036903E-2</c:v>
                </c:pt>
                <c:pt idx="3677">
                  <c:v>6.4846416382252497E-2</c:v>
                </c:pt>
                <c:pt idx="3678">
                  <c:v>0.12349685054399601</c:v>
                </c:pt>
                <c:pt idx="3679">
                  <c:v>0.10586491636671599</c:v>
                </c:pt>
                <c:pt idx="3680">
                  <c:v>0.123348017621145</c:v>
                </c:pt>
                <c:pt idx="3681">
                  <c:v>0.119318181818181</c:v>
                </c:pt>
                <c:pt idx="3682">
                  <c:v>0.122282608695652</c:v>
                </c:pt>
                <c:pt idx="3683">
                  <c:v>0.12037037037037</c:v>
                </c:pt>
                <c:pt idx="3684">
                  <c:v>0.13744075829383801</c:v>
                </c:pt>
                <c:pt idx="3685">
                  <c:v>0.12068965517241299</c:v>
                </c:pt>
                <c:pt idx="3686">
                  <c:v>0.123109243697479</c:v>
                </c:pt>
                <c:pt idx="3687">
                  <c:v>0.12763545681251401</c:v>
                </c:pt>
                <c:pt idx="3688">
                  <c:v>0.12326656394453001</c:v>
                </c:pt>
                <c:pt idx="3689">
                  <c:v>0.12627753804224301</c:v>
                </c:pt>
                <c:pt idx="3690">
                  <c:v>0.11818793451446501</c:v>
                </c:pt>
                <c:pt idx="3691">
                  <c:v>0.12380952380952299</c:v>
                </c:pt>
                <c:pt idx="3692">
                  <c:v>0.12614180078294901</c:v>
                </c:pt>
                <c:pt idx="3693">
                  <c:v>0.12086457873842001</c:v>
                </c:pt>
                <c:pt idx="3694">
                  <c:v>0.116603295310519</c:v>
                </c:pt>
                <c:pt idx="3695">
                  <c:v>0.11958323466729801</c:v>
                </c:pt>
                <c:pt idx="3696">
                  <c:v>0.122648083623693</c:v>
                </c:pt>
                <c:pt idx="3697">
                  <c:v>0.127010020974131</c:v>
                </c:pt>
                <c:pt idx="3698">
                  <c:v>0.13859617788890799</c:v>
                </c:pt>
                <c:pt idx="3699">
                  <c:v>0.13379721669980099</c:v>
                </c:pt>
                <c:pt idx="3700">
                  <c:v>4.9784172661870497E-2</c:v>
                </c:pt>
                <c:pt idx="3701">
                  <c:v>4.8122392211404699E-2</c:v>
                </c:pt>
                <c:pt idx="3702">
                  <c:v>5.1843933725280601E-2</c:v>
                </c:pt>
                <c:pt idx="3703">
                  <c:v>5.3016453382084001E-2</c:v>
                </c:pt>
                <c:pt idx="3704">
                  <c:v>0.10637230306071201</c:v>
                </c:pt>
                <c:pt idx="3705">
                  <c:v>4.6532045654082498E-2</c:v>
                </c:pt>
                <c:pt idx="3706">
                  <c:v>6.1953534848863297E-2</c:v>
                </c:pt>
                <c:pt idx="3707">
                  <c:v>5.9012875536480602E-2</c:v>
                </c:pt>
                <c:pt idx="3708">
                  <c:v>5.8361685422664199E-2</c:v>
                </c:pt>
                <c:pt idx="3709">
                  <c:v>5.8301988178398698E-2</c:v>
                </c:pt>
                <c:pt idx="3710">
                  <c:v>4.9920339883165098E-2</c:v>
                </c:pt>
                <c:pt idx="3711">
                  <c:v>5.2687884461085799E-2</c:v>
                </c:pt>
                <c:pt idx="3712">
                  <c:v>5.68004168837936E-2</c:v>
                </c:pt>
                <c:pt idx="3713">
                  <c:v>5.41176470588235E-2</c:v>
                </c:pt>
                <c:pt idx="3714">
                  <c:v>5.2855711422845598E-2</c:v>
                </c:pt>
                <c:pt idx="3715">
                  <c:v>4.8705816866128501E-2</c:v>
                </c:pt>
                <c:pt idx="3716">
                  <c:v>5.1724137931034399E-2</c:v>
                </c:pt>
                <c:pt idx="3717">
                  <c:v>5.51440329218107E-2</c:v>
                </c:pt>
                <c:pt idx="3718">
                  <c:v>0.128338762214983</c:v>
                </c:pt>
                <c:pt idx="3719">
                  <c:v>0.100963855421686</c:v>
                </c:pt>
                <c:pt idx="3720">
                  <c:v>6.8214804063860601E-2</c:v>
                </c:pt>
                <c:pt idx="3721">
                  <c:v>6.5964912280701699E-2</c:v>
                </c:pt>
                <c:pt idx="3722">
                  <c:v>6.9081153588195804E-2</c:v>
                </c:pt>
                <c:pt idx="3723">
                  <c:v>6.8162020905923298E-2</c:v>
                </c:pt>
                <c:pt idx="3724">
                  <c:v>0.11375</c:v>
                </c:pt>
                <c:pt idx="3725">
                  <c:v>6.6716085989621907E-2</c:v>
                </c:pt>
                <c:pt idx="3726">
                  <c:v>6.9743377483443697E-2</c:v>
                </c:pt>
                <c:pt idx="3727">
                  <c:v>7.4837553215325994E-2</c:v>
                </c:pt>
                <c:pt idx="3728">
                  <c:v>7.29688521019385E-2</c:v>
                </c:pt>
                <c:pt idx="3729">
                  <c:v>7.3833034111310494E-2</c:v>
                </c:pt>
                <c:pt idx="3730">
                  <c:v>6.6060740412325403E-2</c:v>
                </c:pt>
                <c:pt idx="3731">
                  <c:v>6.8603351955307201E-2</c:v>
                </c:pt>
                <c:pt idx="3732">
                  <c:v>7.2258064516128998E-2</c:v>
                </c:pt>
                <c:pt idx="3733">
                  <c:v>6.8627450980392093E-2</c:v>
                </c:pt>
                <c:pt idx="3734">
                  <c:v>6.6597077244258798E-2</c:v>
                </c:pt>
                <c:pt idx="3735">
                  <c:v>6.6214319138979794E-2</c:v>
                </c:pt>
                <c:pt idx="3736">
                  <c:v>6.8577981651376102E-2</c:v>
                </c:pt>
                <c:pt idx="3737">
                  <c:v>7.2217111315547297E-2</c:v>
                </c:pt>
                <c:pt idx="3738">
                  <c:v>0.122759369907658</c:v>
                </c:pt>
                <c:pt idx="3739">
                  <c:v>0.10823812387251899</c:v>
                </c:pt>
                <c:pt idx="3740">
                  <c:v>6.8819481206987804E-2</c:v>
                </c:pt>
                <c:pt idx="3741">
                  <c:v>6.6547222933196801E-2</c:v>
                </c:pt>
                <c:pt idx="3742">
                  <c:v>7.0377636096125504E-2</c:v>
                </c:pt>
                <c:pt idx="3743">
                  <c:v>6.9895038167938905E-2</c:v>
                </c:pt>
                <c:pt idx="3744">
                  <c:v>0.120901639344262</c:v>
                </c:pt>
                <c:pt idx="3745">
                  <c:v>6.63430420711974E-2</c:v>
                </c:pt>
                <c:pt idx="3746">
                  <c:v>7.7220077220077205E-2</c:v>
                </c:pt>
                <c:pt idx="3747">
                  <c:v>7.6223260388492697E-2</c:v>
                </c:pt>
                <c:pt idx="3748">
                  <c:v>7.5620229007633502E-2</c:v>
                </c:pt>
                <c:pt idx="3749">
                  <c:v>7.5597143560699298E-2</c:v>
                </c:pt>
                <c:pt idx="3750">
                  <c:v>6.7006554989074998E-2</c:v>
                </c:pt>
                <c:pt idx="3751">
                  <c:v>7.1691627792781695E-2</c:v>
                </c:pt>
                <c:pt idx="3752">
                  <c:v>7.6357600189708302E-2</c:v>
                </c:pt>
                <c:pt idx="3753">
                  <c:v>7.0661255669610804E-2</c:v>
                </c:pt>
                <c:pt idx="3754">
                  <c:v>6.8455765294518994E-2</c:v>
                </c:pt>
                <c:pt idx="3755">
                  <c:v>6.6820276497695799E-2</c:v>
                </c:pt>
                <c:pt idx="3756">
                  <c:v>6.9381598793363503E-2</c:v>
                </c:pt>
                <c:pt idx="3757">
                  <c:v>7.3103100579783198E-2</c:v>
                </c:pt>
                <c:pt idx="3758">
                  <c:v>0.12866067942209999</c:v>
                </c:pt>
                <c:pt idx="3759">
                  <c:v>0.114453891432308</c:v>
                </c:pt>
                <c:pt idx="3760">
                  <c:v>6.6923076923076905E-2</c:v>
                </c:pt>
                <c:pt idx="3761">
                  <c:v>6.4876957494407098E-2</c:v>
                </c:pt>
                <c:pt idx="3762">
                  <c:v>6.9236259814418194E-2</c:v>
                </c:pt>
                <c:pt idx="3763">
                  <c:v>6.8160813308687604E-2</c:v>
                </c:pt>
                <c:pt idx="3764">
                  <c:v>0.117529880478087</c:v>
                </c:pt>
                <c:pt idx="3765">
                  <c:v>6.4541416252939604E-2</c:v>
                </c:pt>
                <c:pt idx="3766">
                  <c:v>7.5259324652394599E-2</c:v>
                </c:pt>
                <c:pt idx="3767">
                  <c:v>7.5674385294819693E-2</c:v>
                </c:pt>
                <c:pt idx="3768">
                  <c:v>7.2911859713890095E-2</c:v>
                </c:pt>
                <c:pt idx="3769">
                  <c:v>7.4808795411089798E-2</c:v>
                </c:pt>
                <c:pt idx="3770">
                  <c:v>6.5585331452750306E-2</c:v>
                </c:pt>
                <c:pt idx="3771">
                  <c:v>7.0000000000000007E-2</c:v>
                </c:pt>
                <c:pt idx="3772">
                  <c:v>7.4441115464392693E-2</c:v>
                </c:pt>
                <c:pt idx="3773">
                  <c:v>6.8654646324549207E-2</c:v>
                </c:pt>
                <c:pt idx="3774">
                  <c:v>6.6651953211211604E-2</c:v>
                </c:pt>
                <c:pt idx="3775">
                  <c:v>6.5141720537046199E-2</c:v>
                </c:pt>
                <c:pt idx="3776">
                  <c:v>6.8131868131868098E-2</c:v>
                </c:pt>
                <c:pt idx="3777">
                  <c:v>7.2268495835374799E-2</c:v>
                </c:pt>
                <c:pt idx="3778">
                  <c:v>0.12528647822765401</c:v>
                </c:pt>
                <c:pt idx="3779">
                  <c:v>0.111536010197578</c:v>
                </c:pt>
                <c:pt idx="3780">
                  <c:v>6.8025410269984099E-2</c:v>
                </c:pt>
                <c:pt idx="3781">
                  <c:v>6.5779370360890696E-2</c:v>
                </c:pt>
                <c:pt idx="3782">
                  <c:v>7.0166830225711393E-2</c:v>
                </c:pt>
                <c:pt idx="3783">
                  <c:v>6.9179389312977096E-2</c:v>
                </c:pt>
                <c:pt idx="3784">
                  <c:v>0.119617224880382</c:v>
                </c:pt>
                <c:pt idx="3785">
                  <c:v>6.5533980582524201E-2</c:v>
                </c:pt>
                <c:pt idx="3786">
                  <c:v>7.6346284935241995E-2</c:v>
                </c:pt>
                <c:pt idx="3787">
                  <c:v>7.6014760147601404E-2</c:v>
                </c:pt>
                <c:pt idx="3788">
                  <c:v>7.4904580152671693E-2</c:v>
                </c:pt>
                <c:pt idx="3789">
                  <c:v>7.5123152709359597E-2</c:v>
                </c:pt>
                <c:pt idx="3790">
                  <c:v>6.6796210833130906E-2</c:v>
                </c:pt>
                <c:pt idx="3791">
                  <c:v>7.1481208548268199E-2</c:v>
                </c:pt>
                <c:pt idx="3792">
                  <c:v>7.5391180654338502E-2</c:v>
                </c:pt>
                <c:pt idx="3793">
                  <c:v>6.9945094294580998E-2</c:v>
                </c:pt>
                <c:pt idx="3794">
                  <c:v>6.7866089728991094E-2</c:v>
                </c:pt>
                <c:pt idx="3795">
                  <c:v>6.6052227342549896E-2</c:v>
                </c:pt>
                <c:pt idx="3796">
                  <c:v>6.9164989939637794E-2</c:v>
                </c:pt>
                <c:pt idx="3797">
                  <c:v>7.2887767969735104E-2</c:v>
                </c:pt>
                <c:pt idx="3798">
                  <c:v>0.12727272727272701</c:v>
                </c:pt>
                <c:pt idx="3799">
                  <c:v>0.113368283093053</c:v>
                </c:pt>
                <c:pt idx="3800">
                  <c:v>5.5150884495317298E-2</c:v>
                </c:pt>
                <c:pt idx="3801">
                  <c:v>5.3400503778337501E-2</c:v>
                </c:pt>
                <c:pt idx="3802">
                  <c:v>5.7163531114327003E-2</c:v>
                </c:pt>
                <c:pt idx="3803">
                  <c:v>5.7209847596717399E-2</c:v>
                </c:pt>
                <c:pt idx="3804">
                  <c:v>0.107744107744107</c:v>
                </c:pt>
                <c:pt idx="3805">
                  <c:v>5.3022269353128301E-2</c:v>
                </c:pt>
                <c:pt idx="3806">
                  <c:v>6.4949608062709899E-2</c:v>
                </c:pt>
                <c:pt idx="3807">
                  <c:v>6.3649564375604997E-2</c:v>
                </c:pt>
                <c:pt idx="3808">
                  <c:v>6.2543921293042801E-2</c:v>
                </c:pt>
                <c:pt idx="3809">
                  <c:v>6.3272727272727203E-2</c:v>
                </c:pt>
                <c:pt idx="3810">
                  <c:v>5.4402290622763E-2</c:v>
                </c:pt>
                <c:pt idx="3811">
                  <c:v>5.7929036929761001E-2</c:v>
                </c:pt>
                <c:pt idx="3812">
                  <c:v>6.1959317278466201E-2</c:v>
                </c:pt>
                <c:pt idx="3813">
                  <c:v>5.8202299929593901E-2</c:v>
                </c:pt>
                <c:pt idx="3814">
                  <c:v>5.6650246305418699E-2</c:v>
                </c:pt>
                <c:pt idx="3815">
                  <c:v>5.3665910808767897E-2</c:v>
                </c:pt>
                <c:pt idx="3816">
                  <c:v>5.6421677802524099E-2</c:v>
                </c:pt>
                <c:pt idx="3817">
                  <c:v>6.0049627791563198E-2</c:v>
                </c:pt>
                <c:pt idx="3818">
                  <c:v>0.12346879253354</c:v>
                </c:pt>
                <c:pt idx="3819">
                  <c:v>0.102067183462532</c:v>
                </c:pt>
                <c:pt idx="3820">
                  <c:v>6.02156192479621E-2</c:v>
                </c:pt>
                <c:pt idx="3821">
                  <c:v>5.8240081383519798E-2</c:v>
                </c:pt>
                <c:pt idx="3822">
                  <c:v>6.0583941605839402E-2</c:v>
                </c:pt>
                <c:pt idx="3823">
                  <c:v>6.1625977719838798E-2</c:v>
                </c:pt>
                <c:pt idx="3824">
                  <c:v>0.112596284549161</c:v>
                </c:pt>
                <c:pt idx="3825">
                  <c:v>5.8445040214477197E-2</c:v>
                </c:pt>
                <c:pt idx="3826">
                  <c:v>6.8140794223826698E-2</c:v>
                </c:pt>
                <c:pt idx="3827">
                  <c:v>6.8181818181818094E-2</c:v>
                </c:pt>
                <c:pt idx="3828">
                  <c:v>6.6808813077469706E-2</c:v>
                </c:pt>
                <c:pt idx="3829">
                  <c:v>6.7809057527539698E-2</c:v>
                </c:pt>
                <c:pt idx="3830">
                  <c:v>5.8866103739445098E-2</c:v>
                </c:pt>
                <c:pt idx="3831">
                  <c:v>6.1875761266747799E-2</c:v>
                </c:pt>
                <c:pt idx="3832">
                  <c:v>6.5835880554902401E-2</c:v>
                </c:pt>
                <c:pt idx="3833">
                  <c:v>6.2381404174573003E-2</c:v>
                </c:pt>
                <c:pt idx="3834">
                  <c:v>6.0660932548664503E-2</c:v>
                </c:pt>
                <c:pt idx="3835">
                  <c:v>5.8509285169168097E-2</c:v>
                </c:pt>
                <c:pt idx="3836">
                  <c:v>6.0939060939060902E-2</c:v>
                </c:pt>
                <c:pt idx="3837">
                  <c:v>6.4613072877535593E-2</c:v>
                </c:pt>
                <c:pt idx="3838">
                  <c:v>0.12690653109112199</c:v>
                </c:pt>
                <c:pt idx="3839">
                  <c:v>0.10666956332826399</c:v>
                </c:pt>
                <c:pt idx="3840">
                  <c:v>6.6447700859019701E-2</c:v>
                </c:pt>
                <c:pt idx="3841">
                  <c:v>6.4115065821550396E-2</c:v>
                </c:pt>
                <c:pt idx="3842">
                  <c:v>6.7630597014925298E-2</c:v>
                </c:pt>
                <c:pt idx="3843">
                  <c:v>6.6848567530695693E-2</c:v>
                </c:pt>
                <c:pt idx="3844">
                  <c:v>0.115643306574094</c:v>
                </c:pt>
                <c:pt idx="3845">
                  <c:v>6.5217391304347797E-2</c:v>
                </c:pt>
                <c:pt idx="3846">
                  <c:v>7.3233959818535296E-2</c:v>
                </c:pt>
                <c:pt idx="3847">
                  <c:v>7.3580939032936193E-2</c:v>
                </c:pt>
                <c:pt idx="3848">
                  <c:v>7.2258946888534306E-2</c:v>
                </c:pt>
                <c:pt idx="3849">
                  <c:v>7.3085031623330896E-2</c:v>
                </c:pt>
                <c:pt idx="3850">
                  <c:v>6.4628214037525999E-2</c:v>
                </c:pt>
                <c:pt idx="3851">
                  <c:v>6.8128791413905695E-2</c:v>
                </c:pt>
                <c:pt idx="3852">
                  <c:v>6.8720904455774695E-2</c:v>
                </c:pt>
                <c:pt idx="3853">
                  <c:v>6.7576791808873701E-2</c:v>
                </c:pt>
                <c:pt idx="3854">
                  <c:v>6.5677503818459507E-2</c:v>
                </c:pt>
                <c:pt idx="3855">
                  <c:v>6.4374542794440298E-2</c:v>
                </c:pt>
                <c:pt idx="3856">
                  <c:v>6.6618911174785106E-2</c:v>
                </c:pt>
                <c:pt idx="3857">
                  <c:v>7.0402298850574696E-2</c:v>
                </c:pt>
                <c:pt idx="3858">
                  <c:v>0.122895622895622</c:v>
                </c:pt>
                <c:pt idx="3859">
                  <c:v>0.10990615224191801</c:v>
                </c:pt>
                <c:pt idx="3860">
                  <c:v>6.1172254927053998E-2</c:v>
                </c:pt>
                <c:pt idx="3861">
                  <c:v>5.9217046580773001E-2</c:v>
                </c:pt>
                <c:pt idx="3862">
                  <c:v>6.3092979127134699E-2</c:v>
                </c:pt>
                <c:pt idx="3863">
                  <c:v>6.1953017042837399E-2</c:v>
                </c:pt>
                <c:pt idx="3864">
                  <c:v>0.112337232399028</c:v>
                </c:pt>
                <c:pt idx="3865">
                  <c:v>5.9237995824634598E-2</c:v>
                </c:pt>
                <c:pt idx="3866">
                  <c:v>6.9071711394632598E-2</c:v>
                </c:pt>
                <c:pt idx="3867">
                  <c:v>6.8981921979067495E-2</c:v>
                </c:pt>
                <c:pt idx="3868">
                  <c:v>6.6988950276243006E-2</c:v>
                </c:pt>
                <c:pt idx="3869">
                  <c:v>6.8111455108359101E-2</c:v>
                </c:pt>
                <c:pt idx="3870">
                  <c:v>5.9817030260380002E-2</c:v>
                </c:pt>
                <c:pt idx="3871">
                  <c:v>6.3597532036070201E-2</c:v>
                </c:pt>
                <c:pt idx="3872">
                  <c:v>6.7248106495294904E-2</c:v>
                </c:pt>
                <c:pt idx="3873">
                  <c:v>6.2442396313363999E-2</c:v>
                </c:pt>
                <c:pt idx="3874">
                  <c:v>6.0766182298546897E-2</c:v>
                </c:pt>
                <c:pt idx="3875">
                  <c:v>5.9479553903345701E-2</c:v>
                </c:pt>
                <c:pt idx="3876">
                  <c:v>6.2043795620437901E-2</c:v>
                </c:pt>
                <c:pt idx="3877">
                  <c:v>6.5885797950219593E-2</c:v>
                </c:pt>
                <c:pt idx="3878">
                  <c:v>0.12349685054399601</c:v>
                </c:pt>
                <c:pt idx="3879">
                  <c:v>0.106567796610169</c:v>
                </c:pt>
                <c:pt idx="3880">
                  <c:v>5.8737864077669899E-2</c:v>
                </c:pt>
                <c:pt idx="3881">
                  <c:v>5.6954577547658203E-2</c:v>
                </c:pt>
                <c:pt idx="3882">
                  <c:v>6.1016949152542299E-2</c:v>
                </c:pt>
                <c:pt idx="3883">
                  <c:v>6.0219780219780202E-2</c:v>
                </c:pt>
                <c:pt idx="3884">
                  <c:v>0.10836501901140599</c:v>
                </c:pt>
                <c:pt idx="3885">
                  <c:v>5.6683168316831602E-2</c:v>
                </c:pt>
                <c:pt idx="3886">
                  <c:v>6.6919191919191906E-2</c:v>
                </c:pt>
                <c:pt idx="3887">
                  <c:v>6.6772295156179204E-2</c:v>
                </c:pt>
                <c:pt idx="3888">
                  <c:v>6.4983534577387397E-2</c:v>
                </c:pt>
                <c:pt idx="3889">
                  <c:v>6.6031313818924395E-2</c:v>
                </c:pt>
                <c:pt idx="3890">
                  <c:v>5.7877094972067E-2</c:v>
                </c:pt>
                <c:pt idx="3891">
                  <c:v>6.1496721682116201E-2</c:v>
                </c:pt>
                <c:pt idx="3892">
                  <c:v>6.4705882352941099E-2</c:v>
                </c:pt>
                <c:pt idx="3893">
                  <c:v>6.0686015831134497E-2</c:v>
                </c:pt>
                <c:pt idx="3894">
                  <c:v>5.91205554386703E-2</c:v>
                </c:pt>
                <c:pt idx="3895">
                  <c:v>5.7203389830508398E-2</c:v>
                </c:pt>
                <c:pt idx="3896">
                  <c:v>5.9842883548983303E-2</c:v>
                </c:pt>
                <c:pt idx="3897">
                  <c:v>6.3484708063021297E-2</c:v>
                </c:pt>
                <c:pt idx="3898">
                  <c:v>0.119073869900771</c:v>
                </c:pt>
                <c:pt idx="3899">
                  <c:v>0.10298598415600201</c:v>
                </c:pt>
                <c:pt idx="3900">
                  <c:v>5.35420098846787E-2</c:v>
                </c:pt>
                <c:pt idx="3901">
                  <c:v>5.1792828685258897E-2</c:v>
                </c:pt>
                <c:pt idx="3902">
                  <c:v>5.47352342158859E-2</c:v>
                </c:pt>
                <c:pt idx="3903">
                  <c:v>5.6674123788217699E-2</c:v>
                </c:pt>
                <c:pt idx="3904">
                  <c:v>0.109921484653818</c:v>
                </c:pt>
                <c:pt idx="3905">
                  <c:v>5.1468531468531399E-2</c:v>
                </c:pt>
                <c:pt idx="3906">
                  <c:v>6.4975100782546799E-2</c:v>
                </c:pt>
                <c:pt idx="3907">
                  <c:v>6.3475812643972299E-2</c:v>
                </c:pt>
                <c:pt idx="3908">
                  <c:v>6.2468889995022397E-2</c:v>
                </c:pt>
                <c:pt idx="3909">
                  <c:v>6.2804409125865102E-2</c:v>
                </c:pt>
                <c:pt idx="3910">
                  <c:v>5.36030341340075E-2</c:v>
                </c:pt>
                <c:pt idx="3911">
                  <c:v>5.66182096403978E-2</c:v>
                </c:pt>
                <c:pt idx="3912">
                  <c:v>6.1835270838486202E-2</c:v>
                </c:pt>
                <c:pt idx="3913">
                  <c:v>5.7725802438417503E-2</c:v>
                </c:pt>
                <c:pt idx="3914">
                  <c:v>5.6307911617961497E-2</c:v>
                </c:pt>
                <c:pt idx="3915">
                  <c:v>5.1792828685258897E-2</c:v>
                </c:pt>
                <c:pt idx="3916">
                  <c:v>5.5091383812010397E-2</c:v>
                </c:pt>
                <c:pt idx="3917">
                  <c:v>5.9470788577416799E-2</c:v>
                </c:pt>
                <c:pt idx="3918">
                  <c:v>0.12885326757089999</c:v>
                </c:pt>
                <c:pt idx="3919">
                  <c:v>0.103967168262653</c:v>
                </c:pt>
                <c:pt idx="3920">
                  <c:v>5.8394160583941597E-2</c:v>
                </c:pt>
                <c:pt idx="3921">
                  <c:v>5.6470588235294099E-2</c:v>
                </c:pt>
                <c:pt idx="3922">
                  <c:v>5.9619238476953898E-2</c:v>
                </c:pt>
                <c:pt idx="3923">
                  <c:v>6.1109753116597401E-2</c:v>
                </c:pt>
                <c:pt idx="3924">
                  <c:v>0.114746436083197</c:v>
                </c:pt>
                <c:pt idx="3925">
                  <c:v>5.6198347107437999E-2</c:v>
                </c:pt>
                <c:pt idx="3926">
                  <c:v>6.9134078212290506E-2</c:v>
                </c:pt>
                <c:pt idx="3927">
                  <c:v>6.7975830815709903E-2</c:v>
                </c:pt>
                <c:pt idx="3928">
                  <c:v>6.7074663402692705E-2</c:v>
                </c:pt>
                <c:pt idx="3929">
                  <c:v>6.7591424968474104E-2</c:v>
                </c:pt>
                <c:pt idx="3930">
                  <c:v>5.79457846306888E-2</c:v>
                </c:pt>
                <c:pt idx="3931">
                  <c:v>6.14805520702634E-2</c:v>
                </c:pt>
                <c:pt idx="3932">
                  <c:v>6.6747572815533895E-2</c:v>
                </c:pt>
                <c:pt idx="3933">
                  <c:v>6.2148275018350803E-2</c:v>
                </c:pt>
                <c:pt idx="3934">
                  <c:v>6.04716320336212E-2</c:v>
                </c:pt>
                <c:pt idx="3935">
                  <c:v>5.6470588235294099E-2</c:v>
                </c:pt>
                <c:pt idx="3936">
                  <c:v>5.9322033898305003E-2</c:v>
                </c:pt>
                <c:pt idx="3937">
                  <c:v>6.3917525773195802E-2</c:v>
                </c:pt>
                <c:pt idx="3938">
                  <c:v>0.13028594442207</c:v>
                </c:pt>
                <c:pt idx="3939">
                  <c:v>0.10830163347504999</c:v>
                </c:pt>
                <c:pt idx="3940">
                  <c:v>6.3517915309446199E-2</c:v>
                </c:pt>
                <c:pt idx="3941">
                  <c:v>6.1417322834645599E-2</c:v>
                </c:pt>
                <c:pt idx="3942">
                  <c:v>6.4905660377358496E-2</c:v>
                </c:pt>
                <c:pt idx="3943">
                  <c:v>6.5228052967140696E-2</c:v>
                </c:pt>
                <c:pt idx="3944">
                  <c:v>0.11910902696365699</c:v>
                </c:pt>
                <c:pt idx="3945">
                  <c:v>6.1117256637168098E-2</c:v>
                </c:pt>
                <c:pt idx="3946">
                  <c:v>7.3079617090824195E-2</c:v>
                </c:pt>
                <c:pt idx="3947">
                  <c:v>7.1699065892451397E-2</c:v>
                </c:pt>
                <c:pt idx="3948">
                  <c:v>7.1218074656188596E-2</c:v>
                </c:pt>
                <c:pt idx="3949">
                  <c:v>7.1320182094081905E-2</c:v>
                </c:pt>
                <c:pt idx="3950">
                  <c:v>6.2125748502994002E-2</c:v>
                </c:pt>
                <c:pt idx="3951">
                  <c:v>6.6246851385390396E-2</c:v>
                </c:pt>
                <c:pt idx="3952">
                  <c:v>7.0854638422205907E-2</c:v>
                </c:pt>
                <c:pt idx="3953">
                  <c:v>6.6273932253313697E-2</c:v>
                </c:pt>
                <c:pt idx="3954">
                  <c:v>6.4402810304449595E-2</c:v>
                </c:pt>
                <c:pt idx="3955">
                  <c:v>6.1695983197689597E-2</c:v>
                </c:pt>
                <c:pt idx="3956">
                  <c:v>6.4191802010827498E-2</c:v>
                </c:pt>
                <c:pt idx="3957">
                  <c:v>6.7717756526234102E-2</c:v>
                </c:pt>
                <c:pt idx="3958">
                  <c:v>0.13043478260869501</c:v>
                </c:pt>
                <c:pt idx="3959">
                  <c:v>0.112707678491243</c:v>
                </c:pt>
                <c:pt idx="3960">
                  <c:v>0.13443298969072101</c:v>
                </c:pt>
                <c:pt idx="3961">
                  <c:v>0.13032180691584999</c:v>
                </c:pt>
                <c:pt idx="3962">
                  <c:v>0.13003452243958499</c:v>
                </c:pt>
                <c:pt idx="3963">
                  <c:v>0.12598277798577301</c:v>
                </c:pt>
                <c:pt idx="3964">
                  <c:v>0.13654759809959499</c:v>
                </c:pt>
                <c:pt idx="3965">
                  <c:v>0.13426219126029099</c:v>
                </c:pt>
                <c:pt idx="3966">
                  <c:v>0.12634408602150499</c:v>
                </c:pt>
                <c:pt idx="3967">
                  <c:v>0.13030187237294599</c:v>
                </c:pt>
                <c:pt idx="3968">
                  <c:v>0.12661064425770299</c:v>
                </c:pt>
                <c:pt idx="3969">
                  <c:v>0.12974319662705999</c:v>
                </c:pt>
                <c:pt idx="3970">
                  <c:v>0.12664254427728</c:v>
                </c:pt>
                <c:pt idx="3971">
                  <c:v>0.13068508923431199</c:v>
                </c:pt>
                <c:pt idx="3972">
                  <c:v>0.12527272727272701</c:v>
                </c:pt>
                <c:pt idx="3973">
                  <c:v>0.12598277798577301</c:v>
                </c:pt>
                <c:pt idx="3974">
                  <c:v>0.121616744857452</c:v>
                </c:pt>
                <c:pt idx="3975">
                  <c:v>0.13054778088764399</c:v>
                </c:pt>
                <c:pt idx="3976">
                  <c:v>0.130579483163664</c:v>
                </c:pt>
                <c:pt idx="3977">
                  <c:v>0.131609870740305</c:v>
                </c:pt>
                <c:pt idx="3978">
                  <c:v>0.12327295056800699</c:v>
                </c:pt>
                <c:pt idx="3979">
                  <c:v>0.13267394270122701</c:v>
                </c:pt>
                <c:pt idx="3980">
                  <c:v>0.117304104477611</c:v>
                </c:pt>
                <c:pt idx="3981">
                  <c:v>0.11349277978339301</c:v>
                </c:pt>
                <c:pt idx="3982">
                  <c:v>0.11647542758172701</c:v>
                </c:pt>
                <c:pt idx="3983">
                  <c:v>0.11479215024266699</c:v>
                </c:pt>
                <c:pt idx="3984">
                  <c:v>0.13339940535183301</c:v>
                </c:pt>
                <c:pt idx="3985">
                  <c:v>0.115347950428979</c:v>
                </c:pt>
                <c:pt idx="3986">
                  <c:v>0.11774193548387001</c:v>
                </c:pt>
                <c:pt idx="3987">
                  <c:v>0.121428571428571</c:v>
                </c:pt>
                <c:pt idx="3988">
                  <c:v>0.11710193765796099</c:v>
                </c:pt>
                <c:pt idx="3989">
                  <c:v>0.120277898393399</c:v>
                </c:pt>
                <c:pt idx="3990">
                  <c:v>0.112612612612612</c:v>
                </c:pt>
                <c:pt idx="3991">
                  <c:v>0.11792759592456099</c:v>
                </c:pt>
                <c:pt idx="3992">
                  <c:v>0.119792746113989</c:v>
                </c:pt>
                <c:pt idx="3993">
                  <c:v>0.11526282457251399</c:v>
                </c:pt>
                <c:pt idx="3994">
                  <c:v>0.11140368644926001</c:v>
                </c:pt>
                <c:pt idx="3995">
                  <c:v>0.11374407582938301</c:v>
                </c:pt>
                <c:pt idx="3996">
                  <c:v>0.116124751161247</c:v>
                </c:pt>
                <c:pt idx="3997">
                  <c:v>0.120505992010652</c:v>
                </c:pt>
                <c:pt idx="3998">
                  <c:v>0.13425366695426999</c:v>
                </c:pt>
                <c:pt idx="3999">
                  <c:v>0.12593016599885501</c:v>
                </c:pt>
                <c:pt idx="4000">
                  <c:v>4.4537815126050401E-2</c:v>
                </c:pt>
                <c:pt idx="4001">
                  <c:v>4.3019480519480499E-2</c:v>
                </c:pt>
                <c:pt idx="4002">
                  <c:v>4.7272727272727202E-2</c:v>
                </c:pt>
                <c:pt idx="4003">
                  <c:v>4.8706240487062402E-2</c:v>
                </c:pt>
                <c:pt idx="4004">
                  <c:v>0.102726387536514</c:v>
                </c:pt>
                <c:pt idx="4005">
                  <c:v>4.2213348545350797E-2</c:v>
                </c:pt>
                <c:pt idx="4006">
                  <c:v>5.7156696536691601E-2</c:v>
                </c:pt>
                <c:pt idx="4007">
                  <c:v>5.4815974941268601E-2</c:v>
                </c:pt>
                <c:pt idx="4008">
                  <c:v>5.3889171326893699E-2</c:v>
                </c:pt>
                <c:pt idx="4009">
                  <c:v>5.4350666318264899E-2</c:v>
                </c:pt>
                <c:pt idx="4010">
                  <c:v>4.5126353790613701E-2</c:v>
                </c:pt>
                <c:pt idx="4011">
                  <c:v>4.8089420327527901E-2</c:v>
                </c:pt>
                <c:pt idx="4012">
                  <c:v>5.2658227848101202E-2</c:v>
                </c:pt>
                <c:pt idx="4013">
                  <c:v>4.95049504950495E-2</c:v>
                </c:pt>
                <c:pt idx="4014">
                  <c:v>4.8359659781287902E-2</c:v>
                </c:pt>
                <c:pt idx="4015">
                  <c:v>4.33017591339648E-2</c:v>
                </c:pt>
                <c:pt idx="4016">
                  <c:v>4.6604527296937398E-2</c:v>
                </c:pt>
                <c:pt idx="4017">
                  <c:v>5.0480769230769197E-2</c:v>
                </c:pt>
                <c:pt idx="4018">
                  <c:v>0.125078963992419</c:v>
                </c:pt>
                <c:pt idx="4019">
                  <c:v>9.7150864082204497E-2</c:v>
                </c:pt>
                <c:pt idx="4020">
                  <c:v>4.3089430894308903E-2</c:v>
                </c:pt>
                <c:pt idx="4021">
                  <c:v>4.1393764736704197E-2</c:v>
                </c:pt>
                <c:pt idx="4022">
                  <c:v>4.5477386934673299E-2</c:v>
                </c:pt>
                <c:pt idx="4023">
                  <c:v>4.6836684649337899E-2</c:v>
                </c:pt>
                <c:pt idx="4024">
                  <c:v>9.8779915532613796E-2</c:v>
                </c:pt>
                <c:pt idx="4025">
                  <c:v>4.0562913907284698E-2</c:v>
                </c:pt>
                <c:pt idx="4026">
                  <c:v>5.49836218998596E-2</c:v>
                </c:pt>
                <c:pt idx="4027">
                  <c:v>5.3030303030302997E-2</c:v>
                </c:pt>
                <c:pt idx="4028">
                  <c:v>5.1766437684003901E-2</c:v>
                </c:pt>
                <c:pt idx="4029">
                  <c:v>5.2578361981799798E-2</c:v>
                </c:pt>
                <c:pt idx="4030">
                  <c:v>4.3640897755610898E-2</c:v>
                </c:pt>
                <c:pt idx="4031">
                  <c:v>4.6266029670605897E-2</c:v>
                </c:pt>
                <c:pt idx="4032">
                  <c:v>5.0549450549450502E-2</c:v>
                </c:pt>
                <c:pt idx="4033">
                  <c:v>4.7607361963190098E-2</c:v>
                </c:pt>
                <c:pt idx="4034">
                  <c:v>4.6380885453267698E-2</c:v>
                </c:pt>
                <c:pt idx="4035">
                  <c:v>4.1666666666666602E-2</c:v>
                </c:pt>
                <c:pt idx="4036">
                  <c:v>4.5126353790613701E-2</c:v>
                </c:pt>
                <c:pt idx="4037">
                  <c:v>4.88750969743987E-2</c:v>
                </c:pt>
                <c:pt idx="4038">
                  <c:v>0.120503962609225</c:v>
                </c:pt>
                <c:pt idx="4039">
                  <c:v>9.3300359712230205E-2</c:v>
                </c:pt>
                <c:pt idx="4040">
                  <c:v>4.8951048951048903E-2</c:v>
                </c:pt>
                <c:pt idx="4041">
                  <c:v>4.7070605908863201E-2</c:v>
                </c:pt>
                <c:pt idx="4042">
                  <c:v>4.8564593301435401E-2</c:v>
                </c:pt>
                <c:pt idx="4043">
                  <c:v>5.1647581210563197E-2</c:v>
                </c:pt>
                <c:pt idx="4044">
                  <c:v>0.10236924452391501</c:v>
                </c:pt>
                <c:pt idx="4045">
                  <c:v>4.6990496304118202E-2</c:v>
                </c:pt>
                <c:pt idx="4046">
                  <c:v>5.9020044543429802E-2</c:v>
                </c:pt>
                <c:pt idx="4047">
                  <c:v>5.7803468208092401E-2</c:v>
                </c:pt>
                <c:pt idx="4048">
                  <c:v>5.6515646893974703E-2</c:v>
                </c:pt>
                <c:pt idx="4049">
                  <c:v>5.7632023149264501E-2</c:v>
                </c:pt>
                <c:pt idx="4050">
                  <c:v>4.8502139800285303E-2</c:v>
                </c:pt>
                <c:pt idx="4051">
                  <c:v>5.0575263662511902E-2</c:v>
                </c:pt>
                <c:pt idx="4052">
                  <c:v>5.5710306406685201E-2</c:v>
                </c:pt>
                <c:pt idx="4053">
                  <c:v>5.2385406922357297E-2</c:v>
                </c:pt>
                <c:pt idx="4054">
                  <c:v>5.0870147255689398E-2</c:v>
                </c:pt>
                <c:pt idx="4055">
                  <c:v>4.7332832456799402E-2</c:v>
                </c:pt>
                <c:pt idx="4056">
                  <c:v>5.0221565731166901E-2</c:v>
                </c:pt>
                <c:pt idx="4057">
                  <c:v>5.3813873117748698E-2</c:v>
                </c:pt>
                <c:pt idx="4058">
                  <c:v>0.121077101898488</c:v>
                </c:pt>
                <c:pt idx="4059">
                  <c:v>9.6870981568795506E-2</c:v>
                </c:pt>
                <c:pt idx="4060">
                  <c:v>5.0642479213907701E-2</c:v>
                </c:pt>
                <c:pt idx="4061">
                  <c:v>4.8756704046806397E-2</c:v>
                </c:pt>
                <c:pt idx="4062">
                  <c:v>5.2975495915986E-2</c:v>
                </c:pt>
                <c:pt idx="4063">
                  <c:v>5.2452316076294199E-2</c:v>
                </c:pt>
                <c:pt idx="4064">
                  <c:v>0.10302766281855801</c:v>
                </c:pt>
                <c:pt idx="4065">
                  <c:v>4.8536209553158703E-2</c:v>
                </c:pt>
                <c:pt idx="4066">
                  <c:v>6.0586319218241001E-2</c:v>
                </c:pt>
                <c:pt idx="4067">
                  <c:v>5.9526599484415202E-2</c:v>
                </c:pt>
                <c:pt idx="4068">
                  <c:v>5.7901907356948203E-2</c:v>
                </c:pt>
                <c:pt idx="4069">
                  <c:v>5.8616647127784201E-2</c:v>
                </c:pt>
                <c:pt idx="4070">
                  <c:v>5.0173410404624197E-2</c:v>
                </c:pt>
                <c:pt idx="4071">
                  <c:v>5.3713218122372702E-2</c:v>
                </c:pt>
                <c:pt idx="4072">
                  <c:v>5.8023572076155903E-2</c:v>
                </c:pt>
                <c:pt idx="4073">
                  <c:v>5.3409090909090899E-2</c:v>
                </c:pt>
                <c:pt idx="4074">
                  <c:v>5.2117263843648197E-2</c:v>
                </c:pt>
                <c:pt idx="4075">
                  <c:v>4.9012435991221598E-2</c:v>
                </c:pt>
                <c:pt idx="4076">
                  <c:v>5.2013422818791899E-2</c:v>
                </c:pt>
                <c:pt idx="4077">
                  <c:v>5.5769230769230703E-2</c:v>
                </c:pt>
                <c:pt idx="4078">
                  <c:v>0.120098503504451</c:v>
                </c:pt>
                <c:pt idx="4079">
                  <c:v>9.7637466025507005E-2</c:v>
                </c:pt>
                <c:pt idx="4080">
                  <c:v>0.11062906724511901</c:v>
                </c:pt>
                <c:pt idx="4081">
                  <c:v>0.106809701492537</c:v>
                </c:pt>
                <c:pt idx="4082">
                  <c:v>0.110194066473343</c:v>
                </c:pt>
                <c:pt idx="4083">
                  <c:v>0.109419186425929</c:v>
                </c:pt>
                <c:pt idx="4084">
                  <c:v>0.13483606557377001</c:v>
                </c:pt>
                <c:pt idx="4085">
                  <c:v>0.107476635514018</c:v>
                </c:pt>
                <c:pt idx="4086">
                  <c:v>0.11332503113325</c:v>
                </c:pt>
                <c:pt idx="4087">
                  <c:v>0.118279569892473</c:v>
                </c:pt>
                <c:pt idx="4088">
                  <c:v>0.11471484545058699</c:v>
                </c:pt>
                <c:pt idx="4089">
                  <c:v>0.117343504599506</c:v>
                </c:pt>
                <c:pt idx="4090">
                  <c:v>0.106834771068347</c:v>
                </c:pt>
                <c:pt idx="4091">
                  <c:v>0.111681929863748</c:v>
                </c:pt>
                <c:pt idx="4092">
                  <c:v>0.117089969866551</c:v>
                </c:pt>
                <c:pt idx="4093">
                  <c:v>0.110385369039843</c:v>
                </c:pt>
                <c:pt idx="4094">
                  <c:v>0.106547122602168</c:v>
                </c:pt>
                <c:pt idx="4095">
                  <c:v>0.107067879636109</c:v>
                </c:pt>
                <c:pt idx="4096">
                  <c:v>0.110652920962199</c:v>
                </c:pt>
                <c:pt idx="4097">
                  <c:v>0.11542883421476199</c:v>
                </c:pt>
                <c:pt idx="4098">
                  <c:v>0.13767342582710701</c:v>
                </c:pt>
                <c:pt idx="4099">
                  <c:v>0.13122529644268699</c:v>
                </c:pt>
                <c:pt idx="4100">
                  <c:v>4.1025641025640998E-2</c:v>
                </c:pt>
                <c:pt idx="4101">
                  <c:v>3.9350577875619103E-2</c:v>
                </c:pt>
                <c:pt idx="4102">
                  <c:v>4.3340380549682797E-2</c:v>
                </c:pt>
                <c:pt idx="4103">
                  <c:v>4.5231325924011301E-2</c:v>
                </c:pt>
                <c:pt idx="4104">
                  <c:v>9.8360655737704902E-2</c:v>
                </c:pt>
                <c:pt idx="4105">
                  <c:v>3.7358818418766197E-2</c:v>
                </c:pt>
                <c:pt idx="4106">
                  <c:v>5.3893695920889897E-2</c:v>
                </c:pt>
                <c:pt idx="4107">
                  <c:v>5.0996015936254899E-2</c:v>
                </c:pt>
                <c:pt idx="4108">
                  <c:v>4.9961170075071101E-2</c:v>
                </c:pt>
                <c:pt idx="4109">
                  <c:v>5.0518479127891501E-2</c:v>
                </c:pt>
                <c:pt idx="4110">
                  <c:v>4.17651694247438E-2</c:v>
                </c:pt>
                <c:pt idx="4111">
                  <c:v>4.4168209468394601E-2</c:v>
                </c:pt>
                <c:pt idx="4112">
                  <c:v>4.8566261947817102E-2</c:v>
                </c:pt>
                <c:pt idx="4113">
                  <c:v>4.6042421107087401E-2</c:v>
                </c:pt>
                <c:pt idx="4114">
                  <c:v>4.4835273718107499E-2</c:v>
                </c:pt>
                <c:pt idx="4115">
                  <c:v>3.9922907488986699E-2</c:v>
                </c:pt>
                <c:pt idx="4116">
                  <c:v>4.33721875847113E-2</c:v>
                </c:pt>
                <c:pt idx="4117">
                  <c:v>4.6739130434782603E-2</c:v>
                </c:pt>
                <c:pt idx="4118">
                  <c:v>0.12257647565704401</c:v>
                </c:pt>
                <c:pt idx="4119">
                  <c:v>9.3250655854996395E-2</c:v>
                </c:pt>
                <c:pt idx="4120">
                  <c:v>5.8528428093645397E-2</c:v>
                </c:pt>
                <c:pt idx="4121">
                  <c:v>5.6338028169014003E-2</c:v>
                </c:pt>
                <c:pt idx="4122">
                  <c:v>5.9796999117387402E-2</c:v>
                </c:pt>
                <c:pt idx="4123">
                  <c:v>5.9849300322927797E-2</c:v>
                </c:pt>
                <c:pt idx="4124">
                  <c:v>0.105751391465677</c:v>
                </c:pt>
                <c:pt idx="4125">
                  <c:v>5.6585365853658497E-2</c:v>
                </c:pt>
                <c:pt idx="4126">
                  <c:v>6.2039312039311997E-2</c:v>
                </c:pt>
                <c:pt idx="4127">
                  <c:v>6.6445182724252497E-2</c:v>
                </c:pt>
                <c:pt idx="4128">
                  <c:v>6.4599483204134306E-2</c:v>
                </c:pt>
                <c:pt idx="4129">
                  <c:v>6.5631929046563106E-2</c:v>
                </c:pt>
                <c:pt idx="4130">
                  <c:v>5.7161629434954002E-2</c:v>
                </c:pt>
                <c:pt idx="4131">
                  <c:v>5.9796999117387402E-2</c:v>
                </c:pt>
                <c:pt idx="4132">
                  <c:v>6.3671209540033996E-2</c:v>
                </c:pt>
                <c:pt idx="4133">
                  <c:v>6.0534252477380403E-2</c:v>
                </c:pt>
                <c:pt idx="4134">
                  <c:v>5.86050350804787E-2</c:v>
                </c:pt>
                <c:pt idx="4135">
                  <c:v>5.6581986143186998E-2</c:v>
                </c:pt>
                <c:pt idx="4136">
                  <c:v>5.9383499546690803E-2</c:v>
                </c:pt>
                <c:pt idx="4137">
                  <c:v>6.2954545454545402E-2</c:v>
                </c:pt>
                <c:pt idx="4138">
                  <c:v>0.119266055045871</c:v>
                </c:pt>
                <c:pt idx="4139">
                  <c:v>0.100535395597858</c:v>
                </c:pt>
                <c:pt idx="4140">
                  <c:v>5.8455114822546901E-2</c:v>
                </c:pt>
                <c:pt idx="4141">
                  <c:v>5.6508577194752697E-2</c:v>
                </c:pt>
                <c:pt idx="4142">
                  <c:v>6.0657322377960302E-2</c:v>
                </c:pt>
                <c:pt idx="4143">
                  <c:v>6.0984224158229301E-2</c:v>
                </c:pt>
                <c:pt idx="4144">
                  <c:v>0.113764361342644</c:v>
                </c:pt>
                <c:pt idx="4145">
                  <c:v>5.5821371610845202E-2</c:v>
                </c:pt>
                <c:pt idx="4146">
                  <c:v>6.8880412833744603E-2</c:v>
                </c:pt>
                <c:pt idx="4147">
                  <c:v>6.6957787481804906E-2</c:v>
                </c:pt>
                <c:pt idx="4148">
                  <c:v>6.6635271956675304E-2</c:v>
                </c:pt>
                <c:pt idx="4149">
                  <c:v>6.6796210833130906E-2</c:v>
                </c:pt>
                <c:pt idx="4150">
                  <c:v>5.7471264367816001E-2</c:v>
                </c:pt>
                <c:pt idx="4151">
                  <c:v>6.1940479070892798E-2</c:v>
                </c:pt>
                <c:pt idx="4152">
                  <c:v>6.7260370283571597E-2</c:v>
                </c:pt>
                <c:pt idx="4153">
                  <c:v>6.1984444968182797E-2</c:v>
                </c:pt>
                <c:pt idx="4154">
                  <c:v>5.99326599326599E-2</c:v>
                </c:pt>
                <c:pt idx="4155">
                  <c:v>5.6775170325510903E-2</c:v>
                </c:pt>
                <c:pt idx="4156">
                  <c:v>5.95238095238095E-2</c:v>
                </c:pt>
                <c:pt idx="4157">
                  <c:v>6.3432835820895497E-2</c:v>
                </c:pt>
                <c:pt idx="4158">
                  <c:v>0.126746894409937</c:v>
                </c:pt>
                <c:pt idx="4159">
                  <c:v>0.107612680612464</c:v>
                </c:pt>
                <c:pt idx="4160">
                  <c:v>5.6508577194752697E-2</c:v>
                </c:pt>
                <c:pt idx="4161">
                  <c:v>5.4549902152641799E-2</c:v>
                </c:pt>
                <c:pt idx="4162">
                  <c:v>5.9236712713650198E-2</c:v>
                </c:pt>
                <c:pt idx="4163">
                  <c:v>5.9064994298745697E-2</c:v>
                </c:pt>
                <c:pt idx="4164">
                  <c:v>0.109652002626395</c:v>
                </c:pt>
                <c:pt idx="4165">
                  <c:v>5.3699897225077002E-2</c:v>
                </c:pt>
                <c:pt idx="4166">
                  <c:v>6.6710268149117E-2</c:v>
                </c:pt>
                <c:pt idx="4167">
                  <c:v>6.6337332392378198E-2</c:v>
                </c:pt>
                <c:pt idx="4168">
                  <c:v>6.4009111617312001E-2</c:v>
                </c:pt>
                <c:pt idx="4169">
                  <c:v>6.5677966101694907E-2</c:v>
                </c:pt>
                <c:pt idx="4170">
                  <c:v>5.6122448979591802E-2</c:v>
                </c:pt>
                <c:pt idx="4171">
                  <c:v>5.9981255857544498E-2</c:v>
                </c:pt>
                <c:pt idx="4172">
                  <c:v>6.5044348419376799E-2</c:v>
                </c:pt>
                <c:pt idx="4173">
                  <c:v>5.9790050205385602E-2</c:v>
                </c:pt>
                <c:pt idx="4174">
                  <c:v>5.7939446743628803E-2</c:v>
                </c:pt>
                <c:pt idx="4175">
                  <c:v>5.4807927575238502E-2</c:v>
                </c:pt>
                <c:pt idx="4176">
                  <c:v>5.8229066410009599E-2</c:v>
                </c:pt>
                <c:pt idx="4177">
                  <c:v>6.2273714699493103E-2</c:v>
                </c:pt>
                <c:pt idx="4178">
                  <c:v>0.123220049363964</c:v>
                </c:pt>
                <c:pt idx="4179">
                  <c:v>0.103969754253308</c:v>
                </c:pt>
                <c:pt idx="4180">
                  <c:v>5.7396295330028699E-2</c:v>
                </c:pt>
                <c:pt idx="4181">
                  <c:v>5.5485498108448897E-2</c:v>
                </c:pt>
                <c:pt idx="4182">
                  <c:v>6.0188542422044897E-2</c:v>
                </c:pt>
                <c:pt idx="4183">
                  <c:v>6.0028248587570603E-2</c:v>
                </c:pt>
                <c:pt idx="4184">
                  <c:v>0.112739571589627</c:v>
                </c:pt>
                <c:pt idx="4185">
                  <c:v>5.4743555673664603E-2</c:v>
                </c:pt>
                <c:pt idx="4186">
                  <c:v>6.8013468013467998E-2</c:v>
                </c:pt>
                <c:pt idx="4187">
                  <c:v>6.7006554989074998E-2</c:v>
                </c:pt>
                <c:pt idx="4188">
                  <c:v>6.5928890981869506E-2</c:v>
                </c:pt>
                <c:pt idx="4189">
                  <c:v>6.6326530612244902E-2</c:v>
                </c:pt>
                <c:pt idx="4190">
                  <c:v>5.7005988023952098E-2</c:v>
                </c:pt>
                <c:pt idx="4191">
                  <c:v>6.1471442400774401E-2</c:v>
                </c:pt>
                <c:pt idx="4192">
                  <c:v>6.6557300210921003E-2</c:v>
                </c:pt>
                <c:pt idx="4193">
                  <c:v>6.1027332704995198E-2</c:v>
                </c:pt>
                <c:pt idx="4194">
                  <c:v>5.9339177343223103E-2</c:v>
                </c:pt>
                <c:pt idx="4195">
                  <c:v>5.5751765893037299E-2</c:v>
                </c:pt>
                <c:pt idx="4196">
                  <c:v>5.9042421235425399E-2</c:v>
                </c:pt>
                <c:pt idx="4197">
                  <c:v>6.3215530114484803E-2</c:v>
                </c:pt>
                <c:pt idx="4198">
                  <c:v>0.12580206105385899</c:v>
                </c:pt>
                <c:pt idx="4199">
                  <c:v>0.106764642316835</c:v>
                </c:pt>
                <c:pt idx="4200">
                  <c:v>4.5885670340938198E-2</c:v>
                </c:pt>
                <c:pt idx="4201">
                  <c:v>4.4416873449131498E-2</c:v>
                </c:pt>
                <c:pt idx="4202">
                  <c:v>4.8467569493941501E-2</c:v>
                </c:pt>
                <c:pt idx="4203">
                  <c:v>4.9305555555555498E-2</c:v>
                </c:pt>
                <c:pt idx="4204">
                  <c:v>9.9800399201596807E-2</c:v>
                </c:pt>
                <c:pt idx="4205">
                  <c:v>4.3614520762601201E-2</c:v>
                </c:pt>
                <c:pt idx="4206">
                  <c:v>5.6833259619637297E-2</c:v>
                </c:pt>
                <c:pt idx="4207">
                  <c:v>5.5118110236220402E-2</c:v>
                </c:pt>
                <c:pt idx="4208">
                  <c:v>5.4091539528432701E-2</c:v>
                </c:pt>
                <c:pt idx="4209">
                  <c:v>5.4945054945054903E-2</c:v>
                </c:pt>
                <c:pt idx="4210">
                  <c:v>4.5903954802259797E-2</c:v>
                </c:pt>
                <c:pt idx="4211">
                  <c:v>4.9215406562054198E-2</c:v>
                </c:pt>
                <c:pt idx="4212">
                  <c:v>5.3604436229205098E-2</c:v>
                </c:pt>
                <c:pt idx="4213">
                  <c:v>5.0034746351632998E-2</c:v>
                </c:pt>
                <c:pt idx="4214">
                  <c:v>4.8608042421564197E-2</c:v>
                </c:pt>
                <c:pt idx="4215">
                  <c:v>4.4676098287416199E-2</c:v>
                </c:pt>
                <c:pt idx="4216">
                  <c:v>4.75841874084919E-2</c:v>
                </c:pt>
                <c:pt idx="4217">
                  <c:v>5.1137753853682397E-2</c:v>
                </c:pt>
                <c:pt idx="4218">
                  <c:v>0.118712661399113</c:v>
                </c:pt>
                <c:pt idx="4219">
                  <c:v>9.4447989789406495E-2</c:v>
                </c:pt>
                <c:pt idx="4220">
                  <c:v>4.9766718506998403E-2</c:v>
                </c:pt>
                <c:pt idx="4221">
                  <c:v>4.7857679779503802E-2</c:v>
                </c:pt>
                <c:pt idx="4222">
                  <c:v>5.0575263662511902E-2</c:v>
                </c:pt>
                <c:pt idx="4223">
                  <c:v>5.2385406922357297E-2</c:v>
                </c:pt>
                <c:pt idx="4224">
                  <c:v>0.10310892417803599</c:v>
                </c:pt>
                <c:pt idx="4225">
                  <c:v>4.75435816164817E-2</c:v>
                </c:pt>
                <c:pt idx="4226">
                  <c:v>5.9020044543429802E-2</c:v>
                </c:pt>
                <c:pt idx="4227">
                  <c:v>5.8568329718004297E-2</c:v>
                </c:pt>
                <c:pt idx="4228">
                  <c:v>5.7009345794392499E-2</c:v>
                </c:pt>
                <c:pt idx="4229">
                  <c:v>5.8397683397683399E-2</c:v>
                </c:pt>
                <c:pt idx="4230">
                  <c:v>4.9250535331905702E-2</c:v>
                </c:pt>
                <c:pt idx="4231">
                  <c:v>5.1835853131749397E-2</c:v>
                </c:pt>
                <c:pt idx="4232">
                  <c:v>5.62006502554575E-2</c:v>
                </c:pt>
                <c:pt idx="4233">
                  <c:v>5.2877866167524497E-2</c:v>
                </c:pt>
                <c:pt idx="4234">
                  <c:v>5.1339285714285698E-2</c:v>
                </c:pt>
                <c:pt idx="4235">
                  <c:v>4.8120300751879702E-2</c:v>
                </c:pt>
                <c:pt idx="4236">
                  <c:v>5.0997782705099699E-2</c:v>
                </c:pt>
                <c:pt idx="4237">
                  <c:v>5.4594861660079E-2</c:v>
                </c:pt>
                <c:pt idx="4238">
                  <c:v>0.121077101898488</c:v>
                </c:pt>
                <c:pt idx="4239">
                  <c:v>9.7576667381514007E-2</c:v>
                </c:pt>
                <c:pt idx="4240">
                  <c:v>5.4945054945054903E-2</c:v>
                </c:pt>
                <c:pt idx="4241">
                  <c:v>5.2745664739884297E-2</c:v>
                </c:pt>
                <c:pt idx="4242">
                  <c:v>5.6668970283344798E-2</c:v>
                </c:pt>
                <c:pt idx="4243">
                  <c:v>5.6603773584905599E-2</c:v>
                </c:pt>
                <c:pt idx="4244">
                  <c:v>0.105771293713795</c:v>
                </c:pt>
                <c:pt idx="4245">
                  <c:v>5.3183329071848598E-2</c:v>
                </c:pt>
                <c:pt idx="4246">
                  <c:v>6.3193851409052093E-2</c:v>
                </c:pt>
                <c:pt idx="4247">
                  <c:v>6.3308687615526799E-2</c:v>
                </c:pt>
                <c:pt idx="4248">
                  <c:v>6.16839261593876E-2</c:v>
                </c:pt>
                <c:pt idx="4249">
                  <c:v>6.2746006019911996E-2</c:v>
                </c:pt>
                <c:pt idx="4250">
                  <c:v>5.3979871912168298E-2</c:v>
                </c:pt>
                <c:pt idx="4251">
                  <c:v>5.7156026734270497E-2</c:v>
                </c:pt>
                <c:pt idx="4252">
                  <c:v>5.8862288600922401E-2</c:v>
                </c:pt>
                <c:pt idx="4253">
                  <c:v>5.7316250842886003E-2</c:v>
                </c:pt>
                <c:pt idx="4254">
                  <c:v>5.5591467356173201E-2</c:v>
                </c:pt>
                <c:pt idx="4255">
                  <c:v>5.2999277282582503E-2</c:v>
                </c:pt>
                <c:pt idx="4256">
                  <c:v>5.5739253660840801E-2</c:v>
                </c:pt>
                <c:pt idx="4257">
                  <c:v>5.9450497394599698E-2</c:v>
                </c:pt>
                <c:pt idx="4258">
                  <c:v>0.120461738968534</c:v>
                </c:pt>
                <c:pt idx="4259">
                  <c:v>0.10041237113402</c:v>
                </c:pt>
                <c:pt idx="4260">
                  <c:v>5.1437216338880397E-2</c:v>
                </c:pt>
                <c:pt idx="4261">
                  <c:v>4.9524274213222703E-2</c:v>
                </c:pt>
                <c:pt idx="4262">
                  <c:v>5.3713218122372702E-2</c:v>
                </c:pt>
                <c:pt idx="4263">
                  <c:v>5.3409090909090899E-2</c:v>
                </c:pt>
                <c:pt idx="4264">
                  <c:v>0.103989535644211</c:v>
                </c:pt>
                <c:pt idx="4265">
                  <c:v>4.9075025693730699E-2</c:v>
                </c:pt>
                <c:pt idx="4266">
                  <c:v>6.12777053455019E-2</c:v>
                </c:pt>
                <c:pt idx="4267">
                  <c:v>6.0520760028149101E-2</c:v>
                </c:pt>
                <c:pt idx="4268">
                  <c:v>5.8623040218132201E-2</c:v>
                </c:pt>
                <c:pt idx="4269">
                  <c:v>5.9610420089180903E-2</c:v>
                </c:pt>
                <c:pt idx="4270">
                  <c:v>5.0902360018509903E-2</c:v>
                </c:pt>
                <c:pt idx="4271">
                  <c:v>5.4205607476635498E-2</c:v>
                </c:pt>
                <c:pt idx="4272">
                  <c:v>5.8743479246994697E-2</c:v>
                </c:pt>
                <c:pt idx="4273">
                  <c:v>5.41278144189219E-2</c:v>
                </c:pt>
                <c:pt idx="4274">
                  <c:v>5.2803129074315502E-2</c:v>
                </c:pt>
                <c:pt idx="4275">
                  <c:v>4.97803806734992E-2</c:v>
                </c:pt>
                <c:pt idx="4276">
                  <c:v>5.2770448548812597E-2</c:v>
                </c:pt>
                <c:pt idx="4277">
                  <c:v>5.6531152273273898E-2</c:v>
                </c:pt>
                <c:pt idx="4278">
                  <c:v>0.120098503504451</c:v>
                </c:pt>
                <c:pt idx="4279">
                  <c:v>9.8556183301946002E-2</c:v>
                </c:pt>
                <c:pt idx="4280">
                  <c:v>4.94623655913978E-2</c:v>
                </c:pt>
                <c:pt idx="4281">
                  <c:v>4.7740440324449497E-2</c:v>
                </c:pt>
                <c:pt idx="4282">
                  <c:v>5.2104208416833601E-2</c:v>
                </c:pt>
                <c:pt idx="4283">
                  <c:v>5.2151238591916498E-2</c:v>
                </c:pt>
                <c:pt idx="4284">
                  <c:v>0.100543478260869</c:v>
                </c:pt>
                <c:pt idx="4285">
                  <c:v>4.7004383828543501E-2</c:v>
                </c:pt>
                <c:pt idx="4286">
                  <c:v>5.9337913803872502E-2</c:v>
                </c:pt>
                <c:pt idx="4287">
                  <c:v>5.8508262617239799E-2</c:v>
                </c:pt>
                <c:pt idx="4288">
                  <c:v>5.68699804645105E-2</c:v>
                </c:pt>
                <c:pt idx="4289">
                  <c:v>5.79547997314835E-2</c:v>
                </c:pt>
                <c:pt idx="4290">
                  <c:v>4.9469964664310903E-2</c:v>
                </c:pt>
                <c:pt idx="4291">
                  <c:v>5.2572956114947597E-2</c:v>
                </c:pt>
                <c:pt idx="4292">
                  <c:v>5.63562056356205E-2</c:v>
                </c:pt>
                <c:pt idx="4293">
                  <c:v>5.2837573385518498E-2</c:v>
                </c:pt>
                <c:pt idx="4294">
                  <c:v>5.1372712146422597E-2</c:v>
                </c:pt>
                <c:pt idx="4295">
                  <c:v>4.7983310152990198E-2</c:v>
                </c:pt>
                <c:pt idx="4296">
                  <c:v>5.1025056947608199E-2</c:v>
                </c:pt>
                <c:pt idx="4297">
                  <c:v>5.4591137505710298E-2</c:v>
                </c:pt>
                <c:pt idx="4298">
                  <c:v>0.115960555149744</c:v>
                </c:pt>
                <c:pt idx="4299">
                  <c:v>9.5458199356913104E-2</c:v>
                </c:pt>
                <c:pt idx="4300">
                  <c:v>4.4504748982360898E-2</c:v>
                </c:pt>
                <c:pt idx="4301">
                  <c:v>4.2759706190975799E-2</c:v>
                </c:pt>
                <c:pt idx="4302">
                  <c:v>4.6003016591251798E-2</c:v>
                </c:pt>
                <c:pt idx="4303">
                  <c:v>4.8636698599852597E-2</c:v>
                </c:pt>
                <c:pt idx="4304">
                  <c:v>0.10162314749470699</c:v>
                </c:pt>
                <c:pt idx="4305">
                  <c:v>4.2000552638850497E-2</c:v>
                </c:pt>
                <c:pt idx="4306">
                  <c:v>5.6714319193812902E-2</c:v>
                </c:pt>
                <c:pt idx="4307">
                  <c:v>5.5161943319838001E-2</c:v>
                </c:pt>
                <c:pt idx="4308">
                  <c:v>5.3834808259587003E-2</c:v>
                </c:pt>
                <c:pt idx="4309">
                  <c:v>5.4711246200607903E-2</c:v>
                </c:pt>
                <c:pt idx="4310">
                  <c:v>4.5204795204795201E-2</c:v>
                </c:pt>
                <c:pt idx="4311">
                  <c:v>4.7846889952153103E-2</c:v>
                </c:pt>
                <c:pt idx="4312">
                  <c:v>5.33790401567091E-2</c:v>
                </c:pt>
                <c:pt idx="4313">
                  <c:v>4.9410029498525E-2</c:v>
                </c:pt>
                <c:pt idx="4314">
                  <c:v>4.80994838104176E-2</c:v>
                </c:pt>
                <c:pt idx="4315">
                  <c:v>4.2759706190975799E-2</c:v>
                </c:pt>
                <c:pt idx="4316">
                  <c:v>4.6475600309837301E-2</c:v>
                </c:pt>
                <c:pt idx="4317">
                  <c:v>5.0777202072538802E-2</c:v>
                </c:pt>
                <c:pt idx="4318">
                  <c:v>0.123014256619144</c:v>
                </c:pt>
                <c:pt idx="4319">
                  <c:v>9.6010818120351504E-2</c:v>
                </c:pt>
                <c:pt idx="4320">
                  <c:v>4.88782051282051E-2</c:v>
                </c:pt>
                <c:pt idx="4321">
                  <c:v>4.7250193648334597E-2</c:v>
                </c:pt>
                <c:pt idx="4322">
                  <c:v>5.0704922087558703E-2</c:v>
                </c:pt>
                <c:pt idx="4323">
                  <c:v>5.2898550724637602E-2</c:v>
                </c:pt>
                <c:pt idx="4324">
                  <c:v>0.106284658040665</c:v>
                </c:pt>
                <c:pt idx="4325">
                  <c:v>4.65306122448979E-2</c:v>
                </c:pt>
                <c:pt idx="4326">
                  <c:v>6.0731538992408497E-2</c:v>
                </c:pt>
                <c:pt idx="4327">
                  <c:v>5.9218711122169601E-2</c:v>
                </c:pt>
                <c:pt idx="4328">
                  <c:v>5.8268858800773697E-2</c:v>
                </c:pt>
                <c:pt idx="4329">
                  <c:v>5.90433482810164E-2</c:v>
                </c:pt>
                <c:pt idx="4330">
                  <c:v>4.9115913555992097E-2</c:v>
                </c:pt>
                <c:pt idx="4331">
                  <c:v>5.2527254707631303E-2</c:v>
                </c:pt>
                <c:pt idx="4332">
                  <c:v>5.8145122537241703E-2</c:v>
                </c:pt>
                <c:pt idx="4333">
                  <c:v>5.3662073966642403E-2</c:v>
                </c:pt>
                <c:pt idx="4334">
                  <c:v>5.21097532856813E-2</c:v>
                </c:pt>
                <c:pt idx="4335">
                  <c:v>4.7250193648334597E-2</c:v>
                </c:pt>
                <c:pt idx="4336">
                  <c:v>5.0266565118050201E-2</c:v>
                </c:pt>
                <c:pt idx="4337">
                  <c:v>5.47770700636942E-2</c:v>
                </c:pt>
                <c:pt idx="4338">
                  <c:v>0.12544946064722301</c:v>
                </c:pt>
                <c:pt idx="4339">
                  <c:v>0.10019907100199001</c:v>
                </c:pt>
                <c:pt idx="4340">
                  <c:v>5.3336906995443502E-2</c:v>
                </c:pt>
                <c:pt idx="4341">
                  <c:v>5.1554404145077698E-2</c:v>
                </c:pt>
                <c:pt idx="4342">
                  <c:v>5.5362462760675198E-2</c:v>
                </c:pt>
                <c:pt idx="4343">
                  <c:v>5.64301283603778E-2</c:v>
                </c:pt>
                <c:pt idx="4344">
                  <c:v>0.110570236439499</c:v>
                </c:pt>
                <c:pt idx="4345">
                  <c:v>5.0778050778050698E-2</c:v>
                </c:pt>
                <c:pt idx="4346">
                  <c:v>6.4359861591695502E-2</c:v>
                </c:pt>
                <c:pt idx="4347">
                  <c:v>6.2609129458717799E-2</c:v>
                </c:pt>
                <c:pt idx="4348">
                  <c:v>6.18181818181818E-2</c:v>
                </c:pt>
                <c:pt idx="4349">
                  <c:v>6.2702972770422097E-2</c:v>
                </c:pt>
                <c:pt idx="4350">
                  <c:v>5.2696380201920703E-2</c:v>
                </c:pt>
                <c:pt idx="4351">
                  <c:v>5.6674123788217699E-2</c:v>
                </c:pt>
                <c:pt idx="4352">
                  <c:v>6.16718862924596E-2</c:v>
                </c:pt>
                <c:pt idx="4353">
                  <c:v>5.7198254968492401E-2</c:v>
                </c:pt>
                <c:pt idx="4354">
                  <c:v>5.5478502080443803E-2</c:v>
                </c:pt>
                <c:pt idx="4355">
                  <c:v>5.1826898160145102E-2</c:v>
                </c:pt>
                <c:pt idx="4356">
                  <c:v>5.4508405501782903E-2</c:v>
                </c:pt>
                <c:pt idx="4357">
                  <c:v>5.8507920286152197E-2</c:v>
                </c:pt>
                <c:pt idx="4358">
                  <c:v>0.12740000000000001</c:v>
                </c:pt>
                <c:pt idx="4359">
                  <c:v>0.104527296937416</c:v>
                </c:pt>
                <c:pt idx="4360">
                  <c:v>0.126838235294117</c:v>
                </c:pt>
                <c:pt idx="4361">
                  <c:v>0.12277227722772199</c:v>
                </c:pt>
                <c:pt idx="4362">
                  <c:v>0.12428625808907499</c:v>
                </c:pt>
                <c:pt idx="4363">
                  <c:v>0.122346368715083</c:v>
                </c:pt>
                <c:pt idx="4364">
                  <c:v>0.13586097946287501</c:v>
                </c:pt>
                <c:pt idx="4365">
                  <c:v>0.12554836014205101</c:v>
                </c:pt>
                <c:pt idx="4366">
                  <c:v>0.122860199714693</c:v>
                </c:pt>
                <c:pt idx="4367">
                  <c:v>0.127853881278538</c:v>
                </c:pt>
                <c:pt idx="4368">
                  <c:v>0.124441964285714</c:v>
                </c:pt>
                <c:pt idx="4369">
                  <c:v>0.12721724203700099</c:v>
                </c:pt>
                <c:pt idx="4370">
                  <c:v>0.12124077926990701</c:v>
                </c:pt>
                <c:pt idx="4371">
                  <c:v>0.124928585031422</c:v>
                </c:pt>
                <c:pt idx="4372">
                  <c:v>0.12262271327658</c:v>
                </c:pt>
                <c:pt idx="4373">
                  <c:v>0.122346368715083</c:v>
                </c:pt>
                <c:pt idx="4374">
                  <c:v>0.1180692625157</c:v>
                </c:pt>
                <c:pt idx="4375">
                  <c:v>0.12299465240641699</c:v>
                </c:pt>
                <c:pt idx="4376">
                  <c:v>0.125</c:v>
                </c:pt>
                <c:pt idx="4377">
                  <c:v>0.12777561355667999</c:v>
                </c:pt>
                <c:pt idx="4378">
                  <c:v>0.12281776416539</c:v>
                </c:pt>
                <c:pt idx="4379">
                  <c:v>0.13195034858017299</c:v>
                </c:pt>
                <c:pt idx="4380">
                  <c:v>0.105698529411764</c:v>
                </c:pt>
                <c:pt idx="4381">
                  <c:v>0.102068045363575</c:v>
                </c:pt>
                <c:pt idx="4382">
                  <c:v>0.105465414175918</c:v>
                </c:pt>
                <c:pt idx="4383">
                  <c:v>0.104375</c:v>
                </c:pt>
                <c:pt idx="4384">
                  <c:v>0.13091482649842201</c:v>
                </c:pt>
                <c:pt idx="4385">
                  <c:v>0.103262145036376</c:v>
                </c:pt>
                <c:pt idx="4386">
                  <c:v>0.108409724990035</c:v>
                </c:pt>
                <c:pt idx="4387">
                  <c:v>0.11256152364647901</c:v>
                </c:pt>
                <c:pt idx="4388">
                  <c:v>0.10898103771619</c:v>
                </c:pt>
                <c:pt idx="4389">
                  <c:v>0.11180257510729601</c:v>
                </c:pt>
                <c:pt idx="4390">
                  <c:v>0.102287166454892</c:v>
                </c:pt>
                <c:pt idx="4391">
                  <c:v>0.106883283454467</c:v>
                </c:pt>
                <c:pt idx="4392">
                  <c:v>0.111156685808039</c:v>
                </c:pt>
                <c:pt idx="4393">
                  <c:v>0.105296080066722</c:v>
                </c:pt>
                <c:pt idx="4394">
                  <c:v>0.101820364072814</c:v>
                </c:pt>
                <c:pt idx="4395">
                  <c:v>0.10231316725978599</c:v>
                </c:pt>
                <c:pt idx="4396">
                  <c:v>0.105194238323876</c:v>
                </c:pt>
                <c:pt idx="4397">
                  <c:v>0.10996714129244201</c:v>
                </c:pt>
                <c:pt idx="4398">
                  <c:v>0.13337916809900299</c:v>
                </c:pt>
                <c:pt idx="4399">
                  <c:v>0.123505976095617</c:v>
                </c:pt>
                <c:pt idx="4400">
                  <c:v>4.6119235095612998E-2</c:v>
                </c:pt>
                <c:pt idx="4401">
                  <c:v>4.4293478260869497E-2</c:v>
                </c:pt>
                <c:pt idx="4402">
                  <c:v>4.8004174276023999E-2</c:v>
                </c:pt>
                <c:pt idx="4403">
                  <c:v>4.9732211170619697E-2</c:v>
                </c:pt>
                <c:pt idx="4404">
                  <c:v>0.103988255444091</c:v>
                </c:pt>
                <c:pt idx="4405">
                  <c:v>4.3814432989690698E-2</c:v>
                </c:pt>
                <c:pt idx="4406">
                  <c:v>5.7664233576642299E-2</c:v>
                </c:pt>
                <c:pt idx="4407">
                  <c:v>5.6094364351244999E-2</c:v>
                </c:pt>
                <c:pt idx="4408">
                  <c:v>5.4675523760858401E-2</c:v>
                </c:pt>
                <c:pt idx="4409">
                  <c:v>5.5672268907563001E-2</c:v>
                </c:pt>
                <c:pt idx="4410">
                  <c:v>4.6421161825726101E-2</c:v>
                </c:pt>
                <c:pt idx="4411">
                  <c:v>4.8551292090837903E-2</c:v>
                </c:pt>
                <c:pt idx="4412">
                  <c:v>5.3272450532724502E-2</c:v>
                </c:pt>
                <c:pt idx="4413">
                  <c:v>5.0267925491196699E-2</c:v>
                </c:pt>
                <c:pt idx="4414">
                  <c:v>4.91202346041055E-2</c:v>
                </c:pt>
                <c:pt idx="4415">
                  <c:v>4.4577330796411997E-2</c:v>
                </c:pt>
                <c:pt idx="4416">
                  <c:v>4.7835382148583599E-2</c:v>
                </c:pt>
                <c:pt idx="4417">
                  <c:v>5.1728759045832198E-2</c:v>
                </c:pt>
                <c:pt idx="4418">
                  <c:v>0.12563451776649701</c:v>
                </c:pt>
                <c:pt idx="4419">
                  <c:v>9.8403006106153101E-2</c:v>
                </c:pt>
                <c:pt idx="4420">
                  <c:v>4.4402070280577501E-2</c:v>
                </c:pt>
                <c:pt idx="4421">
                  <c:v>4.2687747035573098E-2</c:v>
                </c:pt>
                <c:pt idx="4422">
                  <c:v>4.62471569370735E-2</c:v>
                </c:pt>
                <c:pt idx="4423">
                  <c:v>4.7853971386285103E-2</c:v>
                </c:pt>
                <c:pt idx="4424">
                  <c:v>0.100047192071731</c:v>
                </c:pt>
                <c:pt idx="4425">
                  <c:v>4.2175360710321803E-2</c:v>
                </c:pt>
                <c:pt idx="4426">
                  <c:v>5.5503292568203098E-2</c:v>
                </c:pt>
                <c:pt idx="4427">
                  <c:v>5.4342305738953697E-2</c:v>
                </c:pt>
                <c:pt idx="4428">
                  <c:v>5.2553663952627602E-2</c:v>
                </c:pt>
                <c:pt idx="4429">
                  <c:v>5.3930297634189703E-2</c:v>
                </c:pt>
                <c:pt idx="4430">
                  <c:v>4.46562970396387E-2</c:v>
                </c:pt>
                <c:pt idx="4431">
                  <c:v>4.67762326169405E-2</c:v>
                </c:pt>
                <c:pt idx="4432">
                  <c:v>5.1212938005390798E-2</c:v>
                </c:pt>
                <c:pt idx="4433">
                  <c:v>4.8371174728529101E-2</c:v>
                </c:pt>
                <c:pt idx="4434">
                  <c:v>4.7136460051850099E-2</c:v>
                </c:pt>
                <c:pt idx="4435">
                  <c:v>4.2962572482867598E-2</c:v>
                </c:pt>
                <c:pt idx="4436">
                  <c:v>4.6113989637305702E-2</c:v>
                </c:pt>
                <c:pt idx="4437">
                  <c:v>5.0155925155925103E-2</c:v>
                </c:pt>
                <c:pt idx="4438">
                  <c:v>0.121094547682254</c:v>
                </c:pt>
                <c:pt idx="4439">
                  <c:v>9.4548744627912198E-2</c:v>
                </c:pt>
                <c:pt idx="4440">
                  <c:v>4.9765502866075999E-2</c:v>
                </c:pt>
                <c:pt idx="4441">
                  <c:v>4.7883064516128997E-2</c:v>
                </c:pt>
                <c:pt idx="4442">
                  <c:v>4.9385690195133697E-2</c:v>
                </c:pt>
                <c:pt idx="4443">
                  <c:v>5.2433576299082997E-2</c:v>
                </c:pt>
                <c:pt idx="4444">
                  <c:v>0.10341726618704999</c:v>
                </c:pt>
                <c:pt idx="4445">
                  <c:v>4.7808764940239001E-2</c:v>
                </c:pt>
                <c:pt idx="4446">
                  <c:v>5.9337214509628297E-2</c:v>
                </c:pt>
                <c:pt idx="4447">
                  <c:v>5.8909090909090897E-2</c:v>
                </c:pt>
                <c:pt idx="4448">
                  <c:v>5.70824524312896E-2</c:v>
                </c:pt>
                <c:pt idx="4449">
                  <c:v>5.8780665533155203E-2</c:v>
                </c:pt>
                <c:pt idx="4450">
                  <c:v>4.9282296650717698E-2</c:v>
                </c:pt>
                <c:pt idx="4451">
                  <c:v>5.0904704463208598E-2</c:v>
                </c:pt>
                <c:pt idx="4452">
                  <c:v>5.6190254138493802E-2</c:v>
                </c:pt>
                <c:pt idx="4453">
                  <c:v>5.2928722653493299E-2</c:v>
                </c:pt>
                <c:pt idx="4454">
                  <c:v>5.1414458913336299E-2</c:v>
                </c:pt>
                <c:pt idx="4455">
                  <c:v>4.8147214519788199E-2</c:v>
                </c:pt>
                <c:pt idx="4456">
                  <c:v>5.1002723446397599E-2</c:v>
                </c:pt>
                <c:pt idx="4457">
                  <c:v>5.4879562950086898E-2</c:v>
                </c:pt>
                <c:pt idx="4458">
                  <c:v>0.121713729308666</c:v>
                </c:pt>
                <c:pt idx="4459">
                  <c:v>9.7908130256631407E-2</c:v>
                </c:pt>
                <c:pt idx="4460">
                  <c:v>5.1789794364051699E-2</c:v>
                </c:pt>
                <c:pt idx="4461">
                  <c:v>4.9889407716883702E-2</c:v>
                </c:pt>
                <c:pt idx="4462">
                  <c:v>5.3882352941176402E-2</c:v>
                </c:pt>
                <c:pt idx="4463">
                  <c:v>5.3497942386831199E-2</c:v>
                </c:pt>
                <c:pt idx="4464">
                  <c:v>0.10436307827230799</c:v>
                </c:pt>
                <c:pt idx="4465">
                  <c:v>4.9689440993788803E-2</c:v>
                </c:pt>
                <c:pt idx="4466">
                  <c:v>6.1175442429538998E-2</c:v>
                </c:pt>
                <c:pt idx="4467">
                  <c:v>6.0949681077250101E-2</c:v>
                </c:pt>
                <c:pt idx="4468">
                  <c:v>5.8742857142857097E-2</c:v>
                </c:pt>
                <c:pt idx="4469">
                  <c:v>6.0075685903500403E-2</c:v>
                </c:pt>
                <c:pt idx="4470">
                  <c:v>5.1222351571594799E-2</c:v>
                </c:pt>
                <c:pt idx="4471">
                  <c:v>5.4378531073446298E-2</c:v>
                </c:pt>
                <c:pt idx="4472">
                  <c:v>5.8783321941216597E-2</c:v>
                </c:pt>
                <c:pt idx="4473">
                  <c:v>5.4221002059025303E-2</c:v>
                </c:pt>
                <c:pt idx="4474">
                  <c:v>5.2919308987535503E-2</c:v>
                </c:pt>
                <c:pt idx="4475">
                  <c:v>5.0147492625368703E-2</c:v>
                </c:pt>
                <c:pt idx="4476">
                  <c:v>5.31144374698213E-2</c:v>
                </c:pt>
                <c:pt idx="4477">
                  <c:v>5.7156696536691601E-2</c:v>
                </c:pt>
                <c:pt idx="4478">
                  <c:v>0.120998475609756</c:v>
                </c:pt>
                <c:pt idx="4479">
                  <c:v>9.8947368421052603E-2</c:v>
                </c:pt>
                <c:pt idx="4480">
                  <c:v>0.112269641125121</c:v>
                </c:pt>
                <c:pt idx="4481">
                  <c:v>0.108374384236453</c:v>
                </c:pt>
                <c:pt idx="4482">
                  <c:v>0.111285618128786</c:v>
                </c:pt>
                <c:pt idx="4483">
                  <c:v>0.110649464246665</c:v>
                </c:pt>
                <c:pt idx="4484">
                  <c:v>0.13635427394438701</c:v>
                </c:pt>
                <c:pt idx="4485">
                  <c:v>0.109405940594059</c:v>
                </c:pt>
                <c:pt idx="4486">
                  <c:v>0.11405337781484499</c:v>
                </c:pt>
                <c:pt idx="4487">
                  <c:v>0.120099143758449</c:v>
                </c:pt>
                <c:pt idx="4488">
                  <c:v>0.11597374179431</c:v>
                </c:pt>
                <c:pt idx="4489">
                  <c:v>0.119241192411924</c:v>
                </c:pt>
                <c:pt idx="4490">
                  <c:v>0.108072048032021</c:v>
                </c:pt>
                <c:pt idx="4491">
                  <c:v>0.112533692722371</c:v>
                </c:pt>
                <c:pt idx="4492">
                  <c:v>0.11795204147764</c:v>
                </c:pt>
                <c:pt idx="4493">
                  <c:v>0.111378555798687</c:v>
                </c:pt>
                <c:pt idx="4494">
                  <c:v>0.107779408681065</c:v>
                </c:pt>
                <c:pt idx="4495">
                  <c:v>0.10863444392304</c:v>
                </c:pt>
                <c:pt idx="4496">
                  <c:v>0.111878453038674</c:v>
                </c:pt>
                <c:pt idx="4497">
                  <c:v>0.116940143286341</c:v>
                </c:pt>
                <c:pt idx="4498">
                  <c:v>0.138467035912095</c:v>
                </c:pt>
                <c:pt idx="4499">
                  <c:v>0.13275039745627901</c:v>
                </c:pt>
                <c:pt idx="4500">
                  <c:v>4.2620137299771099E-2</c:v>
                </c:pt>
                <c:pt idx="4501">
                  <c:v>4.0917887752280897E-2</c:v>
                </c:pt>
                <c:pt idx="4502">
                  <c:v>4.4066896734802199E-2</c:v>
                </c:pt>
                <c:pt idx="4503">
                  <c:v>4.6221760581667097E-2</c:v>
                </c:pt>
                <c:pt idx="4504">
                  <c:v>9.9825305714998702E-2</c:v>
                </c:pt>
                <c:pt idx="4505">
                  <c:v>3.8964815353300299E-2</c:v>
                </c:pt>
                <c:pt idx="4506">
                  <c:v>5.4617676266136998E-2</c:v>
                </c:pt>
                <c:pt idx="4507">
                  <c:v>5.2561366061899602E-2</c:v>
                </c:pt>
                <c:pt idx="4508">
                  <c:v>5.0975292587776298E-2</c:v>
                </c:pt>
                <c:pt idx="4509">
                  <c:v>5.2125100240577302E-2</c:v>
                </c:pt>
                <c:pt idx="4510">
                  <c:v>4.3030623020063302E-2</c:v>
                </c:pt>
                <c:pt idx="4511">
                  <c:v>4.4621513944223097E-2</c:v>
                </c:pt>
                <c:pt idx="4512">
                  <c:v>4.9456240290005102E-2</c:v>
                </c:pt>
                <c:pt idx="4513">
                  <c:v>4.67653936087295E-2</c:v>
                </c:pt>
                <c:pt idx="4514">
                  <c:v>4.5816733067729001E-2</c:v>
                </c:pt>
                <c:pt idx="4515">
                  <c:v>4.1205752212389299E-2</c:v>
                </c:pt>
                <c:pt idx="4516">
                  <c:v>4.4329616535218899E-2</c:v>
                </c:pt>
                <c:pt idx="4517">
                  <c:v>4.8281505728314203E-2</c:v>
                </c:pt>
                <c:pt idx="4518">
                  <c:v>0.12329656067488599</c:v>
                </c:pt>
                <c:pt idx="4519">
                  <c:v>9.4439117929050798E-2</c:v>
                </c:pt>
                <c:pt idx="4520">
                  <c:v>5.9289486317810801E-2</c:v>
                </c:pt>
                <c:pt idx="4521">
                  <c:v>5.7103064066852303E-2</c:v>
                </c:pt>
                <c:pt idx="4522">
                  <c:v>6.0115350488021198E-2</c:v>
                </c:pt>
                <c:pt idx="4523">
                  <c:v>6.0350421804023301E-2</c:v>
                </c:pt>
                <c:pt idx="4524">
                  <c:v>0.10644025678194199</c:v>
                </c:pt>
                <c:pt idx="4525">
                  <c:v>5.7612159843098802E-2</c:v>
                </c:pt>
                <c:pt idx="4526">
                  <c:v>6.2088815789473603E-2</c:v>
                </c:pt>
                <c:pt idx="4527">
                  <c:v>6.6993100378366296E-2</c:v>
                </c:pt>
                <c:pt idx="4528">
                  <c:v>6.4662629757785403E-2</c:v>
                </c:pt>
                <c:pt idx="4529">
                  <c:v>6.6220735785953097E-2</c:v>
                </c:pt>
                <c:pt idx="4530">
                  <c:v>5.7658450704225303E-2</c:v>
                </c:pt>
                <c:pt idx="4531">
                  <c:v>6.0115350488021198E-2</c:v>
                </c:pt>
                <c:pt idx="4532">
                  <c:v>6.3834329632792397E-2</c:v>
                </c:pt>
                <c:pt idx="4533">
                  <c:v>6.05798355690177E-2</c:v>
                </c:pt>
                <c:pt idx="4534">
                  <c:v>5.8677171884719E-2</c:v>
                </c:pt>
                <c:pt idx="4535">
                  <c:v>5.7348502437891802E-2</c:v>
                </c:pt>
                <c:pt idx="4536">
                  <c:v>5.9867971773275602E-2</c:v>
                </c:pt>
                <c:pt idx="4537">
                  <c:v>6.3455832001826001E-2</c:v>
                </c:pt>
                <c:pt idx="4538">
                  <c:v>0.11978319783197799</c:v>
                </c:pt>
                <c:pt idx="4539">
                  <c:v>0.101235552012754</c:v>
                </c:pt>
                <c:pt idx="4540">
                  <c:v>5.9889676910953503E-2</c:v>
                </c:pt>
                <c:pt idx="4541">
                  <c:v>5.7926829268292603E-2</c:v>
                </c:pt>
                <c:pt idx="4542">
                  <c:v>6.1830574488802303E-2</c:v>
                </c:pt>
                <c:pt idx="4543">
                  <c:v>6.2337046693529199E-2</c:v>
                </c:pt>
                <c:pt idx="4544">
                  <c:v>0.115646258503401</c:v>
                </c:pt>
                <c:pt idx="4545">
                  <c:v>5.7548179871520298E-2</c:v>
                </c:pt>
                <c:pt idx="4546">
                  <c:v>6.9253327317843394E-2</c:v>
                </c:pt>
                <c:pt idx="4547">
                  <c:v>6.8392769907181197E-2</c:v>
                </c:pt>
                <c:pt idx="4548">
                  <c:v>6.7772511848341196E-2</c:v>
                </c:pt>
                <c:pt idx="4549">
                  <c:v>6.8281938325991096E-2</c:v>
                </c:pt>
                <c:pt idx="4550">
                  <c:v>5.8823529411764698E-2</c:v>
                </c:pt>
                <c:pt idx="4551">
                  <c:v>6.2865497076023305E-2</c:v>
                </c:pt>
                <c:pt idx="4552">
                  <c:v>6.8299576071596799E-2</c:v>
                </c:pt>
                <c:pt idx="4553">
                  <c:v>6.3092979127134699E-2</c:v>
                </c:pt>
                <c:pt idx="4554">
                  <c:v>6.1016949152542299E-2</c:v>
                </c:pt>
                <c:pt idx="4555">
                  <c:v>5.8195679796696299E-2</c:v>
                </c:pt>
                <c:pt idx="4556">
                  <c:v>6.0893436486149199E-2</c:v>
                </c:pt>
                <c:pt idx="4557">
                  <c:v>6.4831038798498095E-2</c:v>
                </c:pt>
                <c:pt idx="4558">
                  <c:v>0.12785477259418301</c:v>
                </c:pt>
                <c:pt idx="4559">
                  <c:v>0.109446254071661</c:v>
                </c:pt>
                <c:pt idx="4560">
                  <c:v>5.7746120580005E-2</c:v>
                </c:pt>
                <c:pt idx="4561">
                  <c:v>5.5733662145499303E-2</c:v>
                </c:pt>
                <c:pt idx="4562">
                  <c:v>5.9948076469199897E-2</c:v>
                </c:pt>
                <c:pt idx="4563">
                  <c:v>5.9876118375774202E-2</c:v>
                </c:pt>
                <c:pt idx="4564">
                  <c:v>0.11096433289299799</c:v>
                </c:pt>
                <c:pt idx="4565">
                  <c:v>5.52099533437014E-2</c:v>
                </c:pt>
                <c:pt idx="4566">
                  <c:v>6.6827344434706296E-2</c:v>
                </c:pt>
                <c:pt idx="4567">
                  <c:v>6.7567567567567502E-2</c:v>
                </c:pt>
                <c:pt idx="4568">
                  <c:v>6.4848762603116394E-2</c:v>
                </c:pt>
                <c:pt idx="4569">
                  <c:v>6.6951566951566899E-2</c:v>
                </c:pt>
                <c:pt idx="4570">
                  <c:v>5.6929538030797901E-2</c:v>
                </c:pt>
                <c:pt idx="4571">
                  <c:v>6.0699102503542698E-2</c:v>
                </c:pt>
                <c:pt idx="4572">
                  <c:v>6.5888812628688995E-2</c:v>
                </c:pt>
                <c:pt idx="4573">
                  <c:v>6.0606060606060601E-2</c:v>
                </c:pt>
                <c:pt idx="4574">
                  <c:v>5.8746163963174003E-2</c:v>
                </c:pt>
                <c:pt idx="4575">
                  <c:v>5.5994079921065601E-2</c:v>
                </c:pt>
                <c:pt idx="4576">
                  <c:v>5.9122849527501797E-2</c:v>
                </c:pt>
                <c:pt idx="4577">
                  <c:v>6.3457330415754895E-2</c:v>
                </c:pt>
                <c:pt idx="4578">
                  <c:v>0.12406947890818799</c:v>
                </c:pt>
                <c:pt idx="4579">
                  <c:v>0.105263157894736</c:v>
                </c:pt>
                <c:pt idx="4580">
                  <c:v>5.9101654846335699E-2</c:v>
                </c:pt>
                <c:pt idx="4581">
                  <c:v>5.7164634146341403E-2</c:v>
                </c:pt>
                <c:pt idx="4582">
                  <c:v>6.1358655953250497E-2</c:v>
                </c:pt>
                <c:pt idx="4583">
                  <c:v>6.1374407582938301E-2</c:v>
                </c:pt>
                <c:pt idx="4584">
                  <c:v>0.114616432137993</c:v>
                </c:pt>
                <c:pt idx="4585">
                  <c:v>5.6745182012847901E-2</c:v>
                </c:pt>
                <c:pt idx="4586">
                  <c:v>6.8623024830699694E-2</c:v>
                </c:pt>
                <c:pt idx="4587">
                  <c:v>6.84429234905891E-2</c:v>
                </c:pt>
                <c:pt idx="4588">
                  <c:v>6.7061611374407498E-2</c:v>
                </c:pt>
                <c:pt idx="4589">
                  <c:v>6.7809057527539698E-2</c:v>
                </c:pt>
                <c:pt idx="4590">
                  <c:v>5.8355437665782398E-2</c:v>
                </c:pt>
                <c:pt idx="4591">
                  <c:v>6.23933707043626E-2</c:v>
                </c:pt>
                <c:pt idx="4592">
                  <c:v>6.7593028732925095E-2</c:v>
                </c:pt>
                <c:pt idx="4593">
                  <c:v>6.2129475930756399E-2</c:v>
                </c:pt>
                <c:pt idx="4594">
                  <c:v>6.0420909708078702E-2</c:v>
                </c:pt>
                <c:pt idx="4595">
                  <c:v>5.7433290978398902E-2</c:v>
                </c:pt>
                <c:pt idx="4596">
                  <c:v>6.0409385921118303E-2</c:v>
                </c:pt>
                <c:pt idx="4597">
                  <c:v>6.4613072877535593E-2</c:v>
                </c:pt>
                <c:pt idx="4598">
                  <c:v>0.12690653109112199</c:v>
                </c:pt>
                <c:pt idx="4599">
                  <c:v>0.10859630032644101</c:v>
                </c:pt>
                <c:pt idx="4600">
                  <c:v>4.7557508400103303E-2</c:v>
                </c:pt>
                <c:pt idx="4601">
                  <c:v>4.5795795795795798E-2</c:v>
                </c:pt>
                <c:pt idx="4602">
                  <c:v>4.9353138476281699E-2</c:v>
                </c:pt>
                <c:pt idx="4603">
                  <c:v>5.0349650349650298E-2</c:v>
                </c:pt>
                <c:pt idx="4604">
                  <c:v>0.101138647019423</c:v>
                </c:pt>
                <c:pt idx="4605">
                  <c:v>4.5298920200158001E-2</c:v>
                </c:pt>
                <c:pt idx="4606">
                  <c:v>5.74098798397863E-2</c:v>
                </c:pt>
                <c:pt idx="4607">
                  <c:v>5.6531152273273898E-2</c:v>
                </c:pt>
                <c:pt idx="4608">
                  <c:v>5.4922038631603401E-2</c:v>
                </c:pt>
                <c:pt idx="4609">
                  <c:v>5.6399132321041198E-2</c:v>
                </c:pt>
                <c:pt idx="4610">
                  <c:v>4.7189945458856998E-2</c:v>
                </c:pt>
                <c:pt idx="4611">
                  <c:v>4.9856184084372E-2</c:v>
                </c:pt>
                <c:pt idx="4612">
                  <c:v>5.4355400696864099E-2</c:v>
                </c:pt>
                <c:pt idx="4613">
                  <c:v>5.0839552238805902E-2</c:v>
                </c:pt>
                <c:pt idx="4614">
                  <c:v>4.9399198931909201E-2</c:v>
                </c:pt>
                <c:pt idx="4615">
                  <c:v>4.6057571964956197E-2</c:v>
                </c:pt>
                <c:pt idx="4616">
                  <c:v>4.8930415539709803E-2</c:v>
                </c:pt>
                <c:pt idx="4617">
                  <c:v>5.2514792899408198E-2</c:v>
                </c:pt>
                <c:pt idx="4618">
                  <c:v>0.119620007754943</c:v>
                </c:pt>
                <c:pt idx="4619">
                  <c:v>9.5758354755783995E-2</c:v>
                </c:pt>
                <c:pt idx="4620">
                  <c:v>5.0312825860271103E-2</c:v>
                </c:pt>
                <c:pt idx="4621">
                  <c:v>4.8411497730711003E-2</c:v>
                </c:pt>
                <c:pt idx="4622">
                  <c:v>5.0904704463208598E-2</c:v>
                </c:pt>
                <c:pt idx="4623">
                  <c:v>5.2928722653493299E-2</c:v>
                </c:pt>
                <c:pt idx="4624">
                  <c:v>0.103913630229419</c:v>
                </c:pt>
                <c:pt idx="4625">
                  <c:v>4.8365665692266802E-2</c:v>
                </c:pt>
                <c:pt idx="4626">
                  <c:v>5.9337214509628297E-2</c:v>
                </c:pt>
                <c:pt idx="4627">
                  <c:v>5.9422750424448202E-2</c:v>
                </c:pt>
                <c:pt idx="4628">
                  <c:v>5.7579318448883601E-2</c:v>
                </c:pt>
                <c:pt idx="4629">
                  <c:v>5.9295261239368097E-2</c:v>
                </c:pt>
                <c:pt idx="4630">
                  <c:v>4.9784585926280503E-2</c:v>
                </c:pt>
                <c:pt idx="4631">
                  <c:v>5.2173913043478203E-2</c:v>
                </c:pt>
                <c:pt idx="4632">
                  <c:v>5.6682995101469499E-2</c:v>
                </c:pt>
                <c:pt idx="4633">
                  <c:v>5.3424335137679399E-2</c:v>
                </c:pt>
                <c:pt idx="4634">
                  <c:v>5.1886792452830101E-2</c:v>
                </c:pt>
                <c:pt idx="4635">
                  <c:v>4.8675914249684697E-2</c:v>
                </c:pt>
                <c:pt idx="4636">
                  <c:v>5.1523408471637298E-2</c:v>
                </c:pt>
                <c:pt idx="4637">
                  <c:v>5.5403726708074502E-2</c:v>
                </c:pt>
                <c:pt idx="4638">
                  <c:v>0.121713729308666</c:v>
                </c:pt>
                <c:pt idx="4639">
                  <c:v>9.8381877022653705E-2</c:v>
                </c:pt>
                <c:pt idx="4640">
                  <c:v>5.5819774718397899E-2</c:v>
                </c:pt>
                <c:pt idx="4641">
                  <c:v>5.3623188405797099E-2</c:v>
                </c:pt>
                <c:pt idx="4642">
                  <c:v>5.70702402957486E-2</c:v>
                </c:pt>
                <c:pt idx="4643">
                  <c:v>5.7271702367530999E-2</c:v>
                </c:pt>
                <c:pt idx="4644">
                  <c:v>0.10658914728682101</c:v>
                </c:pt>
                <c:pt idx="4645">
                  <c:v>5.4345039733401601E-2</c:v>
                </c:pt>
                <c:pt idx="4646">
                  <c:v>6.3396872992075304E-2</c:v>
                </c:pt>
                <c:pt idx="4647">
                  <c:v>6.4179796107506903E-2</c:v>
                </c:pt>
                <c:pt idx="4648">
                  <c:v>6.2372881355932198E-2</c:v>
                </c:pt>
                <c:pt idx="4649">
                  <c:v>6.3661710037174704E-2</c:v>
                </c:pt>
                <c:pt idx="4650">
                  <c:v>5.4649827784156099E-2</c:v>
                </c:pt>
                <c:pt idx="4651">
                  <c:v>5.7558945908460397E-2</c:v>
                </c:pt>
                <c:pt idx="4652">
                  <c:v>5.9366754617414197E-2</c:v>
                </c:pt>
                <c:pt idx="4653">
                  <c:v>5.7987364620938599E-2</c:v>
                </c:pt>
                <c:pt idx="4654">
                  <c:v>5.62648777320926E-2</c:v>
                </c:pt>
                <c:pt idx="4655">
                  <c:v>5.3877748248369099E-2</c:v>
                </c:pt>
                <c:pt idx="4656">
                  <c:v>5.6318031235210599E-2</c:v>
                </c:pt>
                <c:pt idx="4657">
                  <c:v>6.0289579871825302E-2</c:v>
                </c:pt>
                <c:pt idx="4658">
                  <c:v>0.12107623318385601</c:v>
                </c:pt>
                <c:pt idx="4659">
                  <c:v>0.101242236024844</c:v>
                </c:pt>
                <c:pt idx="4660">
                  <c:v>5.2324104648209198E-2</c:v>
                </c:pt>
                <c:pt idx="4661">
                  <c:v>5.0405704450454801E-2</c:v>
                </c:pt>
                <c:pt idx="4662">
                  <c:v>5.4378531073446298E-2</c:v>
                </c:pt>
                <c:pt idx="4663">
                  <c:v>5.4221002059025303E-2</c:v>
                </c:pt>
                <c:pt idx="4664">
                  <c:v>0.105089951733216</c:v>
                </c:pt>
                <c:pt idx="4665">
                  <c:v>5.0233039875712003E-2</c:v>
                </c:pt>
                <c:pt idx="4666">
                  <c:v>6.1407342657342601E-2</c:v>
                </c:pt>
                <c:pt idx="4667">
                  <c:v>6.1702127659574398E-2</c:v>
                </c:pt>
                <c:pt idx="4668">
                  <c:v>5.9469350411710802E-2</c:v>
                </c:pt>
                <c:pt idx="4669">
                  <c:v>6.0828402366863897E-2</c:v>
                </c:pt>
                <c:pt idx="4670">
                  <c:v>5.1712089447938502E-2</c:v>
                </c:pt>
                <c:pt idx="4671">
                  <c:v>5.4875176636834597E-2</c:v>
                </c:pt>
                <c:pt idx="4672">
                  <c:v>5.9507523939808397E-2</c:v>
                </c:pt>
                <c:pt idx="4673">
                  <c:v>5.4945054945054903E-2</c:v>
                </c:pt>
                <c:pt idx="4674">
                  <c:v>5.36105032822757E-2</c:v>
                </c:pt>
                <c:pt idx="4675">
                  <c:v>5.0664043285784499E-2</c:v>
                </c:pt>
                <c:pt idx="4676">
                  <c:v>5.3623188405797099E-2</c:v>
                </c:pt>
                <c:pt idx="4677">
                  <c:v>5.7669008965350099E-2</c:v>
                </c:pt>
                <c:pt idx="4678">
                  <c:v>0.120998475609756</c:v>
                </c:pt>
                <c:pt idx="4679">
                  <c:v>9.9641879081525095E-2</c:v>
                </c:pt>
                <c:pt idx="4680">
                  <c:v>5.0614605929139501E-2</c:v>
                </c:pt>
                <c:pt idx="4681">
                  <c:v>4.8843187660668301E-2</c:v>
                </c:pt>
                <c:pt idx="4682">
                  <c:v>5.27260489118241E-2</c:v>
                </c:pt>
                <c:pt idx="4683">
                  <c:v>5.2849967241755801E-2</c:v>
                </c:pt>
                <c:pt idx="4684">
                  <c:v>0.10168067226890699</c:v>
                </c:pt>
                <c:pt idx="4685">
                  <c:v>4.84148439420004E-2</c:v>
                </c:pt>
                <c:pt idx="4686">
                  <c:v>5.93769600669036E-2</c:v>
                </c:pt>
                <c:pt idx="4687">
                  <c:v>5.9617547806524097E-2</c:v>
                </c:pt>
                <c:pt idx="4688">
                  <c:v>5.7591623036649199E-2</c:v>
                </c:pt>
                <c:pt idx="4689">
                  <c:v>5.9102188134446197E-2</c:v>
                </c:pt>
                <c:pt idx="4690">
                  <c:v>5.0166481687014403E-2</c:v>
                </c:pt>
                <c:pt idx="4691">
                  <c:v>5.3198653198653197E-2</c:v>
                </c:pt>
                <c:pt idx="4692">
                  <c:v>5.7142857142857099E-2</c:v>
                </c:pt>
                <c:pt idx="4693">
                  <c:v>5.3540209790209702E-2</c:v>
                </c:pt>
                <c:pt idx="4694">
                  <c:v>5.2070263488080297E-2</c:v>
                </c:pt>
                <c:pt idx="4695">
                  <c:v>4.9088359046283302E-2</c:v>
                </c:pt>
                <c:pt idx="4696">
                  <c:v>5.1858650757228002E-2</c:v>
                </c:pt>
                <c:pt idx="4697">
                  <c:v>5.5696202531645499E-2</c:v>
                </c:pt>
                <c:pt idx="4698">
                  <c:v>0.116675839295542</c:v>
                </c:pt>
                <c:pt idx="4699">
                  <c:v>9.6585168720953699E-2</c:v>
                </c:pt>
                <c:pt idx="4700">
                  <c:v>4.5826513911620202E-2</c:v>
                </c:pt>
                <c:pt idx="4701">
                  <c:v>4.4063324538258501E-2</c:v>
                </c:pt>
                <c:pt idx="4702">
                  <c:v>4.67762326169405E-2</c:v>
                </c:pt>
                <c:pt idx="4703">
                  <c:v>4.9666419570051801E-2</c:v>
                </c:pt>
                <c:pt idx="4704">
                  <c:v>0.10290986515259</c:v>
                </c:pt>
                <c:pt idx="4705">
                  <c:v>4.3623228674631802E-2</c:v>
                </c:pt>
                <c:pt idx="4706">
                  <c:v>5.72438162544169E-2</c:v>
                </c:pt>
                <c:pt idx="4707">
                  <c:v>5.6488549618320602E-2</c:v>
                </c:pt>
                <c:pt idx="4708">
                  <c:v>5.4635352286773797E-2</c:v>
                </c:pt>
                <c:pt idx="4709">
                  <c:v>5.6079530971195501E-2</c:v>
                </c:pt>
                <c:pt idx="4710">
                  <c:v>4.6231155778894403E-2</c:v>
                </c:pt>
                <c:pt idx="4711">
                  <c:v>4.8101265822784803E-2</c:v>
                </c:pt>
                <c:pt idx="4712">
                  <c:v>5.4054054054054002E-2</c:v>
                </c:pt>
                <c:pt idx="4713">
                  <c:v>5.0185414091470898E-2</c:v>
                </c:pt>
                <c:pt idx="4714">
                  <c:v>4.8866855524079301E-2</c:v>
                </c:pt>
                <c:pt idx="4715">
                  <c:v>4.4063324538258501E-2</c:v>
                </c:pt>
                <c:pt idx="4716">
                  <c:v>4.7470817120622497E-2</c:v>
                </c:pt>
                <c:pt idx="4717">
                  <c:v>5.20697734964852E-2</c:v>
                </c:pt>
                <c:pt idx="4718">
                  <c:v>0.12361850184199701</c:v>
                </c:pt>
                <c:pt idx="4719">
                  <c:v>9.72789115646258E-2</c:v>
                </c:pt>
                <c:pt idx="4720">
                  <c:v>5.04833512352309E-2</c:v>
                </c:pt>
                <c:pt idx="4721">
                  <c:v>4.8558815891976102E-2</c:v>
                </c:pt>
                <c:pt idx="4722">
                  <c:v>5.1492537313432798E-2</c:v>
                </c:pt>
                <c:pt idx="4723">
                  <c:v>5.3935860058308999E-2</c:v>
                </c:pt>
                <c:pt idx="4724">
                  <c:v>0.10757434944237899</c:v>
                </c:pt>
                <c:pt idx="4725">
                  <c:v>4.8153214774281798E-2</c:v>
                </c:pt>
                <c:pt idx="4726">
                  <c:v>6.1271676300577997E-2</c:v>
                </c:pt>
                <c:pt idx="4727">
                  <c:v>6.0545409056792503E-2</c:v>
                </c:pt>
                <c:pt idx="4728">
                  <c:v>5.90809628008752E-2</c:v>
                </c:pt>
                <c:pt idx="4729">
                  <c:v>6.0416144397092003E-2</c:v>
                </c:pt>
                <c:pt idx="4730">
                  <c:v>5.0407709414380997E-2</c:v>
                </c:pt>
                <c:pt idx="4731">
                  <c:v>5.2801992528019898E-2</c:v>
                </c:pt>
                <c:pt idx="4732">
                  <c:v>5.8823529411764698E-2</c:v>
                </c:pt>
                <c:pt idx="4733">
                  <c:v>5.4448225571220199E-2</c:v>
                </c:pt>
                <c:pt idx="4734">
                  <c:v>5.2887961029923401E-2</c:v>
                </c:pt>
                <c:pt idx="4735">
                  <c:v>4.8558815891976102E-2</c:v>
                </c:pt>
                <c:pt idx="4736">
                  <c:v>5.1530612244897897E-2</c:v>
                </c:pt>
                <c:pt idx="4737">
                  <c:v>5.6067588325652798E-2</c:v>
                </c:pt>
                <c:pt idx="4738">
                  <c:v>0.12627986348122799</c:v>
                </c:pt>
                <c:pt idx="4739">
                  <c:v>0.10146862483311</c:v>
                </c:pt>
                <c:pt idx="4740">
                  <c:v>5.46875E-2</c:v>
                </c:pt>
                <c:pt idx="4741">
                  <c:v>5.2892131318395E-2</c:v>
                </c:pt>
                <c:pt idx="4742">
                  <c:v>5.6443556443556399E-2</c:v>
                </c:pt>
                <c:pt idx="4743">
                  <c:v>5.7748538011695903E-2</c:v>
                </c:pt>
                <c:pt idx="4744">
                  <c:v>0.1121473536955</c:v>
                </c:pt>
                <c:pt idx="4745">
                  <c:v>5.24293164973922E-2</c:v>
                </c:pt>
                <c:pt idx="4746">
                  <c:v>6.4920009274286997E-2</c:v>
                </c:pt>
                <c:pt idx="4747">
                  <c:v>6.3957863054928496E-2</c:v>
                </c:pt>
                <c:pt idx="4748">
                  <c:v>6.2911485003657605E-2</c:v>
                </c:pt>
                <c:pt idx="4749">
                  <c:v>6.4102564102564097E-2</c:v>
                </c:pt>
                <c:pt idx="4750">
                  <c:v>5.4013875123885002E-2</c:v>
                </c:pt>
                <c:pt idx="4751">
                  <c:v>5.7500000000000002E-2</c:v>
                </c:pt>
                <c:pt idx="4752">
                  <c:v>6.2620889748549305E-2</c:v>
                </c:pt>
                <c:pt idx="4753">
                  <c:v>5.8264261335933598E-2</c:v>
                </c:pt>
                <c:pt idx="4754">
                  <c:v>5.6524773203070401E-2</c:v>
                </c:pt>
                <c:pt idx="4755">
                  <c:v>5.3166536356528502E-2</c:v>
                </c:pt>
                <c:pt idx="4756">
                  <c:v>5.5797286920911099E-2</c:v>
                </c:pt>
                <c:pt idx="4757">
                  <c:v>5.9820282413350398E-2</c:v>
                </c:pt>
                <c:pt idx="4758">
                  <c:v>0.12846803377563301</c:v>
                </c:pt>
                <c:pt idx="4759">
                  <c:v>0.106074140241179</c:v>
                </c:pt>
                <c:pt idx="4760">
                  <c:v>0.127537420545417</c:v>
                </c:pt>
                <c:pt idx="4761">
                  <c:v>0.123434704830053</c:v>
                </c:pt>
                <c:pt idx="4762">
                  <c:v>0.124713521772345</c:v>
                </c:pt>
                <c:pt idx="4763">
                  <c:v>0.122898767276802</c:v>
                </c:pt>
                <c:pt idx="4764">
                  <c:v>0.136419644428797</c:v>
                </c:pt>
                <c:pt idx="4765">
                  <c:v>0.12649465072372501</c:v>
                </c:pt>
                <c:pt idx="4766">
                  <c:v>0.12318970141247899</c:v>
                </c:pt>
                <c:pt idx="4767">
                  <c:v>0.128650505821721</c:v>
                </c:pt>
                <c:pt idx="4768">
                  <c:v>0.125</c:v>
                </c:pt>
                <c:pt idx="4769">
                  <c:v>0.128087306145893</c:v>
                </c:pt>
                <c:pt idx="4770">
                  <c:v>0.121798520204894</c:v>
                </c:pt>
                <c:pt idx="4771">
                  <c:v>0.12535830307662901</c:v>
                </c:pt>
                <c:pt idx="4772">
                  <c:v>0.123093681917211</c:v>
                </c:pt>
                <c:pt idx="4773">
                  <c:v>0.122898767276802</c:v>
                </c:pt>
                <c:pt idx="4774">
                  <c:v>0.11865322290241199</c:v>
                </c:pt>
                <c:pt idx="4775">
                  <c:v>0.12365805168985999</c:v>
                </c:pt>
                <c:pt idx="4776">
                  <c:v>0.125585023400936</c:v>
                </c:pt>
                <c:pt idx="4777">
                  <c:v>0.12859097127222899</c:v>
                </c:pt>
                <c:pt idx="4778">
                  <c:v>0.12332974965443</c:v>
                </c:pt>
                <c:pt idx="4779">
                  <c:v>0.13254861821903699</c:v>
                </c:pt>
                <c:pt idx="4780">
                  <c:v>0.10705202312138699</c:v>
                </c:pt>
                <c:pt idx="4781">
                  <c:v>0.103355704697986</c:v>
                </c:pt>
                <c:pt idx="4782">
                  <c:v>0.106483469300128</c:v>
                </c:pt>
                <c:pt idx="4783">
                  <c:v>0.105527638190954</c:v>
                </c:pt>
                <c:pt idx="4784">
                  <c:v>0.13235585496334401</c:v>
                </c:pt>
                <c:pt idx="4785">
                  <c:v>0.10462919225318799</c:v>
                </c:pt>
                <c:pt idx="4786">
                  <c:v>0.109087269815852</c:v>
                </c:pt>
                <c:pt idx="4787">
                  <c:v>0.11426726920593901</c:v>
                </c:pt>
                <c:pt idx="4788">
                  <c:v>0.110157068062827</c:v>
                </c:pt>
                <c:pt idx="4789">
                  <c:v>0.113582379615633</c:v>
                </c:pt>
                <c:pt idx="4790">
                  <c:v>0.10344827586206801</c:v>
                </c:pt>
                <c:pt idx="4791">
                  <c:v>0.107672469374597</c:v>
                </c:pt>
                <c:pt idx="4792">
                  <c:v>0.112026359143327</c:v>
                </c:pt>
                <c:pt idx="4793">
                  <c:v>0.106222501571338</c:v>
                </c:pt>
                <c:pt idx="4794">
                  <c:v>0.10297666934834999</c:v>
                </c:pt>
                <c:pt idx="4795">
                  <c:v>0.103602595658984</c:v>
                </c:pt>
                <c:pt idx="4796">
                  <c:v>0.106406318560772</c:v>
                </c:pt>
                <c:pt idx="4797">
                  <c:v>0.111453744493392</c:v>
                </c:pt>
                <c:pt idx="4798">
                  <c:v>0.13412739513205499</c:v>
                </c:pt>
                <c:pt idx="4799">
                  <c:v>0.124928476063322</c:v>
                </c:pt>
                <c:pt idx="4800">
                  <c:v>4.8956884561891498E-2</c:v>
                </c:pt>
                <c:pt idx="4801">
                  <c:v>4.7375504710632503E-2</c:v>
                </c:pt>
                <c:pt idx="4802">
                  <c:v>5.1434479193590003E-2</c:v>
                </c:pt>
                <c:pt idx="4803">
                  <c:v>5.2618264609157597E-2</c:v>
                </c:pt>
                <c:pt idx="4804">
                  <c:v>0.106413994169096</c:v>
                </c:pt>
                <c:pt idx="4805">
                  <c:v>4.7105561861520998E-2</c:v>
                </c:pt>
                <c:pt idx="4806">
                  <c:v>6.0057887120115699E-2</c:v>
                </c:pt>
                <c:pt idx="4807">
                  <c:v>5.9190031152647898E-2</c:v>
                </c:pt>
                <c:pt idx="4808">
                  <c:v>5.7838660578386603E-2</c:v>
                </c:pt>
                <c:pt idx="4809">
                  <c:v>5.8502340093603701E-2</c:v>
                </c:pt>
                <c:pt idx="4810">
                  <c:v>4.9652688448675E-2</c:v>
                </c:pt>
                <c:pt idx="4811">
                  <c:v>5.1978277734678002E-2</c:v>
                </c:pt>
                <c:pt idx="4812">
                  <c:v>5.50275137568784E-2</c:v>
                </c:pt>
                <c:pt idx="4813">
                  <c:v>5.3417721518987299E-2</c:v>
                </c:pt>
                <c:pt idx="4814">
                  <c:v>5.1929143411793201E-2</c:v>
                </c:pt>
                <c:pt idx="4815">
                  <c:v>4.7657512116316601E-2</c:v>
                </c:pt>
                <c:pt idx="4816">
                  <c:v>5.0793650793650703E-2</c:v>
                </c:pt>
                <c:pt idx="4817">
                  <c:v>5.4656407535155202E-2</c:v>
                </c:pt>
                <c:pt idx="4818">
                  <c:v>0.12665406427221099</c:v>
                </c:pt>
                <c:pt idx="4819">
                  <c:v>0.10076976906927899</c:v>
                </c:pt>
                <c:pt idx="4820">
                  <c:v>4.7490555855369598E-2</c:v>
                </c:pt>
                <c:pt idx="4821">
                  <c:v>4.5727724065847901E-2</c:v>
                </c:pt>
                <c:pt idx="4822">
                  <c:v>4.9586776859504099E-2</c:v>
                </c:pt>
                <c:pt idx="4823">
                  <c:v>5.06607929515418E-2</c:v>
                </c:pt>
                <c:pt idx="4824">
                  <c:v>0.1024138739161</c:v>
                </c:pt>
                <c:pt idx="4825">
                  <c:v>4.5417010734929798E-2</c:v>
                </c:pt>
                <c:pt idx="4826">
                  <c:v>5.7835820895522298E-2</c:v>
                </c:pt>
                <c:pt idx="4827">
                  <c:v>5.7358490566037701E-2</c:v>
                </c:pt>
                <c:pt idx="4828">
                  <c:v>5.5623621661357502E-2</c:v>
                </c:pt>
                <c:pt idx="4829">
                  <c:v>5.66893424036281E-2</c:v>
                </c:pt>
                <c:pt idx="4830">
                  <c:v>4.7796863330843903E-2</c:v>
                </c:pt>
                <c:pt idx="4831">
                  <c:v>5.0112753695815498E-2</c:v>
                </c:pt>
                <c:pt idx="4832">
                  <c:v>5.3230099201548503E-2</c:v>
                </c:pt>
                <c:pt idx="4833">
                  <c:v>5.14327700220426E-2</c:v>
                </c:pt>
                <c:pt idx="4834">
                  <c:v>4.9859550561797701E-2</c:v>
                </c:pt>
                <c:pt idx="4835">
                  <c:v>4.6001045478306302E-2</c:v>
                </c:pt>
                <c:pt idx="4836">
                  <c:v>4.9306625577811999E-2</c:v>
                </c:pt>
                <c:pt idx="4837">
                  <c:v>5.3323029366306E-2</c:v>
                </c:pt>
                <c:pt idx="4838">
                  <c:v>0.122109533468559</c:v>
                </c:pt>
                <c:pt idx="4839">
                  <c:v>9.6853932584269595E-2</c:v>
                </c:pt>
                <c:pt idx="4840">
                  <c:v>5.3991216739860501E-2</c:v>
                </c:pt>
                <c:pt idx="4841">
                  <c:v>5.2026013006503197E-2</c:v>
                </c:pt>
                <c:pt idx="4842">
                  <c:v>5.2970651395848202E-2</c:v>
                </c:pt>
                <c:pt idx="4843">
                  <c:v>5.5736940298507398E-2</c:v>
                </c:pt>
                <c:pt idx="4844">
                  <c:v>0.10625</c:v>
                </c:pt>
                <c:pt idx="4845">
                  <c:v>5.2492745977314598E-2</c:v>
                </c:pt>
                <c:pt idx="4846">
                  <c:v>6.23889875666074E-2</c:v>
                </c:pt>
                <c:pt idx="4847">
                  <c:v>6.2680115273775205E-2</c:v>
                </c:pt>
                <c:pt idx="4848">
                  <c:v>6.0634328358208901E-2</c:v>
                </c:pt>
                <c:pt idx="4849">
                  <c:v>6.2049062049062E-2</c:v>
                </c:pt>
                <c:pt idx="4850">
                  <c:v>5.2918841955386799E-2</c:v>
                </c:pt>
                <c:pt idx="4851">
                  <c:v>5.4732313575525798E-2</c:v>
                </c:pt>
                <c:pt idx="4852">
                  <c:v>5.8742225293711099E-2</c:v>
                </c:pt>
                <c:pt idx="4853">
                  <c:v>5.6476079346557698E-2</c:v>
                </c:pt>
                <c:pt idx="4854">
                  <c:v>5.4614355773517601E-2</c:v>
                </c:pt>
                <c:pt idx="4855">
                  <c:v>5.2289216912684497E-2</c:v>
                </c:pt>
                <c:pt idx="4856">
                  <c:v>5.50098231827112E-2</c:v>
                </c:pt>
                <c:pt idx="4857">
                  <c:v>5.88669950738916E-2</c:v>
                </c:pt>
                <c:pt idx="4858">
                  <c:v>0.123187004447882</c:v>
                </c:pt>
                <c:pt idx="4859">
                  <c:v>0.100663953737417</c:v>
                </c:pt>
                <c:pt idx="4860">
                  <c:v>5.5401662049861397E-2</c:v>
                </c:pt>
                <c:pt idx="4861">
                  <c:v>5.3440702781844797E-2</c:v>
                </c:pt>
                <c:pt idx="4862">
                  <c:v>5.7096247960848202E-2</c:v>
                </c:pt>
                <c:pt idx="4863">
                  <c:v>5.6223078666968899E-2</c:v>
                </c:pt>
                <c:pt idx="4864">
                  <c:v>0.106637649619151</c:v>
                </c:pt>
                <c:pt idx="4865">
                  <c:v>5.3741321676523499E-2</c:v>
                </c:pt>
                <c:pt idx="4866">
                  <c:v>6.3447379818103E-2</c:v>
                </c:pt>
                <c:pt idx="4867">
                  <c:v>6.3859649122807005E-2</c:v>
                </c:pt>
                <c:pt idx="4868">
                  <c:v>6.14651848491721E-2</c:v>
                </c:pt>
                <c:pt idx="4869">
                  <c:v>6.2748770779676805E-2</c:v>
                </c:pt>
                <c:pt idx="4870">
                  <c:v>5.4259986146386503E-2</c:v>
                </c:pt>
                <c:pt idx="4871">
                  <c:v>5.7589181627418898E-2</c:v>
                </c:pt>
                <c:pt idx="4872">
                  <c:v>6.0490218124578297E-2</c:v>
                </c:pt>
                <c:pt idx="4873">
                  <c:v>5.6941923774954599E-2</c:v>
                </c:pt>
                <c:pt idx="4874">
                  <c:v>5.5338541666666602E-2</c:v>
                </c:pt>
                <c:pt idx="4875">
                  <c:v>5.3697827678789299E-2</c:v>
                </c:pt>
                <c:pt idx="4876">
                  <c:v>5.6540488739817901E-2</c:v>
                </c:pt>
                <c:pt idx="4877">
                  <c:v>6.0562364816149898E-2</c:v>
                </c:pt>
                <c:pt idx="4878">
                  <c:v>0.12117202268431</c:v>
                </c:pt>
                <c:pt idx="4879">
                  <c:v>0.101170568561872</c:v>
                </c:pt>
                <c:pt idx="4880">
                  <c:v>0.115910727141828</c:v>
                </c:pt>
                <c:pt idx="4881">
                  <c:v>0.11201487334417801</c:v>
                </c:pt>
                <c:pt idx="4882">
                  <c:v>0.11483784984451301</c:v>
                </c:pt>
                <c:pt idx="4883">
                  <c:v>0.11385816525699401</c:v>
                </c:pt>
                <c:pt idx="4884">
                  <c:v>0.13569682151589199</c:v>
                </c:pt>
                <c:pt idx="4885">
                  <c:v>0.113318616629874</c:v>
                </c:pt>
                <c:pt idx="4886">
                  <c:v>0.116783794956593</c:v>
                </c:pt>
                <c:pt idx="4887">
                  <c:v>0.123076923076923</c:v>
                </c:pt>
                <c:pt idx="4888">
                  <c:v>0.118732363794226</c:v>
                </c:pt>
                <c:pt idx="4889">
                  <c:v>0.121983914209115</c:v>
                </c:pt>
                <c:pt idx="4890">
                  <c:v>0.111601235112483</c:v>
                </c:pt>
                <c:pt idx="4891">
                  <c:v>0.116077384923282</c:v>
                </c:pt>
                <c:pt idx="4892">
                  <c:v>0.11941251596424</c:v>
                </c:pt>
                <c:pt idx="4893">
                  <c:v>0.114583333333333</c:v>
                </c:pt>
                <c:pt idx="4894">
                  <c:v>0.11048689138576701</c:v>
                </c:pt>
                <c:pt idx="4895">
                  <c:v>0.112273361227336</c:v>
                </c:pt>
                <c:pt idx="4896">
                  <c:v>0.11559507523939801</c:v>
                </c:pt>
                <c:pt idx="4897">
                  <c:v>0.12062256809338499</c:v>
                </c:pt>
                <c:pt idx="4898">
                  <c:v>0.13666902404526099</c:v>
                </c:pt>
                <c:pt idx="4899">
                  <c:v>0.13215339233038301</c:v>
                </c:pt>
                <c:pt idx="4900">
                  <c:v>4.5621989232076998E-2</c:v>
                </c:pt>
                <c:pt idx="4901">
                  <c:v>4.3907793633369899E-2</c:v>
                </c:pt>
                <c:pt idx="4902">
                  <c:v>4.7706905640484902E-2</c:v>
                </c:pt>
                <c:pt idx="4903">
                  <c:v>4.9303045947341202E-2</c:v>
                </c:pt>
                <c:pt idx="4904">
                  <c:v>0.102284011916583</c:v>
                </c:pt>
                <c:pt idx="4905">
                  <c:v>4.2123485285631798E-2</c:v>
                </c:pt>
                <c:pt idx="4906">
                  <c:v>5.6692137047079101E-2</c:v>
                </c:pt>
                <c:pt idx="4907">
                  <c:v>5.5599682287529699E-2</c:v>
                </c:pt>
                <c:pt idx="4908">
                  <c:v>5.4075032341526497E-2</c:v>
                </c:pt>
                <c:pt idx="4909">
                  <c:v>5.4892601431980902E-2</c:v>
                </c:pt>
                <c:pt idx="4910">
                  <c:v>4.61821044345316E-2</c:v>
                </c:pt>
                <c:pt idx="4911">
                  <c:v>4.8259493670886E-2</c:v>
                </c:pt>
                <c:pt idx="4912">
                  <c:v>5.1111679018655702E-2</c:v>
                </c:pt>
                <c:pt idx="4913">
                  <c:v>5.0116249031257998E-2</c:v>
                </c:pt>
                <c:pt idx="4914">
                  <c:v>4.8550904136735198E-2</c:v>
                </c:pt>
                <c:pt idx="4915">
                  <c:v>4.4481054365733103E-2</c:v>
                </c:pt>
                <c:pt idx="4916">
                  <c:v>4.7773279352226701E-2</c:v>
                </c:pt>
                <c:pt idx="4917">
                  <c:v>5.1420838971583199E-2</c:v>
                </c:pt>
                <c:pt idx="4918">
                  <c:v>0.12435456110154899</c:v>
                </c:pt>
                <c:pt idx="4919">
                  <c:v>9.7089694656488507E-2</c:v>
                </c:pt>
                <c:pt idx="4920">
                  <c:v>6.1877667140825002E-2</c:v>
                </c:pt>
                <c:pt idx="4921">
                  <c:v>5.9674087675005698E-2</c:v>
                </c:pt>
                <c:pt idx="4922">
                  <c:v>6.2883435582822E-2</c:v>
                </c:pt>
                <c:pt idx="4923">
                  <c:v>6.2673796791443803E-2</c:v>
                </c:pt>
                <c:pt idx="4924">
                  <c:v>0.108241082410824</c:v>
                </c:pt>
                <c:pt idx="4925">
                  <c:v>6.0106640814348002E-2</c:v>
                </c:pt>
                <c:pt idx="4926">
                  <c:v>6.4673581452104903E-2</c:v>
                </c:pt>
                <c:pt idx="4927">
                  <c:v>6.9450549450549404E-2</c:v>
                </c:pt>
                <c:pt idx="4928">
                  <c:v>6.7437379576107903E-2</c:v>
                </c:pt>
                <c:pt idx="4929">
                  <c:v>6.8692206076618204E-2</c:v>
                </c:pt>
                <c:pt idx="4930">
                  <c:v>6.0282916213275299E-2</c:v>
                </c:pt>
                <c:pt idx="4931">
                  <c:v>6.2650602409638503E-2</c:v>
                </c:pt>
                <c:pt idx="4932">
                  <c:v>6.5797771704855998E-2</c:v>
                </c:pt>
                <c:pt idx="4933">
                  <c:v>6.3128611170554197E-2</c:v>
                </c:pt>
                <c:pt idx="4934">
                  <c:v>6.1396303901437299E-2</c:v>
                </c:pt>
                <c:pt idx="4935">
                  <c:v>5.99173553719008E-2</c:v>
                </c:pt>
                <c:pt idx="4936">
                  <c:v>6.2556255625562496E-2</c:v>
                </c:pt>
                <c:pt idx="4937">
                  <c:v>6.6110108303249093E-2</c:v>
                </c:pt>
                <c:pt idx="4938">
                  <c:v>0.120035778175313</c:v>
                </c:pt>
                <c:pt idx="4939">
                  <c:v>0.103019538188277</c:v>
                </c:pt>
                <c:pt idx="4940">
                  <c:v>6.3785472533194401E-2</c:v>
                </c:pt>
                <c:pt idx="4941">
                  <c:v>6.1759516007058202E-2</c:v>
                </c:pt>
                <c:pt idx="4942">
                  <c:v>6.5589582830962098E-2</c:v>
                </c:pt>
                <c:pt idx="4943">
                  <c:v>6.5585331452750306E-2</c:v>
                </c:pt>
                <c:pt idx="4944">
                  <c:v>0.11816340310600899</c:v>
                </c:pt>
                <c:pt idx="4945">
                  <c:v>6.1636556854410197E-2</c:v>
                </c:pt>
                <c:pt idx="4946">
                  <c:v>7.22433460076045E-2</c:v>
                </c:pt>
                <c:pt idx="4947">
                  <c:v>7.1843251088534094E-2</c:v>
                </c:pt>
                <c:pt idx="4948">
                  <c:v>7.1277346506704295E-2</c:v>
                </c:pt>
                <c:pt idx="4949">
                  <c:v>7.1480494305791106E-2</c:v>
                </c:pt>
                <c:pt idx="4950">
                  <c:v>6.2410329985652699E-2</c:v>
                </c:pt>
                <c:pt idx="4951">
                  <c:v>6.6618392469225199E-2</c:v>
                </c:pt>
                <c:pt idx="4952">
                  <c:v>7.0730572359236799E-2</c:v>
                </c:pt>
                <c:pt idx="4953">
                  <c:v>6.6337332392378198E-2</c:v>
                </c:pt>
                <c:pt idx="4954">
                  <c:v>6.4168723356517798E-2</c:v>
                </c:pt>
                <c:pt idx="4955">
                  <c:v>6.20272314674735E-2</c:v>
                </c:pt>
                <c:pt idx="4956">
                  <c:v>6.4587973273942098E-2</c:v>
                </c:pt>
                <c:pt idx="4957">
                  <c:v>6.8503350707371499E-2</c:v>
                </c:pt>
                <c:pt idx="4958">
                  <c:v>0.12710388856645299</c:v>
                </c:pt>
                <c:pt idx="4959">
                  <c:v>0.11190168175937899</c:v>
                </c:pt>
                <c:pt idx="4960">
                  <c:v>6.1503416856492001E-2</c:v>
                </c:pt>
                <c:pt idx="4961">
                  <c:v>5.9386503067484601E-2</c:v>
                </c:pt>
                <c:pt idx="4962">
                  <c:v>6.3495782567947495E-2</c:v>
                </c:pt>
                <c:pt idx="4963">
                  <c:v>6.2970568104038296E-2</c:v>
                </c:pt>
                <c:pt idx="4964">
                  <c:v>0.11342237792861801</c:v>
                </c:pt>
                <c:pt idx="4965">
                  <c:v>5.9142561983471002E-2</c:v>
                </c:pt>
                <c:pt idx="4966">
                  <c:v>6.9934640522875804E-2</c:v>
                </c:pt>
                <c:pt idx="4967">
                  <c:v>7.1075547187573501E-2</c:v>
                </c:pt>
                <c:pt idx="4968">
                  <c:v>6.8202554744525495E-2</c:v>
                </c:pt>
                <c:pt idx="4969">
                  <c:v>6.9964664310953995E-2</c:v>
                </c:pt>
                <c:pt idx="4970">
                  <c:v>6.0338825713622597E-2</c:v>
                </c:pt>
                <c:pt idx="4971">
                  <c:v>6.4243845252051499E-2</c:v>
                </c:pt>
                <c:pt idx="4972">
                  <c:v>6.8176670441676093E-2</c:v>
                </c:pt>
                <c:pt idx="4973">
                  <c:v>6.3698630136986303E-2</c:v>
                </c:pt>
                <c:pt idx="4974">
                  <c:v>6.17499454505782E-2</c:v>
                </c:pt>
                <c:pt idx="4975">
                  <c:v>5.9646539027982302E-2</c:v>
                </c:pt>
                <c:pt idx="4976">
                  <c:v>6.2906724511930495E-2</c:v>
                </c:pt>
                <c:pt idx="4977">
                  <c:v>6.72309552599758E-2</c:v>
                </c:pt>
                <c:pt idx="4978">
                  <c:v>0.12357846853677</c:v>
                </c:pt>
                <c:pt idx="4979">
                  <c:v>0.107653490328006</c:v>
                </c:pt>
                <c:pt idx="4980">
                  <c:v>6.27277459656429E-2</c:v>
                </c:pt>
                <c:pt idx="4981">
                  <c:v>6.0735887096774098E-2</c:v>
                </c:pt>
                <c:pt idx="4982">
                  <c:v>6.4866168314444098E-2</c:v>
                </c:pt>
                <c:pt idx="4983">
                  <c:v>6.4379699248120301E-2</c:v>
                </c:pt>
                <c:pt idx="4984">
                  <c:v>0.116891891891891</c:v>
                </c:pt>
                <c:pt idx="4985">
                  <c:v>6.0557768924302702E-2</c:v>
                </c:pt>
                <c:pt idx="4986">
                  <c:v>7.1380622063101307E-2</c:v>
                </c:pt>
                <c:pt idx="4987">
                  <c:v>7.1636011616650494E-2</c:v>
                </c:pt>
                <c:pt idx="4988">
                  <c:v>7.0068187162003207E-2</c:v>
                </c:pt>
                <c:pt idx="4989">
                  <c:v>7.0753574024715202E-2</c:v>
                </c:pt>
                <c:pt idx="4990">
                  <c:v>6.1692969870875101E-2</c:v>
                </c:pt>
                <c:pt idx="4991">
                  <c:v>6.5894279507603098E-2</c:v>
                </c:pt>
                <c:pt idx="4992">
                  <c:v>6.9534883720930196E-2</c:v>
                </c:pt>
                <c:pt idx="4993">
                  <c:v>6.51304961203856E-2</c:v>
                </c:pt>
                <c:pt idx="4994">
                  <c:v>6.3103525713002401E-2</c:v>
                </c:pt>
                <c:pt idx="4995">
                  <c:v>6.1003277035543202E-2</c:v>
                </c:pt>
                <c:pt idx="4996">
                  <c:v>6.4108910891089096E-2</c:v>
                </c:pt>
                <c:pt idx="4997">
                  <c:v>6.8289048919791401E-2</c:v>
                </c:pt>
                <c:pt idx="4998">
                  <c:v>0.12594458438287101</c:v>
                </c:pt>
                <c:pt idx="4999">
                  <c:v>0.110823071937783</c:v>
                </c:pt>
                <c:pt idx="5000">
                  <c:v>5.08083140877598E-2</c:v>
                </c:pt>
                <c:pt idx="5001">
                  <c:v>4.8992787863715401E-2</c:v>
                </c:pt>
                <c:pt idx="5002">
                  <c:v>5.2494061757719701E-2</c:v>
                </c:pt>
                <c:pt idx="5003">
                  <c:v>5.2984729291994402E-2</c:v>
                </c:pt>
                <c:pt idx="5004">
                  <c:v>0.10337178349600699</c:v>
                </c:pt>
                <c:pt idx="5005">
                  <c:v>4.87038491751767E-2</c:v>
                </c:pt>
                <c:pt idx="5006">
                  <c:v>5.9836608522852698E-2</c:v>
                </c:pt>
                <c:pt idx="5007">
                  <c:v>5.9623181492964403E-2</c:v>
                </c:pt>
                <c:pt idx="5008">
                  <c:v>5.7803468208092401E-2</c:v>
                </c:pt>
                <c:pt idx="5009">
                  <c:v>5.8992118461905899E-2</c:v>
                </c:pt>
                <c:pt idx="5010">
                  <c:v>5.0141242937853103E-2</c:v>
                </c:pt>
                <c:pt idx="5011">
                  <c:v>5.2994296577946701E-2</c:v>
                </c:pt>
                <c:pt idx="5012">
                  <c:v>5.6231351847601502E-2</c:v>
                </c:pt>
                <c:pt idx="5013">
                  <c:v>5.3716137994906203E-2</c:v>
                </c:pt>
                <c:pt idx="5014">
                  <c:v>5.19566659296926E-2</c:v>
                </c:pt>
                <c:pt idx="5015">
                  <c:v>4.9253731343283501E-2</c:v>
                </c:pt>
                <c:pt idx="5016">
                  <c:v>5.2271617000488498E-2</c:v>
                </c:pt>
                <c:pt idx="5017">
                  <c:v>5.5841293166789097E-2</c:v>
                </c:pt>
                <c:pt idx="5018">
                  <c:v>0.120593334617607</c:v>
                </c:pt>
                <c:pt idx="5019">
                  <c:v>9.7934852033212602E-2</c:v>
                </c:pt>
                <c:pt idx="5020">
                  <c:v>5.45360558283794E-2</c:v>
                </c:pt>
                <c:pt idx="5021">
                  <c:v>5.2552552552552499E-2</c:v>
                </c:pt>
                <c:pt idx="5022">
                  <c:v>5.4732313575525798E-2</c:v>
                </c:pt>
                <c:pt idx="5023">
                  <c:v>5.6229584694353699E-2</c:v>
                </c:pt>
                <c:pt idx="5024">
                  <c:v>0.10674408217954399</c:v>
                </c:pt>
                <c:pt idx="5025">
                  <c:v>5.2770448548812597E-2</c:v>
                </c:pt>
                <c:pt idx="5026">
                  <c:v>6.2153163152053201E-2</c:v>
                </c:pt>
                <c:pt idx="5027">
                  <c:v>6.3190773666506397E-2</c:v>
                </c:pt>
                <c:pt idx="5028">
                  <c:v>6.11292580494633E-2</c:v>
                </c:pt>
                <c:pt idx="5029">
                  <c:v>6.2560153994225196E-2</c:v>
                </c:pt>
                <c:pt idx="5030">
                  <c:v>5.3418803418803402E-2</c:v>
                </c:pt>
                <c:pt idx="5031">
                  <c:v>5.5994256999282101E-2</c:v>
                </c:pt>
                <c:pt idx="5032">
                  <c:v>5.9230237381885202E-2</c:v>
                </c:pt>
                <c:pt idx="5033">
                  <c:v>5.6969413962176002E-2</c:v>
                </c:pt>
                <c:pt idx="5034">
                  <c:v>5.5084745762711801E-2</c:v>
                </c:pt>
                <c:pt idx="5035">
                  <c:v>5.2816020025031198E-2</c:v>
                </c:pt>
                <c:pt idx="5036">
                  <c:v>5.55282555282555E-2</c:v>
                </c:pt>
                <c:pt idx="5037">
                  <c:v>5.9388861508132003E-2</c:v>
                </c:pt>
                <c:pt idx="5038">
                  <c:v>0.123187004447882</c:v>
                </c:pt>
                <c:pt idx="5039">
                  <c:v>0.10113563316905901</c:v>
                </c:pt>
                <c:pt idx="5040">
                  <c:v>5.8433587036582302E-2</c:v>
                </c:pt>
                <c:pt idx="5041">
                  <c:v>5.6478405315614599E-2</c:v>
                </c:pt>
                <c:pt idx="5042">
                  <c:v>5.9945504087193402E-2</c:v>
                </c:pt>
                <c:pt idx="5043">
                  <c:v>5.9684934546261302E-2</c:v>
                </c:pt>
                <c:pt idx="5044">
                  <c:v>0.108211330362826</c:v>
                </c:pt>
                <c:pt idx="5045">
                  <c:v>5.7135665743770402E-2</c:v>
                </c:pt>
                <c:pt idx="5046">
                  <c:v>6.6005904681568903E-2</c:v>
                </c:pt>
                <c:pt idx="5047">
                  <c:v>6.6939890710382505E-2</c:v>
                </c:pt>
                <c:pt idx="5048">
                  <c:v>6.4989984420209201E-2</c:v>
                </c:pt>
                <c:pt idx="5049">
                  <c:v>6.5951620264719304E-2</c:v>
                </c:pt>
                <c:pt idx="5050">
                  <c:v>5.7388160867600499E-2</c:v>
                </c:pt>
                <c:pt idx="5051">
                  <c:v>6.0427078600636001E-2</c:v>
                </c:pt>
                <c:pt idx="5052">
                  <c:v>6.13695090439276E-2</c:v>
                </c:pt>
                <c:pt idx="5053">
                  <c:v>6.03907637655417E-2</c:v>
                </c:pt>
                <c:pt idx="5054">
                  <c:v>5.8861164427383199E-2</c:v>
                </c:pt>
                <c:pt idx="5055">
                  <c:v>5.6729171611678099E-2</c:v>
                </c:pt>
                <c:pt idx="5056">
                  <c:v>5.9028584708342997E-2</c:v>
                </c:pt>
                <c:pt idx="5057">
                  <c:v>6.2937062937062901E-2</c:v>
                </c:pt>
                <c:pt idx="5058">
                  <c:v>0.120029455081001</c:v>
                </c:pt>
                <c:pt idx="5059">
                  <c:v>0.10287813839559</c:v>
                </c:pt>
                <c:pt idx="5060">
                  <c:v>5.5933484504912999E-2</c:v>
                </c:pt>
                <c:pt idx="5061">
                  <c:v>5.3955078125E-2</c:v>
                </c:pt>
                <c:pt idx="5062">
                  <c:v>5.7589181627418898E-2</c:v>
                </c:pt>
                <c:pt idx="5063">
                  <c:v>5.6941923774954599E-2</c:v>
                </c:pt>
                <c:pt idx="5064">
                  <c:v>0.10736062717769999</c:v>
                </c:pt>
                <c:pt idx="5065">
                  <c:v>5.4012345679012301E-2</c:v>
                </c:pt>
                <c:pt idx="5066">
                  <c:v>6.3908145580589201E-2</c:v>
                </c:pt>
                <c:pt idx="5067">
                  <c:v>6.4606741573033699E-2</c:v>
                </c:pt>
                <c:pt idx="5068">
                  <c:v>6.2187925556059898E-2</c:v>
                </c:pt>
                <c:pt idx="5069">
                  <c:v>6.3495782567947495E-2</c:v>
                </c:pt>
                <c:pt idx="5070">
                  <c:v>5.4747054747054699E-2</c:v>
                </c:pt>
                <c:pt idx="5071">
                  <c:v>5.8082575227431703E-2</c:v>
                </c:pt>
                <c:pt idx="5072">
                  <c:v>6.1206120612061203E-2</c:v>
                </c:pt>
                <c:pt idx="5073">
                  <c:v>5.7661748013620798E-2</c:v>
                </c:pt>
                <c:pt idx="5074">
                  <c:v>5.6026058631921803E-2</c:v>
                </c:pt>
                <c:pt idx="5075">
                  <c:v>5.42124542124542E-2</c:v>
                </c:pt>
                <c:pt idx="5076">
                  <c:v>5.7046979865771799E-2</c:v>
                </c:pt>
                <c:pt idx="5077">
                  <c:v>6.1072373166626497E-2</c:v>
                </c:pt>
                <c:pt idx="5078">
                  <c:v>0.12117202268431</c:v>
                </c:pt>
                <c:pt idx="5079">
                  <c:v>0.101861535243672</c:v>
                </c:pt>
                <c:pt idx="5080">
                  <c:v>5.3550083672005699E-2</c:v>
                </c:pt>
                <c:pt idx="5081">
                  <c:v>5.1668211306765501E-2</c:v>
                </c:pt>
                <c:pt idx="5082">
                  <c:v>5.5493895671476098E-2</c:v>
                </c:pt>
                <c:pt idx="5083">
                  <c:v>5.5158987670343898E-2</c:v>
                </c:pt>
                <c:pt idx="5084">
                  <c:v>0.103097069216379</c:v>
                </c:pt>
                <c:pt idx="5085">
                  <c:v>5.1501098364657001E-2</c:v>
                </c:pt>
                <c:pt idx="5086">
                  <c:v>6.1891947836886702E-2</c:v>
                </c:pt>
                <c:pt idx="5087">
                  <c:v>6.2319163142666299E-2</c:v>
                </c:pt>
                <c:pt idx="5088">
                  <c:v>6.0082126647936003E-2</c:v>
                </c:pt>
                <c:pt idx="5089">
                  <c:v>6.1342850769573902E-2</c:v>
                </c:pt>
                <c:pt idx="5090">
                  <c:v>5.2770448548812597E-2</c:v>
                </c:pt>
                <c:pt idx="5091">
                  <c:v>5.5962691538973999E-2</c:v>
                </c:pt>
                <c:pt idx="5092">
                  <c:v>5.9012187299550899E-2</c:v>
                </c:pt>
                <c:pt idx="5093">
                  <c:v>5.58441558441558E-2</c:v>
                </c:pt>
                <c:pt idx="5094">
                  <c:v>5.4289266473269697E-2</c:v>
                </c:pt>
                <c:pt idx="5095">
                  <c:v>5.1911935110081103E-2</c:v>
                </c:pt>
                <c:pt idx="5096">
                  <c:v>5.4810097793950401E-2</c:v>
                </c:pt>
                <c:pt idx="5097">
                  <c:v>5.8622262773722601E-2</c:v>
                </c:pt>
                <c:pt idx="5098">
                  <c:v>0.116557734204793</c:v>
                </c:pt>
                <c:pt idx="5099">
                  <c:v>9.8000000000000004E-2</c:v>
                </c:pt>
                <c:pt idx="5100">
                  <c:v>4.89057011618481E-2</c:v>
                </c:pt>
                <c:pt idx="5101">
                  <c:v>4.7095761381475601E-2</c:v>
                </c:pt>
                <c:pt idx="5102">
                  <c:v>5.0112753695815498E-2</c:v>
                </c:pt>
                <c:pt idx="5103">
                  <c:v>5.2463839176268602E-2</c:v>
                </c:pt>
                <c:pt idx="5104">
                  <c:v>0.105263157894736</c:v>
                </c:pt>
                <c:pt idx="5105">
                  <c:v>4.6857772877618498E-2</c:v>
                </c:pt>
                <c:pt idx="5106">
                  <c:v>5.9565522074281702E-2</c:v>
                </c:pt>
                <c:pt idx="5107">
                  <c:v>5.9490799092513202E-2</c:v>
                </c:pt>
                <c:pt idx="5108">
                  <c:v>5.7697029216793497E-2</c:v>
                </c:pt>
                <c:pt idx="5109">
                  <c:v>5.8823529411764698E-2</c:v>
                </c:pt>
                <c:pt idx="5110">
                  <c:v>4.93642483171279E-2</c:v>
                </c:pt>
                <c:pt idx="5111">
                  <c:v>5.1693851944792903E-2</c:v>
                </c:pt>
                <c:pt idx="5112">
                  <c:v>5.6040756914119298E-2</c:v>
                </c:pt>
                <c:pt idx="5113">
                  <c:v>5.3238469087340499E-2</c:v>
                </c:pt>
                <c:pt idx="5114">
                  <c:v>5.1582649472450101E-2</c:v>
                </c:pt>
                <c:pt idx="5115">
                  <c:v>4.7095761381475601E-2</c:v>
                </c:pt>
                <c:pt idx="5116">
                  <c:v>5.06556955515556E-2</c:v>
                </c:pt>
                <c:pt idx="5117">
                  <c:v>5.5225806451612902E-2</c:v>
                </c:pt>
                <c:pt idx="5118">
                  <c:v>0.124618824964423</c:v>
                </c:pt>
                <c:pt idx="5119">
                  <c:v>9.9571975670195906E-2</c:v>
                </c:pt>
                <c:pt idx="5120">
                  <c:v>5.3386454183266902E-2</c:v>
                </c:pt>
                <c:pt idx="5121">
                  <c:v>5.1697530864197497E-2</c:v>
                </c:pt>
                <c:pt idx="5122">
                  <c:v>5.4912583107608902E-2</c:v>
                </c:pt>
                <c:pt idx="5123">
                  <c:v>5.6826390561040198E-2</c:v>
                </c:pt>
                <c:pt idx="5124">
                  <c:v>0.109958506224066</c:v>
                </c:pt>
                <c:pt idx="5125">
                  <c:v>5.1504472756844603E-2</c:v>
                </c:pt>
                <c:pt idx="5126">
                  <c:v>6.3673843334860203E-2</c:v>
                </c:pt>
                <c:pt idx="5127">
                  <c:v>6.3629611289923199E-2</c:v>
                </c:pt>
                <c:pt idx="5128">
                  <c:v>6.22286541244573E-2</c:v>
                </c:pt>
                <c:pt idx="5129">
                  <c:v>6.3244047619047603E-2</c:v>
                </c:pt>
                <c:pt idx="5130">
                  <c:v>5.3637031594415803E-2</c:v>
                </c:pt>
                <c:pt idx="5131">
                  <c:v>5.6473489519112199E-2</c:v>
                </c:pt>
                <c:pt idx="5132">
                  <c:v>6.0627674750356603E-2</c:v>
                </c:pt>
                <c:pt idx="5133">
                  <c:v>5.7590361445783098E-2</c:v>
                </c:pt>
                <c:pt idx="5134">
                  <c:v>5.5696202531645499E-2</c:v>
                </c:pt>
                <c:pt idx="5135">
                  <c:v>5.1697530864197497E-2</c:v>
                </c:pt>
                <c:pt idx="5136">
                  <c:v>5.4545454545454501E-2</c:v>
                </c:pt>
                <c:pt idx="5137">
                  <c:v>5.9047136340598001E-2</c:v>
                </c:pt>
                <c:pt idx="5138">
                  <c:v>0.127091633466135</c:v>
                </c:pt>
                <c:pt idx="5139">
                  <c:v>0.103798586572438</c:v>
                </c:pt>
                <c:pt idx="5140">
                  <c:v>5.81178352439349E-2</c:v>
                </c:pt>
                <c:pt idx="5141">
                  <c:v>5.6545313710301998E-2</c:v>
                </c:pt>
                <c:pt idx="5142">
                  <c:v>6.0089020771513298E-2</c:v>
                </c:pt>
                <c:pt idx="5143">
                  <c:v>6.08695652173913E-2</c:v>
                </c:pt>
                <c:pt idx="5144">
                  <c:v>0.11476168440536701</c:v>
                </c:pt>
                <c:pt idx="5145">
                  <c:v>5.63265306122449E-2</c:v>
                </c:pt>
                <c:pt idx="5146">
                  <c:v>6.7539627842866906E-2</c:v>
                </c:pt>
                <c:pt idx="5147">
                  <c:v>6.7279046673286894E-2</c:v>
                </c:pt>
                <c:pt idx="5148">
                  <c:v>6.6295669005564897E-2</c:v>
                </c:pt>
                <c:pt idx="5149">
                  <c:v>6.7164179104477598E-2</c:v>
                </c:pt>
                <c:pt idx="5150">
                  <c:v>5.7479734708916701E-2</c:v>
                </c:pt>
                <c:pt idx="5151">
                  <c:v>6.1138613861386103E-2</c:v>
                </c:pt>
                <c:pt idx="5152">
                  <c:v>6.4631528738373398E-2</c:v>
                </c:pt>
                <c:pt idx="5153">
                  <c:v>6.1638868745467701E-2</c:v>
                </c:pt>
                <c:pt idx="5154">
                  <c:v>5.9556786703601101E-2</c:v>
                </c:pt>
                <c:pt idx="5155">
                  <c:v>5.6818181818181802E-2</c:v>
                </c:pt>
                <c:pt idx="5156">
                  <c:v>5.9047136340598001E-2</c:v>
                </c:pt>
                <c:pt idx="5157">
                  <c:v>6.3040162684290801E-2</c:v>
                </c:pt>
                <c:pt idx="5158">
                  <c:v>0.12836356388279799</c:v>
                </c:pt>
                <c:pt idx="5159">
                  <c:v>0.108623365107514</c:v>
                </c:pt>
                <c:pt idx="5160">
                  <c:v>0.12848484848484801</c:v>
                </c:pt>
                <c:pt idx="5161">
                  <c:v>0.124412225705329</c:v>
                </c:pt>
                <c:pt idx="5162">
                  <c:v>0.12542309138773899</c:v>
                </c:pt>
                <c:pt idx="5163">
                  <c:v>0.12251655629138999</c:v>
                </c:pt>
                <c:pt idx="5164">
                  <c:v>0.13382963988919599</c:v>
                </c:pt>
                <c:pt idx="5165">
                  <c:v>0.12787088764742299</c:v>
                </c:pt>
                <c:pt idx="5166">
                  <c:v>0.12295226351946401</c:v>
                </c:pt>
                <c:pt idx="5167">
                  <c:v>0.12739212007504599</c:v>
                </c:pt>
                <c:pt idx="5168">
                  <c:v>0.123348017621145</c:v>
                </c:pt>
                <c:pt idx="5169">
                  <c:v>0.12683477606322899</c:v>
                </c:pt>
                <c:pt idx="5170">
                  <c:v>0.12247569184741899</c:v>
                </c:pt>
                <c:pt idx="5171">
                  <c:v>0.12605832549388499</c:v>
                </c:pt>
                <c:pt idx="5172">
                  <c:v>0.12152530292230899</c:v>
                </c:pt>
                <c:pt idx="5173">
                  <c:v>0.12251655629138999</c:v>
                </c:pt>
                <c:pt idx="5174">
                  <c:v>0.11834634492547901</c:v>
                </c:pt>
                <c:pt idx="5175">
                  <c:v>0.12463256907701301</c:v>
                </c:pt>
                <c:pt idx="5176">
                  <c:v>0.12622478386167099</c:v>
                </c:pt>
                <c:pt idx="5177">
                  <c:v>0.12810155799192099</c:v>
                </c:pt>
                <c:pt idx="5178">
                  <c:v>0.12125340599455001</c:v>
                </c:pt>
                <c:pt idx="5179">
                  <c:v>0.13009904314252099</c:v>
                </c:pt>
                <c:pt idx="5180">
                  <c:v>0.110273972602739</c:v>
                </c:pt>
                <c:pt idx="5181">
                  <c:v>0.106519337016574</c:v>
                </c:pt>
                <c:pt idx="5182">
                  <c:v>0.10934520025429099</c:v>
                </c:pt>
                <c:pt idx="5183">
                  <c:v>0.10823675496688701</c:v>
                </c:pt>
                <c:pt idx="5184">
                  <c:v>0.13114754098360601</c:v>
                </c:pt>
                <c:pt idx="5185">
                  <c:v>0.108360579168612</c:v>
                </c:pt>
                <c:pt idx="5186">
                  <c:v>0.1112868155762</c:v>
                </c:pt>
                <c:pt idx="5187">
                  <c:v>0.116797621575706</c:v>
                </c:pt>
                <c:pt idx="5188">
                  <c:v>0.112352576039726</c:v>
                </c:pt>
                <c:pt idx="5189">
                  <c:v>0.115892628887942</c:v>
                </c:pt>
                <c:pt idx="5190">
                  <c:v>0.10622633571729</c:v>
                </c:pt>
                <c:pt idx="5191">
                  <c:v>0.110521849809079</c:v>
                </c:pt>
                <c:pt idx="5192">
                  <c:v>0.113226655863884</c:v>
                </c:pt>
                <c:pt idx="5193">
                  <c:v>0.108925243321598</c:v>
                </c:pt>
                <c:pt idx="5194">
                  <c:v>0.10516898608349901</c:v>
                </c:pt>
                <c:pt idx="5195">
                  <c:v>0.106763925729442</c:v>
                </c:pt>
                <c:pt idx="5196">
                  <c:v>0.10940207972270299</c:v>
                </c:pt>
                <c:pt idx="5197">
                  <c:v>0.114397564158329</c:v>
                </c:pt>
                <c:pt idx="5198">
                  <c:v>0.13189244383934601</c:v>
                </c:pt>
                <c:pt idx="5199">
                  <c:v>0.123872180451127</c:v>
                </c:pt>
                <c:pt idx="5200">
                  <c:v>4.9089906232763297E-2</c:v>
                </c:pt>
                <c:pt idx="5201">
                  <c:v>4.7162270183852897E-2</c:v>
                </c:pt>
                <c:pt idx="5202">
                  <c:v>5.0921187308085897E-2</c:v>
                </c:pt>
                <c:pt idx="5203">
                  <c:v>5.1724137931034399E-2</c:v>
                </c:pt>
                <c:pt idx="5204">
                  <c:v>0.104846449136276</c:v>
                </c:pt>
                <c:pt idx="5205">
                  <c:v>4.6923293059848201E-2</c:v>
                </c:pt>
                <c:pt idx="5206">
                  <c:v>6.0171919770773602E-2</c:v>
                </c:pt>
                <c:pt idx="5207">
                  <c:v>5.8641975308641903E-2</c:v>
                </c:pt>
                <c:pt idx="5208">
                  <c:v>5.7099924868519898E-2</c:v>
                </c:pt>
                <c:pt idx="5209">
                  <c:v>5.7642820380854297E-2</c:v>
                </c:pt>
                <c:pt idx="5210">
                  <c:v>4.9047013977128302E-2</c:v>
                </c:pt>
                <c:pt idx="5211">
                  <c:v>5.14592933947772E-2</c:v>
                </c:pt>
                <c:pt idx="5212">
                  <c:v>5.5790784557907799E-2</c:v>
                </c:pt>
                <c:pt idx="5213">
                  <c:v>5.2513128282070498E-2</c:v>
                </c:pt>
                <c:pt idx="5214">
                  <c:v>5.1509343555342597E-2</c:v>
                </c:pt>
                <c:pt idx="5215">
                  <c:v>4.7441364605543698E-2</c:v>
                </c:pt>
                <c:pt idx="5216">
                  <c:v>5.0629590766002097E-2</c:v>
                </c:pt>
                <c:pt idx="5217">
                  <c:v>5.4459352801894199E-2</c:v>
                </c:pt>
                <c:pt idx="5218">
                  <c:v>0.125233644859813</c:v>
                </c:pt>
                <c:pt idx="5219">
                  <c:v>9.9263012436665105E-2</c:v>
                </c:pt>
                <c:pt idx="5220">
                  <c:v>4.7199999999999999E-2</c:v>
                </c:pt>
                <c:pt idx="5221">
                  <c:v>4.5395924684034E-2</c:v>
                </c:pt>
                <c:pt idx="5222">
                  <c:v>4.8997772828507702E-2</c:v>
                </c:pt>
                <c:pt idx="5223">
                  <c:v>4.9746438058439903E-2</c:v>
                </c:pt>
                <c:pt idx="5224">
                  <c:v>0.10080924855491299</c:v>
                </c:pt>
                <c:pt idx="5225">
                  <c:v>4.5108695652173902E-2</c:v>
                </c:pt>
                <c:pt idx="5226">
                  <c:v>5.7887453874538697E-2</c:v>
                </c:pt>
                <c:pt idx="5227">
                  <c:v>5.6716417910447701E-2</c:v>
                </c:pt>
                <c:pt idx="5228">
                  <c:v>5.4857419043015901E-2</c:v>
                </c:pt>
                <c:pt idx="5229">
                  <c:v>5.5749128919860599E-2</c:v>
                </c:pt>
                <c:pt idx="5230">
                  <c:v>4.7162859248341897E-2</c:v>
                </c:pt>
                <c:pt idx="5231">
                  <c:v>4.9517207229512201E-2</c:v>
                </c:pt>
                <c:pt idx="5232">
                  <c:v>5.3567139082392502E-2</c:v>
                </c:pt>
                <c:pt idx="5233">
                  <c:v>5.05074915418076E-2</c:v>
                </c:pt>
                <c:pt idx="5234">
                  <c:v>4.94112214269221E-2</c:v>
                </c:pt>
                <c:pt idx="5235">
                  <c:v>4.5665634674922601E-2</c:v>
                </c:pt>
                <c:pt idx="5236">
                  <c:v>4.8743335872048703E-2</c:v>
                </c:pt>
                <c:pt idx="5237">
                  <c:v>5.2711993888464398E-2</c:v>
                </c:pt>
                <c:pt idx="5238">
                  <c:v>0.12064128256513</c:v>
                </c:pt>
                <c:pt idx="5239">
                  <c:v>9.5322544890268202E-2</c:v>
                </c:pt>
                <c:pt idx="5240">
                  <c:v>5.3248407643312103E-2</c:v>
                </c:pt>
                <c:pt idx="5241">
                  <c:v>5.1256776737309002E-2</c:v>
                </c:pt>
                <c:pt idx="5242">
                  <c:v>5.2544769085768099E-2</c:v>
                </c:pt>
                <c:pt idx="5243">
                  <c:v>5.5005753739930899E-2</c:v>
                </c:pt>
                <c:pt idx="5244">
                  <c:v>0.104845814977973</c:v>
                </c:pt>
                <c:pt idx="5245">
                  <c:v>5.1441932969602401E-2</c:v>
                </c:pt>
                <c:pt idx="5246">
                  <c:v>6.2349066959385198E-2</c:v>
                </c:pt>
                <c:pt idx="5247">
                  <c:v>6.1921708185053298E-2</c:v>
                </c:pt>
                <c:pt idx="5248">
                  <c:v>6.0041407867494803E-2</c:v>
                </c:pt>
                <c:pt idx="5249">
                  <c:v>6.1253561253561198E-2</c:v>
                </c:pt>
                <c:pt idx="5250">
                  <c:v>5.2459016393442602E-2</c:v>
                </c:pt>
                <c:pt idx="5251">
                  <c:v>5.4283691291007699E-2</c:v>
                </c:pt>
                <c:pt idx="5252">
                  <c:v>5.91459237268782E-2</c:v>
                </c:pt>
                <c:pt idx="5253">
                  <c:v>5.5734684477199398E-2</c:v>
                </c:pt>
                <c:pt idx="5254">
                  <c:v>5.4321530679568901E-2</c:v>
                </c:pt>
                <c:pt idx="5255">
                  <c:v>5.1515898447128401E-2</c:v>
                </c:pt>
                <c:pt idx="5256">
                  <c:v>5.4289869122636898E-2</c:v>
                </c:pt>
                <c:pt idx="5257">
                  <c:v>5.8094312105007199E-2</c:v>
                </c:pt>
                <c:pt idx="5258">
                  <c:v>0.12170424149789801</c:v>
                </c:pt>
                <c:pt idx="5259">
                  <c:v>9.9323753169907006E-2</c:v>
                </c:pt>
                <c:pt idx="5260">
                  <c:v>5.4234769687964299E-2</c:v>
                </c:pt>
                <c:pt idx="5261">
                  <c:v>5.22656437305202E-2</c:v>
                </c:pt>
                <c:pt idx="5262">
                  <c:v>5.6270096463022501E-2</c:v>
                </c:pt>
                <c:pt idx="5263">
                  <c:v>5.5431381314260099E-2</c:v>
                </c:pt>
                <c:pt idx="5264">
                  <c:v>0.105127655009654</c:v>
                </c:pt>
                <c:pt idx="5265">
                  <c:v>5.22727272727272E-2</c:v>
                </c:pt>
                <c:pt idx="5266">
                  <c:v>6.2860808210391195E-2</c:v>
                </c:pt>
                <c:pt idx="5267">
                  <c:v>6.2730627306273004E-2</c:v>
                </c:pt>
                <c:pt idx="5268">
                  <c:v>6.0558659217877002E-2</c:v>
                </c:pt>
                <c:pt idx="5269">
                  <c:v>6.1836640516843497E-2</c:v>
                </c:pt>
                <c:pt idx="5270">
                  <c:v>5.3482020937642198E-2</c:v>
                </c:pt>
                <c:pt idx="5271">
                  <c:v>5.6755514705882297E-2</c:v>
                </c:pt>
                <c:pt idx="5272">
                  <c:v>6.0592559590109098E-2</c:v>
                </c:pt>
                <c:pt idx="5273">
                  <c:v>5.6139566092596703E-2</c:v>
                </c:pt>
                <c:pt idx="5274">
                  <c:v>5.4747647562018803E-2</c:v>
                </c:pt>
                <c:pt idx="5275">
                  <c:v>5.2517985611510699E-2</c:v>
                </c:pt>
                <c:pt idx="5276">
                  <c:v>5.5411459561424098E-2</c:v>
                </c:pt>
                <c:pt idx="5277">
                  <c:v>5.9366130558183502E-2</c:v>
                </c:pt>
                <c:pt idx="5278">
                  <c:v>0.119611867885799</c:v>
                </c:pt>
                <c:pt idx="5279">
                  <c:v>9.9732124459097404E-2</c:v>
                </c:pt>
                <c:pt idx="5280">
                  <c:v>0.11485524442335</c:v>
                </c:pt>
                <c:pt idx="5281">
                  <c:v>0.110957960027567</c:v>
                </c:pt>
                <c:pt idx="5282">
                  <c:v>0.11387118047922599</c:v>
                </c:pt>
                <c:pt idx="5283">
                  <c:v>0.112540192926045</c:v>
                </c:pt>
                <c:pt idx="5284">
                  <c:v>0.133763094278807</c:v>
                </c:pt>
                <c:pt idx="5285">
                  <c:v>0.112188030046038</c:v>
                </c:pt>
                <c:pt idx="5286">
                  <c:v>0.11533742331288301</c:v>
                </c:pt>
                <c:pt idx="5287">
                  <c:v>0.121606709335687</c:v>
                </c:pt>
                <c:pt idx="5288">
                  <c:v>0.116802400342906</c:v>
                </c:pt>
                <c:pt idx="5289">
                  <c:v>0.120441988950276</c:v>
                </c:pt>
                <c:pt idx="5290">
                  <c:v>0.11052975801177201</c:v>
                </c:pt>
                <c:pt idx="5291">
                  <c:v>0.115096830985915</c:v>
                </c:pt>
                <c:pt idx="5292">
                  <c:v>0.119440914866581</c:v>
                </c:pt>
                <c:pt idx="5293">
                  <c:v>0.112778730703259</c:v>
                </c:pt>
                <c:pt idx="5294">
                  <c:v>0.10889665091432001</c:v>
                </c:pt>
                <c:pt idx="5295">
                  <c:v>0.111213235294117</c:v>
                </c:pt>
                <c:pt idx="5296">
                  <c:v>0.114421123899796</c:v>
                </c:pt>
                <c:pt idx="5297">
                  <c:v>0.11939284096057901</c:v>
                </c:pt>
                <c:pt idx="5298">
                  <c:v>0.13530544372483799</c:v>
                </c:pt>
                <c:pt idx="5299">
                  <c:v>0.130248833592535</c:v>
                </c:pt>
                <c:pt idx="5300">
                  <c:v>4.54545454545454E-2</c:v>
                </c:pt>
                <c:pt idx="5301">
                  <c:v>4.3655097613882803E-2</c:v>
                </c:pt>
                <c:pt idx="5302">
                  <c:v>4.6875E-2</c:v>
                </c:pt>
                <c:pt idx="5303">
                  <c:v>4.8128342245989303E-2</c:v>
                </c:pt>
                <c:pt idx="5304">
                  <c:v>0.100661278471711</c:v>
                </c:pt>
                <c:pt idx="5305">
                  <c:v>4.1952054794520501E-2</c:v>
                </c:pt>
                <c:pt idx="5306">
                  <c:v>5.7059253840526701E-2</c:v>
                </c:pt>
                <c:pt idx="5307">
                  <c:v>5.4988216810683402E-2</c:v>
                </c:pt>
                <c:pt idx="5308">
                  <c:v>5.33299311048736E-2</c:v>
                </c:pt>
                <c:pt idx="5309">
                  <c:v>5.3969085669373799E-2</c:v>
                </c:pt>
                <c:pt idx="5310">
                  <c:v>4.55722423614707E-2</c:v>
                </c:pt>
                <c:pt idx="5311">
                  <c:v>4.7420531526836798E-2</c:v>
                </c:pt>
                <c:pt idx="5312">
                  <c:v>5.1868802440884799E-2</c:v>
                </c:pt>
                <c:pt idx="5313">
                  <c:v>4.8929663608562601E-2</c:v>
                </c:pt>
                <c:pt idx="5314">
                  <c:v>4.81309552895186E-2</c:v>
                </c:pt>
                <c:pt idx="5315">
                  <c:v>4.3938161106590698E-2</c:v>
                </c:pt>
                <c:pt idx="5316">
                  <c:v>4.6995994659546E-2</c:v>
                </c:pt>
                <c:pt idx="5317">
                  <c:v>5.0883770755222199E-2</c:v>
                </c:pt>
                <c:pt idx="5318">
                  <c:v>0.12284803400637601</c:v>
                </c:pt>
                <c:pt idx="5319">
                  <c:v>9.5271700776287896E-2</c:v>
                </c:pt>
                <c:pt idx="5320">
                  <c:v>6.2265037593984898E-2</c:v>
                </c:pt>
                <c:pt idx="5321">
                  <c:v>5.9986366734832902E-2</c:v>
                </c:pt>
                <c:pt idx="5322">
                  <c:v>6.3002389745817899E-2</c:v>
                </c:pt>
                <c:pt idx="5323">
                  <c:v>6.2301335028607699E-2</c:v>
                </c:pt>
                <c:pt idx="5324">
                  <c:v>0.107186358099878</c:v>
                </c:pt>
                <c:pt idx="5325">
                  <c:v>6.0729716754680703E-2</c:v>
                </c:pt>
                <c:pt idx="5326">
                  <c:v>6.4125831820931595E-2</c:v>
                </c:pt>
                <c:pt idx="5327">
                  <c:v>6.9093286835222298E-2</c:v>
                </c:pt>
                <c:pt idx="5328">
                  <c:v>6.6751430387794006E-2</c:v>
                </c:pt>
                <c:pt idx="5329">
                  <c:v>6.8062827225130795E-2</c:v>
                </c:pt>
                <c:pt idx="5330">
                  <c:v>6.0383868880741799E-2</c:v>
                </c:pt>
                <c:pt idx="5331">
                  <c:v>6.2540716612377797E-2</c:v>
                </c:pt>
                <c:pt idx="5332">
                  <c:v>6.6178010471204099E-2</c:v>
                </c:pt>
                <c:pt idx="5333">
                  <c:v>6.2526494277236097E-2</c:v>
                </c:pt>
                <c:pt idx="5334">
                  <c:v>6.0760008128429098E-2</c:v>
                </c:pt>
                <c:pt idx="5335">
                  <c:v>6.0227272727272699E-2</c:v>
                </c:pt>
                <c:pt idx="5336">
                  <c:v>6.2681240240910097E-2</c:v>
                </c:pt>
                <c:pt idx="5337">
                  <c:v>6.6204428539476598E-2</c:v>
                </c:pt>
                <c:pt idx="5338">
                  <c:v>0.11895054068427501</c:v>
                </c:pt>
                <c:pt idx="5339">
                  <c:v>0.101992966002344</c:v>
                </c:pt>
                <c:pt idx="5340">
                  <c:v>6.2901155327342695E-2</c:v>
                </c:pt>
                <c:pt idx="5341">
                  <c:v>6.08393344921778E-2</c:v>
                </c:pt>
                <c:pt idx="5342">
                  <c:v>6.4746488931206797E-2</c:v>
                </c:pt>
                <c:pt idx="5343">
                  <c:v>6.44712430426716E-2</c:v>
                </c:pt>
                <c:pt idx="5344">
                  <c:v>0.11609322974472799</c:v>
                </c:pt>
                <c:pt idx="5345">
                  <c:v>6.0717089767076599E-2</c:v>
                </c:pt>
                <c:pt idx="5346">
                  <c:v>7.1381215469613193E-2</c:v>
                </c:pt>
                <c:pt idx="5347">
                  <c:v>7.0711896798853299E-2</c:v>
                </c:pt>
                <c:pt idx="5348">
                  <c:v>6.9789009969858498E-2</c:v>
                </c:pt>
                <c:pt idx="5349">
                  <c:v>7.0045421945971797E-2</c:v>
                </c:pt>
                <c:pt idx="5350">
                  <c:v>6.1571125265392698E-2</c:v>
                </c:pt>
                <c:pt idx="5351">
                  <c:v>6.5761258041458104E-2</c:v>
                </c:pt>
                <c:pt idx="5352">
                  <c:v>7.0539419087136901E-2</c:v>
                </c:pt>
                <c:pt idx="5353">
                  <c:v>6.4965197215777204E-2</c:v>
                </c:pt>
                <c:pt idx="5354">
                  <c:v>6.3039150630391505E-2</c:v>
                </c:pt>
                <c:pt idx="5355">
                  <c:v>6.1102831594634803E-2</c:v>
                </c:pt>
                <c:pt idx="5356">
                  <c:v>6.3736263736263704E-2</c:v>
                </c:pt>
                <c:pt idx="5357">
                  <c:v>6.7597354886113098E-2</c:v>
                </c:pt>
                <c:pt idx="5358">
                  <c:v>0.12557339449541199</c:v>
                </c:pt>
                <c:pt idx="5359">
                  <c:v>0.109929832022113</c:v>
                </c:pt>
                <c:pt idx="5360">
                  <c:v>6.0575968222442898E-2</c:v>
                </c:pt>
                <c:pt idx="5361">
                  <c:v>5.8526011560693599E-2</c:v>
                </c:pt>
                <c:pt idx="5362">
                  <c:v>6.2730627306273004E-2</c:v>
                </c:pt>
                <c:pt idx="5363">
                  <c:v>6.19946091644204E-2</c:v>
                </c:pt>
                <c:pt idx="5364">
                  <c:v>0.11125485122897801</c:v>
                </c:pt>
                <c:pt idx="5365">
                  <c:v>5.81983805668016E-2</c:v>
                </c:pt>
                <c:pt idx="5366">
                  <c:v>6.89432989690721E-2</c:v>
                </c:pt>
                <c:pt idx="5367">
                  <c:v>6.9740500463392002E-2</c:v>
                </c:pt>
                <c:pt idx="5368">
                  <c:v>6.6621803499327004E-2</c:v>
                </c:pt>
                <c:pt idx="5369">
                  <c:v>6.8597914252607098E-2</c:v>
                </c:pt>
                <c:pt idx="5370">
                  <c:v>5.9629883481836801E-2</c:v>
                </c:pt>
                <c:pt idx="5371">
                  <c:v>6.3466420493884096E-2</c:v>
                </c:pt>
                <c:pt idx="5372">
                  <c:v>6.8024166480196893E-2</c:v>
                </c:pt>
                <c:pt idx="5373">
                  <c:v>6.2471910112359502E-2</c:v>
                </c:pt>
                <c:pt idx="5374">
                  <c:v>6.0755689136968598E-2</c:v>
                </c:pt>
                <c:pt idx="5375">
                  <c:v>5.8781016622500598E-2</c:v>
                </c:pt>
                <c:pt idx="5376">
                  <c:v>6.1833688699360297E-2</c:v>
                </c:pt>
                <c:pt idx="5377">
                  <c:v>6.6080342286664998E-2</c:v>
                </c:pt>
                <c:pt idx="5378">
                  <c:v>0.121914734480179</c:v>
                </c:pt>
                <c:pt idx="5379">
                  <c:v>0.105590062111801</c:v>
                </c:pt>
                <c:pt idx="5380">
                  <c:v>6.2130937098844603E-2</c:v>
                </c:pt>
                <c:pt idx="5381">
                  <c:v>6.0094363049416399E-2</c:v>
                </c:pt>
                <c:pt idx="5382">
                  <c:v>6.4285714285714196E-2</c:v>
                </c:pt>
                <c:pt idx="5383">
                  <c:v>6.3528866218409405E-2</c:v>
                </c:pt>
                <c:pt idx="5384">
                  <c:v>0.115085536547433</c:v>
                </c:pt>
                <c:pt idx="5385">
                  <c:v>5.9931954985605801E-2</c:v>
                </c:pt>
                <c:pt idx="5386">
                  <c:v>7.0528410347114698E-2</c:v>
                </c:pt>
                <c:pt idx="5387">
                  <c:v>7.0506692160611797E-2</c:v>
                </c:pt>
                <c:pt idx="5388">
                  <c:v>6.8845618915159904E-2</c:v>
                </c:pt>
                <c:pt idx="5389">
                  <c:v>6.9583931133428895E-2</c:v>
                </c:pt>
                <c:pt idx="5390">
                  <c:v>6.1113732892873897E-2</c:v>
                </c:pt>
                <c:pt idx="5391">
                  <c:v>6.5300285986653897E-2</c:v>
                </c:pt>
                <c:pt idx="5392">
                  <c:v>6.9601290619958497E-2</c:v>
                </c:pt>
                <c:pt idx="5393">
                  <c:v>6.4022268615170394E-2</c:v>
                </c:pt>
                <c:pt idx="5394">
                  <c:v>6.2223206377325001E-2</c:v>
                </c:pt>
                <c:pt idx="5395">
                  <c:v>6.0357675111773403E-2</c:v>
                </c:pt>
                <c:pt idx="5396">
                  <c:v>6.3263312164142604E-2</c:v>
                </c:pt>
                <c:pt idx="5397">
                  <c:v>6.7385444743935305E-2</c:v>
                </c:pt>
                <c:pt idx="5398">
                  <c:v>0.12442572741194401</c:v>
                </c:pt>
                <c:pt idx="5399">
                  <c:v>0.109098657575111</c:v>
                </c:pt>
                <c:pt idx="5400">
                  <c:v>5.0189155107187897E-2</c:v>
                </c:pt>
                <c:pt idx="5401">
                  <c:v>4.8351648351648298E-2</c:v>
                </c:pt>
                <c:pt idx="5402">
                  <c:v>5.19298245614035E-2</c:v>
                </c:pt>
                <c:pt idx="5403">
                  <c:v>5.2187784867821302E-2</c:v>
                </c:pt>
                <c:pt idx="5404">
                  <c:v>0.101813414900589</c:v>
                </c:pt>
                <c:pt idx="5405">
                  <c:v>4.8071979434447298E-2</c:v>
                </c:pt>
                <c:pt idx="5406">
                  <c:v>5.9707997385051198E-2</c:v>
                </c:pt>
                <c:pt idx="5407">
                  <c:v>5.8740601503759399E-2</c:v>
                </c:pt>
                <c:pt idx="5408">
                  <c:v>5.7136353289323899E-2</c:v>
                </c:pt>
                <c:pt idx="5409">
                  <c:v>5.8076651775217397E-2</c:v>
                </c:pt>
                <c:pt idx="5410">
                  <c:v>4.9617435659633599E-2</c:v>
                </c:pt>
                <c:pt idx="5411">
                  <c:v>5.24221858179265E-2</c:v>
                </c:pt>
                <c:pt idx="5412">
                  <c:v>5.6578050443081097E-2</c:v>
                </c:pt>
                <c:pt idx="5413">
                  <c:v>5.2907639680729701E-2</c:v>
                </c:pt>
                <c:pt idx="5414">
                  <c:v>5.1600261267145599E-2</c:v>
                </c:pt>
                <c:pt idx="5415">
                  <c:v>4.8607718612603802E-2</c:v>
                </c:pt>
                <c:pt idx="5416">
                  <c:v>5.14052366082152E-2</c:v>
                </c:pt>
                <c:pt idx="5417">
                  <c:v>5.4913294797687799E-2</c:v>
                </c:pt>
                <c:pt idx="5418">
                  <c:v>0.118943568307049</c:v>
                </c:pt>
                <c:pt idx="5419">
                  <c:v>9.6456280142587503E-2</c:v>
                </c:pt>
                <c:pt idx="5420">
                  <c:v>5.3785368340555598E-2</c:v>
                </c:pt>
                <c:pt idx="5421">
                  <c:v>5.1775147928994E-2</c:v>
                </c:pt>
                <c:pt idx="5422">
                  <c:v>5.4283691291007699E-2</c:v>
                </c:pt>
                <c:pt idx="5423">
                  <c:v>5.5491595671195E-2</c:v>
                </c:pt>
                <c:pt idx="5424">
                  <c:v>0.10533274570295199</c:v>
                </c:pt>
                <c:pt idx="5425">
                  <c:v>5.1988562516246402E-2</c:v>
                </c:pt>
                <c:pt idx="5426">
                  <c:v>6.1882817643186303E-2</c:v>
                </c:pt>
                <c:pt idx="5427">
                  <c:v>6.2425824827913597E-2</c:v>
                </c:pt>
                <c:pt idx="5428">
                  <c:v>6.0529344073647802E-2</c:v>
                </c:pt>
                <c:pt idx="5429">
                  <c:v>6.1757719714964299E-2</c:v>
                </c:pt>
                <c:pt idx="5430">
                  <c:v>5.2952202436738503E-2</c:v>
                </c:pt>
                <c:pt idx="5431">
                  <c:v>5.5529300567107698E-2</c:v>
                </c:pt>
                <c:pt idx="5432">
                  <c:v>5.9629883481836801E-2</c:v>
                </c:pt>
                <c:pt idx="5433">
                  <c:v>5.6221198156682001E-2</c:v>
                </c:pt>
                <c:pt idx="5434">
                  <c:v>5.4785478547854698E-2</c:v>
                </c:pt>
                <c:pt idx="5435">
                  <c:v>5.2034525277435198E-2</c:v>
                </c:pt>
                <c:pt idx="5436">
                  <c:v>5.48011639185257E-2</c:v>
                </c:pt>
                <c:pt idx="5437">
                  <c:v>5.8608949416342399E-2</c:v>
                </c:pt>
                <c:pt idx="5438">
                  <c:v>0.12170424149789801</c:v>
                </c:pt>
                <c:pt idx="5439">
                  <c:v>9.9788583509513695E-2</c:v>
                </c:pt>
                <c:pt idx="5440">
                  <c:v>5.9646539027982302E-2</c:v>
                </c:pt>
                <c:pt idx="5441">
                  <c:v>5.7318806252960597E-2</c:v>
                </c:pt>
                <c:pt idx="5442">
                  <c:v>6.0743427017225703E-2</c:v>
                </c:pt>
                <c:pt idx="5443">
                  <c:v>6.0110497237568998E-2</c:v>
                </c:pt>
                <c:pt idx="5444">
                  <c:v>0.10836501901140599</c:v>
                </c:pt>
                <c:pt idx="5445">
                  <c:v>5.8335428715111798E-2</c:v>
                </c:pt>
                <c:pt idx="5446">
                  <c:v>6.6428421273912103E-2</c:v>
                </c:pt>
                <c:pt idx="5447">
                  <c:v>6.7288020004546395E-2</c:v>
                </c:pt>
                <c:pt idx="5448">
                  <c:v>6.5352237483385006E-2</c:v>
                </c:pt>
                <c:pt idx="5449">
                  <c:v>6.6499658392165706E-2</c:v>
                </c:pt>
                <c:pt idx="5450">
                  <c:v>5.8068872383524602E-2</c:v>
                </c:pt>
                <c:pt idx="5451">
                  <c:v>6.1224489795918297E-2</c:v>
                </c:pt>
                <c:pt idx="5452">
                  <c:v>6.2405527963722701E-2</c:v>
                </c:pt>
                <c:pt idx="5453">
                  <c:v>6.0813799203892002E-2</c:v>
                </c:pt>
                <c:pt idx="5454">
                  <c:v>5.9197963080840202E-2</c:v>
                </c:pt>
                <c:pt idx="5455">
                  <c:v>5.7569296375266497E-2</c:v>
                </c:pt>
                <c:pt idx="5456">
                  <c:v>5.99303135888501E-2</c:v>
                </c:pt>
                <c:pt idx="5457">
                  <c:v>6.3839701770736196E-2</c:v>
                </c:pt>
                <c:pt idx="5458">
                  <c:v>0.119435794101483</c:v>
                </c:pt>
                <c:pt idx="5459">
                  <c:v>0.10298598415600201</c:v>
                </c:pt>
                <c:pt idx="5460">
                  <c:v>5.5018587360594798E-2</c:v>
                </c:pt>
                <c:pt idx="5461">
                  <c:v>5.30230326295585E-2</c:v>
                </c:pt>
                <c:pt idx="5462">
                  <c:v>5.6998391174442602E-2</c:v>
                </c:pt>
                <c:pt idx="5463">
                  <c:v>5.6139566092596703E-2</c:v>
                </c:pt>
                <c:pt idx="5464">
                  <c:v>0.10560206052800999</c:v>
                </c:pt>
                <c:pt idx="5465">
                  <c:v>5.3070507960576101E-2</c:v>
                </c:pt>
                <c:pt idx="5466">
                  <c:v>6.30881094952951E-2</c:v>
                </c:pt>
                <c:pt idx="5467">
                  <c:v>6.3466420493884096E-2</c:v>
                </c:pt>
                <c:pt idx="5468">
                  <c:v>6.1032863849765202E-2</c:v>
                </c:pt>
                <c:pt idx="5469">
                  <c:v>6.2326869806094101E-2</c:v>
                </c:pt>
                <c:pt idx="5470">
                  <c:v>5.4201776360737801E-2</c:v>
                </c:pt>
                <c:pt idx="5471">
                  <c:v>5.7484479190618498E-2</c:v>
                </c:pt>
                <c:pt idx="5472">
                  <c:v>6.1301827909050297E-2</c:v>
                </c:pt>
                <c:pt idx="5473">
                  <c:v>5.6612217498321703E-2</c:v>
                </c:pt>
                <c:pt idx="5474">
                  <c:v>5.5198973042362001E-2</c:v>
                </c:pt>
                <c:pt idx="5475">
                  <c:v>5.3275737940964699E-2</c:v>
                </c:pt>
                <c:pt idx="5476">
                  <c:v>5.6158565361019298E-2</c:v>
                </c:pt>
                <c:pt idx="5477">
                  <c:v>6.0118343195266197E-2</c:v>
                </c:pt>
                <c:pt idx="5478">
                  <c:v>0.119611867885799</c:v>
                </c:pt>
                <c:pt idx="5479">
                  <c:v>0.10018552875695701</c:v>
                </c:pt>
                <c:pt idx="5480">
                  <c:v>5.3176470588235297E-2</c:v>
                </c:pt>
                <c:pt idx="5481">
                  <c:v>5.13698630136986E-2</c:v>
                </c:pt>
                <c:pt idx="5482">
                  <c:v>5.5299539170506902E-2</c:v>
                </c:pt>
                <c:pt idx="5483">
                  <c:v>5.4817987152034203E-2</c:v>
                </c:pt>
                <c:pt idx="5484">
                  <c:v>0.102204821759736</c:v>
                </c:pt>
                <c:pt idx="5485">
                  <c:v>5.1115910727141799E-2</c:v>
                </c:pt>
                <c:pt idx="5486">
                  <c:v>6.1358506053765603E-2</c:v>
                </c:pt>
                <c:pt idx="5487">
                  <c:v>6.1619718309859101E-2</c:v>
                </c:pt>
                <c:pt idx="5488">
                  <c:v>5.9465240641711201E-2</c:v>
                </c:pt>
                <c:pt idx="5489">
                  <c:v>6.0612739695834202E-2</c:v>
                </c:pt>
                <c:pt idx="5490">
                  <c:v>5.2677405311275502E-2</c:v>
                </c:pt>
                <c:pt idx="5491">
                  <c:v>5.57628979143798E-2</c:v>
                </c:pt>
                <c:pt idx="5492">
                  <c:v>5.9085133418043202E-2</c:v>
                </c:pt>
                <c:pt idx="5493">
                  <c:v>5.52699228791773E-2</c:v>
                </c:pt>
                <c:pt idx="5494">
                  <c:v>5.3937653814602103E-2</c:v>
                </c:pt>
                <c:pt idx="5495">
                  <c:v>5.16099566110984E-2</c:v>
                </c:pt>
                <c:pt idx="5496">
                  <c:v>5.43087971274685E-2</c:v>
                </c:pt>
                <c:pt idx="5497">
                  <c:v>5.8068872383524602E-2</c:v>
                </c:pt>
                <c:pt idx="5498">
                  <c:v>0.115613182063749</c:v>
                </c:pt>
                <c:pt idx="5499">
                  <c:v>9.7125867195242799E-2</c:v>
                </c:pt>
                <c:pt idx="5500">
                  <c:v>4.8598130841121398E-2</c:v>
                </c:pt>
                <c:pt idx="5501">
                  <c:v>4.6745867768594997E-2</c:v>
                </c:pt>
                <c:pt idx="5502">
                  <c:v>4.9517207229512201E-2</c:v>
                </c:pt>
                <c:pt idx="5503">
                  <c:v>5.15239477503628E-2</c:v>
                </c:pt>
                <c:pt idx="5504">
                  <c:v>0.10361613351877599</c:v>
                </c:pt>
                <c:pt idx="5505">
                  <c:v>4.65306122448979E-2</c:v>
                </c:pt>
                <c:pt idx="5506">
                  <c:v>5.9598059598059597E-2</c:v>
                </c:pt>
                <c:pt idx="5507">
                  <c:v>5.8823529411764698E-2</c:v>
                </c:pt>
                <c:pt idx="5508">
                  <c:v>5.6900726392251799E-2</c:v>
                </c:pt>
                <c:pt idx="5509">
                  <c:v>5.7855361596009902E-2</c:v>
                </c:pt>
                <c:pt idx="5510">
                  <c:v>4.87084870848708E-2</c:v>
                </c:pt>
                <c:pt idx="5511">
                  <c:v>5.1078601537317102E-2</c:v>
                </c:pt>
                <c:pt idx="5512">
                  <c:v>5.6358381502890097E-2</c:v>
                </c:pt>
                <c:pt idx="5513">
                  <c:v>5.22875816993464E-2</c:v>
                </c:pt>
                <c:pt idx="5514">
                  <c:v>5.11100832562442E-2</c:v>
                </c:pt>
                <c:pt idx="5515">
                  <c:v>4.6745867768594997E-2</c:v>
                </c:pt>
                <c:pt idx="5516">
                  <c:v>5.0076258261311603E-2</c:v>
                </c:pt>
                <c:pt idx="5517">
                  <c:v>5.4591836734693797E-2</c:v>
                </c:pt>
                <c:pt idx="5518">
                  <c:v>0.123117091785499</c:v>
                </c:pt>
                <c:pt idx="5519">
                  <c:v>9.8000000000000004E-2</c:v>
                </c:pt>
                <c:pt idx="5520">
                  <c:v>5.3350854139290402E-2</c:v>
                </c:pt>
                <c:pt idx="5521">
                  <c:v>5.1334180432020302E-2</c:v>
                </c:pt>
                <c:pt idx="5522">
                  <c:v>5.4310764734534799E-2</c:v>
                </c:pt>
                <c:pt idx="5523">
                  <c:v>5.5885850178359099E-2</c:v>
                </c:pt>
                <c:pt idx="5524">
                  <c:v>0.108354199863419</c:v>
                </c:pt>
                <c:pt idx="5525">
                  <c:v>5.1165282614519102E-2</c:v>
                </c:pt>
                <c:pt idx="5526">
                  <c:v>6.3704375425073595E-2</c:v>
                </c:pt>
                <c:pt idx="5527">
                  <c:v>6.2974761087968595E-2</c:v>
                </c:pt>
                <c:pt idx="5528">
                  <c:v>6.1428571428571402E-2</c:v>
                </c:pt>
                <c:pt idx="5529">
                  <c:v>6.2285434036292303E-2</c:v>
                </c:pt>
                <c:pt idx="5530">
                  <c:v>5.2975326560232197E-2</c:v>
                </c:pt>
                <c:pt idx="5531">
                  <c:v>5.5853658536585298E-2</c:v>
                </c:pt>
                <c:pt idx="5532">
                  <c:v>6.1200378071833601E-2</c:v>
                </c:pt>
                <c:pt idx="5533">
                  <c:v>5.66396953831508E-2</c:v>
                </c:pt>
                <c:pt idx="5534">
                  <c:v>5.5214723926380299E-2</c:v>
                </c:pt>
                <c:pt idx="5535">
                  <c:v>5.1334180432020302E-2</c:v>
                </c:pt>
                <c:pt idx="5536">
                  <c:v>5.4236440889777499E-2</c:v>
                </c:pt>
                <c:pt idx="5537">
                  <c:v>5.8690744920993201E-2</c:v>
                </c:pt>
                <c:pt idx="5538">
                  <c:v>0.12566476265511101</c:v>
                </c:pt>
                <c:pt idx="5539">
                  <c:v>0.102267771478412</c:v>
                </c:pt>
                <c:pt idx="5540">
                  <c:v>5.7753164556962E-2</c:v>
                </c:pt>
                <c:pt idx="5541">
                  <c:v>5.5853098699311397E-2</c:v>
                </c:pt>
                <c:pt idx="5542">
                  <c:v>5.9427732942039603E-2</c:v>
                </c:pt>
                <c:pt idx="5543">
                  <c:v>5.9875954198473198E-2</c:v>
                </c:pt>
                <c:pt idx="5544">
                  <c:v>0.113091158327621</c:v>
                </c:pt>
                <c:pt idx="5545">
                  <c:v>5.5645161290322501E-2</c:v>
                </c:pt>
                <c:pt idx="5546">
                  <c:v>6.7288020004546395E-2</c:v>
                </c:pt>
                <c:pt idx="5547">
                  <c:v>6.6584766584766503E-2</c:v>
                </c:pt>
                <c:pt idx="5548">
                  <c:v>6.5440649629806502E-2</c:v>
                </c:pt>
                <c:pt idx="5549">
                  <c:v>6.6158386620757501E-2</c:v>
                </c:pt>
                <c:pt idx="5550">
                  <c:v>5.6768558951964997E-2</c:v>
                </c:pt>
                <c:pt idx="5551">
                  <c:v>6.0465116279069697E-2</c:v>
                </c:pt>
                <c:pt idx="5552">
                  <c:v>6.5181322588290999E-2</c:v>
                </c:pt>
                <c:pt idx="5553">
                  <c:v>6.06349964191931E-2</c:v>
                </c:pt>
                <c:pt idx="5554">
                  <c:v>5.9024612579762901E-2</c:v>
                </c:pt>
                <c:pt idx="5555">
                  <c:v>5.6122448979591802E-2</c:v>
                </c:pt>
                <c:pt idx="5556">
                  <c:v>5.8690744920993201E-2</c:v>
                </c:pt>
                <c:pt idx="5557">
                  <c:v>6.2641509433962198E-2</c:v>
                </c:pt>
                <c:pt idx="5558">
                  <c:v>0.12692156089869899</c:v>
                </c:pt>
                <c:pt idx="5559">
                  <c:v>0.107025607353906</c:v>
                </c:pt>
                <c:pt idx="5560">
                  <c:v>0.12831858407079599</c:v>
                </c:pt>
                <c:pt idx="5561">
                  <c:v>0.124268435427233</c:v>
                </c:pt>
                <c:pt idx="5562">
                  <c:v>0.12528132033008199</c:v>
                </c:pt>
                <c:pt idx="5563">
                  <c:v>0.12211221122112199</c:v>
                </c:pt>
                <c:pt idx="5564">
                  <c:v>0.13348299084786699</c:v>
                </c:pt>
                <c:pt idx="5565">
                  <c:v>0.12762453684643801</c:v>
                </c:pt>
                <c:pt idx="5566">
                  <c:v>0.122628250175685</c:v>
                </c:pt>
                <c:pt idx="5567">
                  <c:v>0.12710595282665599</c:v>
                </c:pt>
                <c:pt idx="5568">
                  <c:v>0.12294182217343499</c:v>
                </c:pt>
                <c:pt idx="5569">
                  <c:v>0.126477763182585</c:v>
                </c:pt>
                <c:pt idx="5570">
                  <c:v>0.122273998136067</c:v>
                </c:pt>
                <c:pt idx="5571">
                  <c:v>0.12591480577969599</c:v>
                </c:pt>
                <c:pt idx="5572">
                  <c:v>0.121460373998219</c:v>
                </c:pt>
                <c:pt idx="5573">
                  <c:v>0.12211221122112199</c:v>
                </c:pt>
                <c:pt idx="5574">
                  <c:v>0.117907017853986</c:v>
                </c:pt>
                <c:pt idx="5575">
                  <c:v>0.124487804878048</c:v>
                </c:pt>
                <c:pt idx="5576">
                  <c:v>0.12600536193029399</c:v>
                </c:pt>
                <c:pt idx="5577">
                  <c:v>0.127875766871165</c:v>
                </c:pt>
                <c:pt idx="5578">
                  <c:v>0.12092391304347801</c:v>
                </c:pt>
                <c:pt idx="5579">
                  <c:v>0.129707112970711</c:v>
                </c:pt>
                <c:pt idx="5580">
                  <c:v>0.109049773755656</c:v>
                </c:pt>
                <c:pt idx="5581">
                  <c:v>0.10536692223439199</c:v>
                </c:pt>
                <c:pt idx="5582">
                  <c:v>0.10858585858585799</c:v>
                </c:pt>
                <c:pt idx="5583">
                  <c:v>0.10743631881676199</c:v>
                </c:pt>
                <c:pt idx="5584">
                  <c:v>0.12994569433669501</c:v>
                </c:pt>
                <c:pt idx="5585">
                  <c:v>0.106796116504854</c:v>
                </c:pt>
                <c:pt idx="5586">
                  <c:v>0.11041257367387</c:v>
                </c:pt>
                <c:pt idx="5587">
                  <c:v>0.11582278481012601</c:v>
                </c:pt>
                <c:pt idx="5588">
                  <c:v>0.111065489632518</c:v>
                </c:pt>
                <c:pt idx="5589">
                  <c:v>0.11484771573604</c:v>
                </c:pt>
                <c:pt idx="5590">
                  <c:v>0.10542797494780699</c:v>
                </c:pt>
                <c:pt idx="5591">
                  <c:v>0.109753528544343</c:v>
                </c:pt>
                <c:pt idx="5592">
                  <c:v>0.11348949919224501</c:v>
                </c:pt>
                <c:pt idx="5593">
                  <c:v>0.107663858639819</c:v>
                </c:pt>
                <c:pt idx="5594">
                  <c:v>0.104142011834319</c:v>
                </c:pt>
                <c:pt idx="5595">
                  <c:v>0.105609114811568</c:v>
                </c:pt>
                <c:pt idx="5596">
                  <c:v>0.108387096774193</c:v>
                </c:pt>
                <c:pt idx="5597">
                  <c:v>0.113341968911917</c:v>
                </c:pt>
                <c:pt idx="5598">
                  <c:v>0.13115586393636799</c:v>
                </c:pt>
                <c:pt idx="5599">
                  <c:v>0.122689075630252</c:v>
                </c:pt>
                <c:pt idx="5600">
                  <c:v>4.7782470960929198E-2</c:v>
                </c:pt>
                <c:pt idx="5601">
                  <c:v>4.5977011494252797E-2</c:v>
                </c:pt>
                <c:pt idx="5602">
                  <c:v>4.9889407716883702E-2</c:v>
                </c:pt>
                <c:pt idx="5603">
                  <c:v>5.0937049495434802E-2</c:v>
                </c:pt>
                <c:pt idx="5604">
                  <c:v>0.10205495266682001</c:v>
                </c:pt>
                <c:pt idx="5605">
                  <c:v>4.5369127516778497E-2</c:v>
                </c:pt>
                <c:pt idx="5606">
                  <c:v>5.8620689655172399E-2</c:v>
                </c:pt>
                <c:pt idx="5607">
                  <c:v>5.7298098295875503E-2</c:v>
                </c:pt>
                <c:pt idx="5608">
                  <c:v>5.5809477988934299E-2</c:v>
                </c:pt>
                <c:pt idx="5609">
                  <c:v>5.6599110232328199E-2</c:v>
                </c:pt>
                <c:pt idx="5610">
                  <c:v>4.8095703125E-2</c:v>
                </c:pt>
                <c:pt idx="5611">
                  <c:v>5.0405704450454801E-2</c:v>
                </c:pt>
                <c:pt idx="5612">
                  <c:v>5.4345223844864697E-2</c:v>
                </c:pt>
                <c:pt idx="5613">
                  <c:v>5.1695119018994901E-2</c:v>
                </c:pt>
                <c:pt idx="5614">
                  <c:v>5.0449205252245999E-2</c:v>
                </c:pt>
                <c:pt idx="5615">
                  <c:v>4.6244251405212003E-2</c:v>
                </c:pt>
                <c:pt idx="5616">
                  <c:v>4.95846967027435E-2</c:v>
                </c:pt>
                <c:pt idx="5617">
                  <c:v>5.3255931347804097E-2</c:v>
                </c:pt>
                <c:pt idx="5618">
                  <c:v>0.121163490471414</c:v>
                </c:pt>
                <c:pt idx="5619">
                  <c:v>9.6716947648624596E-2</c:v>
                </c:pt>
                <c:pt idx="5620">
                  <c:v>4.5801526717557203E-2</c:v>
                </c:pt>
                <c:pt idx="5621">
                  <c:v>4.4121271875770203E-2</c:v>
                </c:pt>
                <c:pt idx="5622">
                  <c:v>4.7867298578198998E-2</c:v>
                </c:pt>
                <c:pt idx="5623">
                  <c:v>4.8853901366056898E-2</c:v>
                </c:pt>
                <c:pt idx="5624">
                  <c:v>9.7934710193204502E-2</c:v>
                </c:pt>
                <c:pt idx="5625">
                  <c:v>4.3478260869565202E-2</c:v>
                </c:pt>
                <c:pt idx="5626">
                  <c:v>5.6244464127546502E-2</c:v>
                </c:pt>
                <c:pt idx="5627">
                  <c:v>5.5251250297689902E-2</c:v>
                </c:pt>
                <c:pt idx="5628">
                  <c:v>5.3509381514940897E-2</c:v>
                </c:pt>
                <c:pt idx="5629">
                  <c:v>5.4575786463298297E-2</c:v>
                </c:pt>
                <c:pt idx="5630">
                  <c:v>4.6117647058823499E-2</c:v>
                </c:pt>
                <c:pt idx="5631">
                  <c:v>4.8364153627311501E-2</c:v>
                </c:pt>
                <c:pt idx="5632">
                  <c:v>5.2037761915726399E-2</c:v>
                </c:pt>
                <c:pt idx="5633">
                  <c:v>4.9582947173308599E-2</c:v>
                </c:pt>
                <c:pt idx="5634">
                  <c:v>4.8337028824833699E-2</c:v>
                </c:pt>
                <c:pt idx="5635">
                  <c:v>4.4378698224851999E-2</c:v>
                </c:pt>
                <c:pt idx="5636">
                  <c:v>4.7595920349684302E-2</c:v>
                </c:pt>
                <c:pt idx="5637">
                  <c:v>5.1388212372138302E-2</c:v>
                </c:pt>
                <c:pt idx="5638">
                  <c:v>0.116589327146171</c:v>
                </c:pt>
                <c:pt idx="5639">
                  <c:v>9.2770313499680096E-2</c:v>
                </c:pt>
                <c:pt idx="5640">
                  <c:v>5.1749271137026202E-2</c:v>
                </c:pt>
                <c:pt idx="5641">
                  <c:v>4.9894092727700602E-2</c:v>
                </c:pt>
                <c:pt idx="5642">
                  <c:v>5.1183765501691E-2</c:v>
                </c:pt>
                <c:pt idx="5643">
                  <c:v>5.3803748621830197E-2</c:v>
                </c:pt>
                <c:pt idx="5644">
                  <c:v>0.101755870530992</c:v>
                </c:pt>
                <c:pt idx="5645">
                  <c:v>4.9962898837496897E-2</c:v>
                </c:pt>
                <c:pt idx="5646">
                  <c:v>6.0459237413103002E-2</c:v>
                </c:pt>
                <c:pt idx="5647">
                  <c:v>6.0145256468452098E-2</c:v>
                </c:pt>
                <c:pt idx="5648">
                  <c:v>5.8434399117971297E-2</c:v>
                </c:pt>
                <c:pt idx="5649">
                  <c:v>5.9745570195365701E-2</c:v>
                </c:pt>
                <c:pt idx="5650">
                  <c:v>5.1109616677874899E-2</c:v>
                </c:pt>
                <c:pt idx="5651">
                  <c:v>5.28455284552845E-2</c:v>
                </c:pt>
                <c:pt idx="5652">
                  <c:v>5.7317873550645299E-2</c:v>
                </c:pt>
                <c:pt idx="5653">
                  <c:v>5.4501323918799603E-2</c:v>
                </c:pt>
                <c:pt idx="5654">
                  <c:v>5.3043110735418397E-2</c:v>
                </c:pt>
                <c:pt idx="5655">
                  <c:v>5.0141242937853103E-2</c:v>
                </c:pt>
                <c:pt idx="5656">
                  <c:v>5.2814454482279297E-2</c:v>
                </c:pt>
                <c:pt idx="5657">
                  <c:v>5.6445993031358797E-2</c:v>
                </c:pt>
                <c:pt idx="5658">
                  <c:v>0.11766875691626701</c:v>
                </c:pt>
                <c:pt idx="5659">
                  <c:v>9.6623270951993495E-2</c:v>
                </c:pt>
                <c:pt idx="5660">
                  <c:v>5.2980132450331098E-2</c:v>
                </c:pt>
                <c:pt idx="5661">
                  <c:v>5.11350607658793E-2</c:v>
                </c:pt>
                <c:pt idx="5662">
                  <c:v>5.5017605633802799E-2</c:v>
                </c:pt>
                <c:pt idx="5663">
                  <c:v>5.4245283018867899E-2</c:v>
                </c:pt>
                <c:pt idx="5664">
                  <c:v>0.10193974411886</c:v>
                </c:pt>
                <c:pt idx="5665">
                  <c:v>5.1047435588730997E-2</c:v>
                </c:pt>
                <c:pt idx="5666">
                  <c:v>6.1216105176663899E-2</c:v>
                </c:pt>
                <c:pt idx="5667">
                  <c:v>6.1201944321696802E-2</c:v>
                </c:pt>
                <c:pt idx="5668">
                  <c:v>5.9240180296200901E-2</c:v>
                </c:pt>
                <c:pt idx="5669">
                  <c:v>6.0344827586206899E-2</c:v>
                </c:pt>
                <c:pt idx="5670">
                  <c:v>5.23560209424083E-2</c:v>
                </c:pt>
                <c:pt idx="5671">
                  <c:v>5.5482166446499302E-2</c:v>
                </c:pt>
                <c:pt idx="5672">
                  <c:v>5.9012187299550899E-2</c:v>
                </c:pt>
                <c:pt idx="5673">
                  <c:v>5.49238360866766E-2</c:v>
                </c:pt>
                <c:pt idx="5674">
                  <c:v>5.3770086526576E-2</c:v>
                </c:pt>
                <c:pt idx="5675">
                  <c:v>5.1376146788990801E-2</c:v>
                </c:pt>
                <c:pt idx="5676">
                  <c:v>5.41638456330399E-2</c:v>
                </c:pt>
                <c:pt idx="5677">
                  <c:v>5.7944771389769098E-2</c:v>
                </c:pt>
                <c:pt idx="5678">
                  <c:v>0.115863562533838</c:v>
                </c:pt>
                <c:pt idx="5679">
                  <c:v>9.6979332273449903E-2</c:v>
                </c:pt>
                <c:pt idx="5680">
                  <c:v>0.11060640472405101</c:v>
                </c:pt>
                <c:pt idx="5681">
                  <c:v>0.10700132100396301</c:v>
                </c:pt>
                <c:pt idx="5682">
                  <c:v>0.110196326789107</c:v>
                </c:pt>
                <c:pt idx="5683">
                  <c:v>0.109004739336492</c:v>
                </c:pt>
                <c:pt idx="5684">
                  <c:v>0.12973392891823601</c:v>
                </c:pt>
                <c:pt idx="5685">
                  <c:v>0.10763888888888801</c:v>
                </c:pt>
                <c:pt idx="5686">
                  <c:v>0.111636148848198</c:v>
                </c:pt>
                <c:pt idx="5687">
                  <c:v>0.117609663064208</c:v>
                </c:pt>
                <c:pt idx="5688">
                  <c:v>0.11317254174397</c:v>
                </c:pt>
                <c:pt idx="5689">
                  <c:v>0.116486314449395</c:v>
                </c:pt>
                <c:pt idx="5690">
                  <c:v>0.106783919597989</c:v>
                </c:pt>
                <c:pt idx="5691">
                  <c:v>0.11136939983093801</c:v>
                </c:pt>
                <c:pt idx="5692">
                  <c:v>0.11552567237163799</c:v>
                </c:pt>
                <c:pt idx="5693">
                  <c:v>0.109233305853256</c:v>
                </c:pt>
                <c:pt idx="5694">
                  <c:v>0.10576351752822299</c:v>
                </c:pt>
                <c:pt idx="5695">
                  <c:v>0.107245100198194</c:v>
                </c:pt>
                <c:pt idx="5696">
                  <c:v>0.110630006494912</c:v>
                </c:pt>
                <c:pt idx="5697">
                  <c:v>0.115142298500977</c:v>
                </c:pt>
                <c:pt idx="5698">
                  <c:v>0.131230925737538</c:v>
                </c:pt>
                <c:pt idx="5699">
                  <c:v>0.126549004881712</c:v>
                </c:pt>
                <c:pt idx="5700">
                  <c:v>4.4074173609244802E-2</c:v>
                </c:pt>
                <c:pt idx="5701">
                  <c:v>4.2392717815344601E-2</c:v>
                </c:pt>
                <c:pt idx="5702">
                  <c:v>4.6057571964956197E-2</c:v>
                </c:pt>
                <c:pt idx="5703">
                  <c:v>4.75373682920852E-2</c:v>
                </c:pt>
                <c:pt idx="5704">
                  <c:v>9.79235488437942E-2</c:v>
                </c:pt>
                <c:pt idx="5705">
                  <c:v>4.0665938864628798E-2</c:v>
                </c:pt>
                <c:pt idx="5706">
                  <c:v>5.5425082198215098E-2</c:v>
                </c:pt>
                <c:pt idx="5707">
                  <c:v>5.3584905660377297E-2</c:v>
                </c:pt>
                <c:pt idx="5708">
                  <c:v>5.2024539877300602E-2</c:v>
                </c:pt>
                <c:pt idx="5709">
                  <c:v>5.2870090634441001E-2</c:v>
                </c:pt>
                <c:pt idx="5710">
                  <c:v>4.4549527127924302E-2</c:v>
                </c:pt>
                <c:pt idx="5711">
                  <c:v>4.6581517655897797E-2</c:v>
                </c:pt>
                <c:pt idx="5712">
                  <c:v>5.03667481662591E-2</c:v>
                </c:pt>
                <c:pt idx="5713">
                  <c:v>4.8307994114762103E-2</c:v>
                </c:pt>
                <c:pt idx="5714">
                  <c:v>4.7069898799717499E-2</c:v>
                </c:pt>
                <c:pt idx="5715">
                  <c:v>4.2935206869633098E-2</c:v>
                </c:pt>
                <c:pt idx="5716">
                  <c:v>4.6153846153846101E-2</c:v>
                </c:pt>
                <c:pt idx="5717">
                  <c:v>4.9614395886889401E-2</c:v>
                </c:pt>
                <c:pt idx="5718">
                  <c:v>0.11906230721776601</c:v>
                </c:pt>
                <c:pt idx="5719">
                  <c:v>9.3076049943246295E-2</c:v>
                </c:pt>
                <c:pt idx="5720">
                  <c:v>6.00539811066126E-2</c:v>
                </c:pt>
                <c:pt idx="5721">
                  <c:v>5.7939446743628803E-2</c:v>
                </c:pt>
                <c:pt idx="5722">
                  <c:v>6.1143572621035001E-2</c:v>
                </c:pt>
                <c:pt idx="5723">
                  <c:v>6.0729570002037901E-2</c:v>
                </c:pt>
                <c:pt idx="5724">
                  <c:v>0.103873239436619</c:v>
                </c:pt>
                <c:pt idx="5725">
                  <c:v>5.8256880733944902E-2</c:v>
                </c:pt>
                <c:pt idx="5726">
                  <c:v>6.2147989900951599E-2</c:v>
                </c:pt>
                <c:pt idx="5727">
                  <c:v>6.7211055276381895E-2</c:v>
                </c:pt>
                <c:pt idx="5728">
                  <c:v>6.5048939641109305E-2</c:v>
                </c:pt>
                <c:pt idx="5729">
                  <c:v>6.6219614417434999E-2</c:v>
                </c:pt>
                <c:pt idx="5730">
                  <c:v>5.8640696228760801E-2</c:v>
                </c:pt>
                <c:pt idx="5731">
                  <c:v>6.07008760951189E-2</c:v>
                </c:pt>
                <c:pt idx="5732">
                  <c:v>6.4301552106430099E-2</c:v>
                </c:pt>
                <c:pt idx="5733">
                  <c:v>6.0945780676722301E-2</c:v>
                </c:pt>
                <c:pt idx="5734">
                  <c:v>5.9376837154614899E-2</c:v>
                </c:pt>
                <c:pt idx="5735">
                  <c:v>5.8169934640522801E-2</c:v>
                </c:pt>
                <c:pt idx="5736">
                  <c:v>6.0787671232876699E-2</c:v>
                </c:pt>
                <c:pt idx="5737">
                  <c:v>6.4163090128755304E-2</c:v>
                </c:pt>
                <c:pt idx="5738">
                  <c:v>0.115153595332074</c:v>
                </c:pt>
                <c:pt idx="5739">
                  <c:v>9.9037917374080298E-2</c:v>
                </c:pt>
                <c:pt idx="5740">
                  <c:v>6.08504398826979E-2</c:v>
                </c:pt>
                <c:pt idx="5741">
                  <c:v>5.8948863636363598E-2</c:v>
                </c:pt>
                <c:pt idx="5742">
                  <c:v>6.2755798090040907E-2</c:v>
                </c:pt>
                <c:pt idx="5743">
                  <c:v>6.27772848269742E-2</c:v>
                </c:pt>
                <c:pt idx="5744">
                  <c:v>0.11215152160034</c:v>
                </c:pt>
                <c:pt idx="5745">
                  <c:v>5.8428642466434602E-2</c:v>
                </c:pt>
                <c:pt idx="5746">
                  <c:v>6.9250317662007593E-2</c:v>
                </c:pt>
                <c:pt idx="5747">
                  <c:v>6.8690095846645302E-2</c:v>
                </c:pt>
                <c:pt idx="5748">
                  <c:v>6.7909454061251595E-2</c:v>
                </c:pt>
                <c:pt idx="5749">
                  <c:v>6.8052066681890802E-2</c:v>
                </c:pt>
                <c:pt idx="5750">
                  <c:v>5.9738503155996298E-2</c:v>
                </c:pt>
                <c:pt idx="5751">
                  <c:v>6.3723258989531101E-2</c:v>
                </c:pt>
                <c:pt idx="5752">
                  <c:v>6.8357221609702298E-2</c:v>
                </c:pt>
                <c:pt idx="5753">
                  <c:v>6.3249001331557905E-2</c:v>
                </c:pt>
                <c:pt idx="5754">
                  <c:v>6.15580556145192E-2</c:v>
                </c:pt>
                <c:pt idx="5755">
                  <c:v>5.91996211224248E-2</c:v>
                </c:pt>
                <c:pt idx="5756">
                  <c:v>6.1742777260018603E-2</c:v>
                </c:pt>
                <c:pt idx="5757">
                  <c:v>6.5420560747663503E-2</c:v>
                </c:pt>
                <c:pt idx="5758">
                  <c:v>0.12106135986733001</c:v>
                </c:pt>
                <c:pt idx="5759">
                  <c:v>0.10645688598283599</c:v>
                </c:pt>
                <c:pt idx="5760">
                  <c:v>5.8489225668955702E-2</c:v>
                </c:pt>
                <c:pt idx="5761">
                  <c:v>5.6590752242926097E-2</c:v>
                </c:pt>
                <c:pt idx="5762">
                  <c:v>6.0927152317880699E-2</c:v>
                </c:pt>
                <c:pt idx="5763">
                  <c:v>6.0495156081808298E-2</c:v>
                </c:pt>
                <c:pt idx="5764">
                  <c:v>0.107816711590296</c:v>
                </c:pt>
                <c:pt idx="5765">
                  <c:v>5.5890146952541499E-2</c:v>
                </c:pt>
                <c:pt idx="5766">
                  <c:v>6.7010309278350499E-2</c:v>
                </c:pt>
                <c:pt idx="5767">
                  <c:v>6.7864271457085804E-2</c:v>
                </c:pt>
                <c:pt idx="5768">
                  <c:v>6.5058164584230901E-2</c:v>
                </c:pt>
                <c:pt idx="5769">
                  <c:v>6.67701863354037E-2</c:v>
                </c:pt>
                <c:pt idx="5770">
                  <c:v>5.79741850798512E-2</c:v>
                </c:pt>
                <c:pt idx="5771">
                  <c:v>6.1630218687872697E-2</c:v>
                </c:pt>
                <c:pt idx="5772">
                  <c:v>6.6094420600858295E-2</c:v>
                </c:pt>
                <c:pt idx="5773">
                  <c:v>6.0951970708593498E-2</c:v>
                </c:pt>
                <c:pt idx="5774">
                  <c:v>5.95533498759305E-2</c:v>
                </c:pt>
                <c:pt idx="5775">
                  <c:v>5.6833870225494701E-2</c:v>
                </c:pt>
                <c:pt idx="5776">
                  <c:v>6.0022650056625097E-2</c:v>
                </c:pt>
                <c:pt idx="5777">
                  <c:v>6.4076346284935207E-2</c:v>
                </c:pt>
                <c:pt idx="5778">
                  <c:v>0.118083182640144</c:v>
                </c:pt>
                <c:pt idx="5779">
                  <c:v>0.102615292473547</c:v>
                </c:pt>
                <c:pt idx="5780">
                  <c:v>5.9946170785417099E-2</c:v>
                </c:pt>
                <c:pt idx="5781">
                  <c:v>5.80706328513865E-2</c:v>
                </c:pt>
                <c:pt idx="5782">
                  <c:v>6.2400364381689798E-2</c:v>
                </c:pt>
                <c:pt idx="5783">
                  <c:v>6.1958694203863997E-2</c:v>
                </c:pt>
                <c:pt idx="5784">
                  <c:v>0.11132437619961599</c:v>
                </c:pt>
                <c:pt idx="5785">
                  <c:v>5.7505601194921499E-2</c:v>
                </c:pt>
                <c:pt idx="5786">
                  <c:v>6.8519304200254497E-2</c:v>
                </c:pt>
                <c:pt idx="5787">
                  <c:v>6.8587105624142594E-2</c:v>
                </c:pt>
                <c:pt idx="5788">
                  <c:v>6.7096200844256798E-2</c:v>
                </c:pt>
                <c:pt idx="5789">
                  <c:v>6.7703568161024699E-2</c:v>
                </c:pt>
                <c:pt idx="5790">
                  <c:v>5.9381350191916898E-2</c:v>
                </c:pt>
                <c:pt idx="5791">
                  <c:v>6.3369044905402294E-2</c:v>
                </c:pt>
                <c:pt idx="5792">
                  <c:v>6.7549668874172103E-2</c:v>
                </c:pt>
                <c:pt idx="5793">
                  <c:v>6.2430570984225699E-2</c:v>
                </c:pt>
                <c:pt idx="5794">
                  <c:v>6.0851063829787201E-2</c:v>
                </c:pt>
                <c:pt idx="5795">
                  <c:v>5.8321479374110897E-2</c:v>
                </c:pt>
                <c:pt idx="5796">
                  <c:v>6.13768961493582E-2</c:v>
                </c:pt>
                <c:pt idx="5797">
                  <c:v>6.5308988764044895E-2</c:v>
                </c:pt>
                <c:pt idx="5798">
                  <c:v>0.120288248337028</c:v>
                </c:pt>
                <c:pt idx="5799">
                  <c:v>0.10578105781057801</c:v>
                </c:pt>
                <c:pt idx="5800">
                  <c:v>4.8557692307692302E-2</c:v>
                </c:pt>
                <c:pt idx="5801">
                  <c:v>4.6853146853146801E-2</c:v>
                </c:pt>
                <c:pt idx="5802">
                  <c:v>5.0570597449093702E-2</c:v>
                </c:pt>
                <c:pt idx="5803">
                  <c:v>5.10805500982318E-2</c:v>
                </c:pt>
                <c:pt idx="5804">
                  <c:v>9.8635886673662104E-2</c:v>
                </c:pt>
                <c:pt idx="5805">
                  <c:v>4.6221570066030802E-2</c:v>
                </c:pt>
                <c:pt idx="5806">
                  <c:v>5.7901337792642102E-2</c:v>
                </c:pt>
                <c:pt idx="5807">
                  <c:v>5.7078651685393202E-2</c:v>
                </c:pt>
                <c:pt idx="5808">
                  <c:v>5.5664702030124399E-2</c:v>
                </c:pt>
                <c:pt idx="5809">
                  <c:v>5.6680161943319797E-2</c:v>
                </c:pt>
                <c:pt idx="5810">
                  <c:v>4.8369203461282401E-2</c:v>
                </c:pt>
                <c:pt idx="5811">
                  <c:v>5.1040967092007998E-2</c:v>
                </c:pt>
                <c:pt idx="5812">
                  <c:v>5.4866100587850998E-2</c:v>
                </c:pt>
                <c:pt idx="5813">
                  <c:v>5.1769331585845298E-2</c:v>
                </c:pt>
                <c:pt idx="5814">
                  <c:v>5.0471204188481597E-2</c:v>
                </c:pt>
                <c:pt idx="5815">
                  <c:v>4.7097225460480299E-2</c:v>
                </c:pt>
                <c:pt idx="5816">
                  <c:v>5.0034427358274E-2</c:v>
                </c:pt>
                <c:pt idx="5817">
                  <c:v>5.3382420616658897E-2</c:v>
                </c:pt>
                <c:pt idx="5818">
                  <c:v>0.115088105726872</c:v>
                </c:pt>
                <c:pt idx="5819">
                  <c:v>9.37184407190466E-2</c:v>
                </c:pt>
                <c:pt idx="5820">
                  <c:v>5.2260573650947897E-2</c:v>
                </c:pt>
                <c:pt idx="5821">
                  <c:v>5.03885095361431E-2</c:v>
                </c:pt>
                <c:pt idx="5822">
                  <c:v>5.28455284552845E-2</c:v>
                </c:pt>
                <c:pt idx="5823">
                  <c:v>5.4268696227663699E-2</c:v>
                </c:pt>
                <c:pt idx="5824">
                  <c:v>0.10222222222222201</c:v>
                </c:pt>
                <c:pt idx="5825">
                  <c:v>5.0222662048490803E-2</c:v>
                </c:pt>
                <c:pt idx="5826">
                  <c:v>6.0012634238787103E-2</c:v>
                </c:pt>
                <c:pt idx="5827">
                  <c:v>6.0626702997275198E-2</c:v>
                </c:pt>
                <c:pt idx="5828">
                  <c:v>5.8901389808074099E-2</c:v>
                </c:pt>
                <c:pt idx="5829">
                  <c:v>6.0227272727272699E-2</c:v>
                </c:pt>
                <c:pt idx="5830">
                  <c:v>5.15810719892352E-2</c:v>
                </c:pt>
                <c:pt idx="5831">
                  <c:v>5.4035722360388803E-2</c:v>
                </c:pt>
                <c:pt idx="5832">
                  <c:v>5.7780695994747201E-2</c:v>
                </c:pt>
                <c:pt idx="5833">
                  <c:v>5.4966887417218502E-2</c:v>
                </c:pt>
                <c:pt idx="5834">
                  <c:v>5.34883720930232E-2</c:v>
                </c:pt>
                <c:pt idx="5835">
                  <c:v>5.06358926048045E-2</c:v>
                </c:pt>
                <c:pt idx="5836">
                  <c:v>5.3302433371958197E-2</c:v>
                </c:pt>
                <c:pt idx="5837">
                  <c:v>5.6937020683244202E-2</c:v>
                </c:pt>
                <c:pt idx="5838">
                  <c:v>0.11766875691626701</c:v>
                </c:pt>
                <c:pt idx="5839">
                  <c:v>9.7069597069597002E-2</c:v>
                </c:pt>
                <c:pt idx="5840">
                  <c:v>5.7457786116322698E-2</c:v>
                </c:pt>
                <c:pt idx="5841">
                  <c:v>5.5303717135086097E-2</c:v>
                </c:pt>
                <c:pt idx="5842">
                  <c:v>5.8861859252823598E-2</c:v>
                </c:pt>
                <c:pt idx="5843">
                  <c:v>5.8486967577876602E-2</c:v>
                </c:pt>
                <c:pt idx="5844">
                  <c:v>0.104622871046228</c:v>
                </c:pt>
                <c:pt idx="5845">
                  <c:v>5.5861903620234903E-2</c:v>
                </c:pt>
                <c:pt idx="5846">
                  <c:v>6.44184168012924E-2</c:v>
                </c:pt>
                <c:pt idx="5847">
                  <c:v>6.5359477124182996E-2</c:v>
                </c:pt>
                <c:pt idx="5848">
                  <c:v>6.3468478030142203E-2</c:v>
                </c:pt>
                <c:pt idx="5849">
                  <c:v>6.4600611086861603E-2</c:v>
                </c:pt>
                <c:pt idx="5850">
                  <c:v>5.6274256144889997E-2</c:v>
                </c:pt>
                <c:pt idx="5851">
                  <c:v>5.9322033898305003E-2</c:v>
                </c:pt>
                <c:pt idx="5852">
                  <c:v>6.0580912863070498E-2</c:v>
                </c:pt>
                <c:pt idx="5853">
                  <c:v>5.9160305343511403E-2</c:v>
                </c:pt>
                <c:pt idx="5854">
                  <c:v>5.7602279666191698E-2</c:v>
                </c:pt>
                <c:pt idx="5855">
                  <c:v>5.5542960779868498E-2</c:v>
                </c:pt>
                <c:pt idx="5856">
                  <c:v>5.8077436582109399E-2</c:v>
                </c:pt>
                <c:pt idx="5857">
                  <c:v>6.1816558803838399E-2</c:v>
                </c:pt>
                <c:pt idx="5858">
                  <c:v>0.11513332156101</c:v>
                </c:pt>
                <c:pt idx="5859">
                  <c:v>9.9531615925058506E-2</c:v>
                </c:pt>
                <c:pt idx="5860">
                  <c:v>5.34784666351159E-2</c:v>
                </c:pt>
                <c:pt idx="5861">
                  <c:v>5.1617343427391597E-2</c:v>
                </c:pt>
                <c:pt idx="5862">
                  <c:v>5.5482166446499302E-2</c:v>
                </c:pt>
                <c:pt idx="5863">
                  <c:v>5.49238360866766E-2</c:v>
                </c:pt>
                <c:pt idx="5864">
                  <c:v>0.102394715111478</c:v>
                </c:pt>
                <c:pt idx="5865">
                  <c:v>5.1300578034682E-2</c:v>
                </c:pt>
                <c:pt idx="5866">
                  <c:v>6.1434148346003699E-2</c:v>
                </c:pt>
                <c:pt idx="5867">
                  <c:v>6.1905814724740202E-2</c:v>
                </c:pt>
                <c:pt idx="5868">
                  <c:v>5.9695082671247499E-2</c:v>
                </c:pt>
                <c:pt idx="5869">
                  <c:v>6.0813799203892002E-2</c:v>
                </c:pt>
                <c:pt idx="5870">
                  <c:v>5.2815364469663902E-2</c:v>
                </c:pt>
                <c:pt idx="5871">
                  <c:v>5.59471365638766E-2</c:v>
                </c:pt>
                <c:pt idx="5872">
                  <c:v>5.9691912708600699E-2</c:v>
                </c:pt>
                <c:pt idx="5873">
                  <c:v>5.5376690276883397E-2</c:v>
                </c:pt>
                <c:pt idx="5874">
                  <c:v>5.4204451772464898E-2</c:v>
                </c:pt>
                <c:pt idx="5875">
                  <c:v>5.1858650757228002E-2</c:v>
                </c:pt>
                <c:pt idx="5876">
                  <c:v>5.4639873560623102E-2</c:v>
                </c:pt>
                <c:pt idx="5877">
                  <c:v>5.8423913043478201E-2</c:v>
                </c:pt>
                <c:pt idx="5878">
                  <c:v>0.115863562533838</c:v>
                </c:pt>
                <c:pt idx="5879">
                  <c:v>9.7415506958250395E-2</c:v>
                </c:pt>
                <c:pt idx="5880">
                  <c:v>5.1518560179977503E-2</c:v>
                </c:pt>
                <c:pt idx="5881">
                  <c:v>4.9836065573770398E-2</c:v>
                </c:pt>
                <c:pt idx="5882">
                  <c:v>5.3883392969901002E-2</c:v>
                </c:pt>
                <c:pt idx="5883">
                  <c:v>5.3670573719925903E-2</c:v>
                </c:pt>
                <c:pt idx="5884">
                  <c:v>9.9245732433505304E-2</c:v>
                </c:pt>
                <c:pt idx="5885">
                  <c:v>4.9244159413650901E-2</c:v>
                </c:pt>
                <c:pt idx="5886">
                  <c:v>5.9798697454114799E-2</c:v>
                </c:pt>
                <c:pt idx="5887">
                  <c:v>6.0164661177960703E-2</c:v>
                </c:pt>
                <c:pt idx="5888">
                  <c:v>5.8242436715373498E-2</c:v>
                </c:pt>
                <c:pt idx="5889">
                  <c:v>5.9196617336152203E-2</c:v>
                </c:pt>
                <c:pt idx="5890">
                  <c:v>5.1378446115288197E-2</c:v>
                </c:pt>
                <c:pt idx="5891">
                  <c:v>5.4327226784586201E-2</c:v>
                </c:pt>
                <c:pt idx="5892">
                  <c:v>5.7602279666191698E-2</c:v>
                </c:pt>
                <c:pt idx="5893">
                  <c:v>5.4104093807858397E-2</c:v>
                </c:pt>
                <c:pt idx="5894">
                  <c:v>5.2818991097922798E-2</c:v>
                </c:pt>
                <c:pt idx="5895">
                  <c:v>5.0065588106689901E-2</c:v>
                </c:pt>
                <c:pt idx="5896">
                  <c:v>5.2903225806451598E-2</c:v>
                </c:pt>
                <c:pt idx="5897">
                  <c:v>5.6502048738408403E-2</c:v>
                </c:pt>
                <c:pt idx="5898">
                  <c:v>0.111924686192468</c:v>
                </c:pt>
                <c:pt idx="5899">
                  <c:v>9.4563552833078102E-2</c:v>
                </c:pt>
                <c:pt idx="5900">
                  <c:v>4.7133757961783401E-2</c:v>
                </c:pt>
                <c:pt idx="5901">
                  <c:v>4.5409674234945699E-2</c:v>
                </c:pt>
                <c:pt idx="5902">
                  <c:v>4.8364153627311501E-2</c:v>
                </c:pt>
                <c:pt idx="5903">
                  <c:v>5.0556586270871902E-2</c:v>
                </c:pt>
                <c:pt idx="5904">
                  <c:v>0.10062333036509299</c:v>
                </c:pt>
                <c:pt idx="5905">
                  <c:v>4.4830266908525498E-2</c:v>
                </c:pt>
                <c:pt idx="5906">
                  <c:v>5.7884231536926102E-2</c:v>
                </c:pt>
                <c:pt idx="5907">
                  <c:v>5.72655690765927E-2</c:v>
                </c:pt>
                <c:pt idx="5908">
                  <c:v>5.5465305175214599E-2</c:v>
                </c:pt>
                <c:pt idx="5909">
                  <c:v>5.6590257879656103E-2</c:v>
                </c:pt>
                <c:pt idx="5910">
                  <c:v>4.75966069745523E-2</c:v>
                </c:pt>
                <c:pt idx="5911">
                  <c:v>4.9857549857549803E-2</c:v>
                </c:pt>
                <c:pt idx="5912">
                  <c:v>5.4709141274238197E-2</c:v>
                </c:pt>
                <c:pt idx="5913">
                  <c:v>5.1288001856579203E-2</c:v>
                </c:pt>
                <c:pt idx="5914">
                  <c:v>4.9966688874083898E-2</c:v>
                </c:pt>
                <c:pt idx="5915">
                  <c:v>4.5409674234945699E-2</c:v>
                </c:pt>
                <c:pt idx="5916">
                  <c:v>4.8869438366156003E-2</c:v>
                </c:pt>
                <c:pt idx="5917">
                  <c:v>5.31837033422786E-2</c:v>
                </c:pt>
                <c:pt idx="5918">
                  <c:v>0.11896919201705</c:v>
                </c:pt>
                <c:pt idx="5919">
                  <c:v>9.5339888841385195E-2</c:v>
                </c:pt>
                <c:pt idx="5920">
                  <c:v>5.161613630669E-2</c:v>
                </c:pt>
                <c:pt idx="5921">
                  <c:v>4.9745207473913998E-2</c:v>
                </c:pt>
                <c:pt idx="5922">
                  <c:v>5.2901421580051199E-2</c:v>
                </c:pt>
                <c:pt idx="5923">
                  <c:v>5.4682159945317797E-2</c:v>
                </c:pt>
                <c:pt idx="5924">
                  <c:v>0.10509067074502899</c:v>
                </c:pt>
                <c:pt idx="5925">
                  <c:v>4.9197043079275998E-2</c:v>
                </c:pt>
                <c:pt idx="5926">
                  <c:v>6.1779421361757597E-2</c:v>
                </c:pt>
                <c:pt idx="5927">
                  <c:v>6.11814345991561E-2</c:v>
                </c:pt>
                <c:pt idx="5928">
                  <c:v>5.9749144811858598E-2</c:v>
                </c:pt>
                <c:pt idx="5929">
                  <c:v>6.0769591740966598E-2</c:v>
                </c:pt>
                <c:pt idx="5930">
                  <c:v>5.1632322296827897E-2</c:v>
                </c:pt>
                <c:pt idx="5931">
                  <c:v>5.43757292882147E-2</c:v>
                </c:pt>
                <c:pt idx="5932">
                  <c:v>5.9302851969216801E-2</c:v>
                </c:pt>
                <c:pt idx="5933">
                  <c:v>5.5403556771545799E-2</c:v>
                </c:pt>
                <c:pt idx="5934">
                  <c:v>5.3859572612298297E-2</c:v>
                </c:pt>
                <c:pt idx="5935">
                  <c:v>4.9745207473913998E-2</c:v>
                </c:pt>
                <c:pt idx="5936">
                  <c:v>5.2795031055900603E-2</c:v>
                </c:pt>
                <c:pt idx="5937">
                  <c:v>5.7046979865771799E-2</c:v>
                </c:pt>
                <c:pt idx="5938">
                  <c:v>0.12136752136752101</c:v>
                </c:pt>
                <c:pt idx="5939">
                  <c:v>9.9371069182389901E-2</c:v>
                </c:pt>
                <c:pt idx="5940">
                  <c:v>5.6072416394267001E-2</c:v>
                </c:pt>
                <c:pt idx="5941">
                  <c:v>5.4310764734534799E-2</c:v>
                </c:pt>
                <c:pt idx="5942">
                  <c:v>5.7791296209639603E-2</c:v>
                </c:pt>
                <c:pt idx="5943">
                  <c:v>5.8500914076782401E-2</c:v>
                </c:pt>
                <c:pt idx="5944">
                  <c:v>0.10938185006576</c:v>
                </c:pt>
                <c:pt idx="5945">
                  <c:v>5.3722179585571697E-2</c:v>
                </c:pt>
                <c:pt idx="5946">
                  <c:v>6.5212649945474294E-2</c:v>
                </c:pt>
                <c:pt idx="5947">
                  <c:v>6.4629847238542801E-2</c:v>
                </c:pt>
                <c:pt idx="5948">
                  <c:v>6.3586459286367705E-2</c:v>
                </c:pt>
                <c:pt idx="5949">
                  <c:v>6.4470588235294099E-2</c:v>
                </c:pt>
                <c:pt idx="5950">
                  <c:v>5.5258880891571799E-2</c:v>
                </c:pt>
                <c:pt idx="5951">
                  <c:v>5.8782201405152203E-2</c:v>
                </c:pt>
                <c:pt idx="5952">
                  <c:v>6.3110102156640105E-2</c:v>
                </c:pt>
                <c:pt idx="5953">
                  <c:v>5.9227075234392801E-2</c:v>
                </c:pt>
                <c:pt idx="5954">
                  <c:v>5.7511480428602602E-2</c:v>
                </c:pt>
                <c:pt idx="5955">
                  <c:v>5.4567600487210703E-2</c:v>
                </c:pt>
                <c:pt idx="5956">
                  <c:v>5.7046979865771799E-2</c:v>
                </c:pt>
                <c:pt idx="5957">
                  <c:v>6.0817307692307601E-2</c:v>
                </c:pt>
                <c:pt idx="5958">
                  <c:v>0.122363670910127</c:v>
                </c:pt>
                <c:pt idx="5959">
                  <c:v>0.103702145561632</c:v>
                </c:pt>
                <c:pt idx="5960">
                  <c:v>0.123401782254939</c:v>
                </c:pt>
                <c:pt idx="5961">
                  <c:v>0.11963882618510099</c:v>
                </c:pt>
                <c:pt idx="5962">
                  <c:v>0.12099257380909199</c:v>
                </c:pt>
                <c:pt idx="5963">
                  <c:v>0.118220489188231</c:v>
                </c:pt>
                <c:pt idx="5964">
                  <c:v>0.12951807228915599</c:v>
                </c:pt>
                <c:pt idx="5965">
                  <c:v>0.12254999010096999</c:v>
                </c:pt>
                <c:pt idx="5966">
                  <c:v>0.118687298078558</c:v>
                </c:pt>
                <c:pt idx="5967">
                  <c:v>0.12276261073946799</c:v>
                </c:pt>
                <c:pt idx="5968">
                  <c:v>0.119093965669792</c:v>
                </c:pt>
                <c:pt idx="5969">
                  <c:v>0.122349102773246</c:v>
                </c:pt>
                <c:pt idx="5970">
                  <c:v>0.118113071660064</c:v>
                </c:pt>
                <c:pt idx="5971">
                  <c:v>0.121602029720913</c:v>
                </c:pt>
                <c:pt idx="5972">
                  <c:v>0.117565936907429</c:v>
                </c:pt>
                <c:pt idx="5973">
                  <c:v>0.118220489188231</c:v>
                </c:pt>
                <c:pt idx="5974">
                  <c:v>0.11421232876712301</c:v>
                </c:pt>
                <c:pt idx="5975">
                  <c:v>0.119849482596425</c:v>
                </c:pt>
                <c:pt idx="5976">
                  <c:v>0.12160413971539399</c:v>
                </c:pt>
                <c:pt idx="5977">
                  <c:v>0.123196448390677</c:v>
                </c:pt>
                <c:pt idx="5978">
                  <c:v>0.117672983693256</c:v>
                </c:pt>
                <c:pt idx="5979">
                  <c:v>0.12603540685398701</c:v>
                </c:pt>
                <c:pt idx="5980">
                  <c:v>0.105708704145864</c:v>
                </c:pt>
                <c:pt idx="5981">
                  <c:v>0.102272727272727</c:v>
                </c:pt>
                <c:pt idx="5982">
                  <c:v>0.10548694067625</c:v>
                </c:pt>
                <c:pt idx="5983">
                  <c:v>0.104232594936708</c:v>
                </c:pt>
                <c:pt idx="5984">
                  <c:v>0.12619359670473601</c:v>
                </c:pt>
                <c:pt idx="5985">
                  <c:v>0.103410097431355</c:v>
                </c:pt>
                <c:pt idx="5986">
                  <c:v>0.10702784618298899</c:v>
                </c:pt>
                <c:pt idx="5987">
                  <c:v>0.11221590909090901</c:v>
                </c:pt>
                <c:pt idx="5988">
                  <c:v>0.107792721518987</c:v>
                </c:pt>
                <c:pt idx="5989">
                  <c:v>0.11126932465419</c:v>
                </c:pt>
                <c:pt idx="5990">
                  <c:v>0.102249899558055</c:v>
                </c:pt>
                <c:pt idx="5991">
                  <c:v>0.106607215241183</c:v>
                </c:pt>
                <c:pt idx="5992">
                  <c:v>0.109964966913195</c:v>
                </c:pt>
                <c:pt idx="5993">
                  <c:v>0.104451038575667</c:v>
                </c:pt>
                <c:pt idx="5994">
                  <c:v>0.101294744859101</c:v>
                </c:pt>
                <c:pt idx="5995">
                  <c:v>0.102504735845085</c:v>
                </c:pt>
                <c:pt idx="5996">
                  <c:v>0.105230514781889</c:v>
                </c:pt>
                <c:pt idx="5997">
                  <c:v>0.10975103734439801</c:v>
                </c:pt>
                <c:pt idx="5998">
                  <c:v>0.12733836560551301</c:v>
                </c:pt>
                <c:pt idx="5999">
                  <c:v>0.119378724941303</c:v>
                </c:pt>
                <c:pt idx="6000">
                  <c:v>4.4014084507042202E-2</c:v>
                </c:pt>
                <c:pt idx="6001">
                  <c:v>4.2329545454545398E-2</c:v>
                </c:pt>
                <c:pt idx="6002">
                  <c:v>4.6321525885558497E-2</c:v>
                </c:pt>
                <c:pt idx="6003">
                  <c:v>4.8760991207034303E-2</c:v>
                </c:pt>
                <c:pt idx="6004">
                  <c:v>0.10518253765636899</c:v>
                </c:pt>
                <c:pt idx="6005">
                  <c:v>4.1492537313432797E-2</c:v>
                </c:pt>
                <c:pt idx="6006">
                  <c:v>5.73458513067749E-2</c:v>
                </c:pt>
                <c:pt idx="6007">
                  <c:v>5.54335894621295E-2</c:v>
                </c:pt>
                <c:pt idx="6008">
                  <c:v>5.3967405824205103E-2</c:v>
                </c:pt>
                <c:pt idx="6009">
                  <c:v>5.4610318331503802E-2</c:v>
                </c:pt>
                <c:pt idx="6010">
                  <c:v>4.4998644619137898E-2</c:v>
                </c:pt>
                <c:pt idx="6011">
                  <c:v>4.8034934497816498E-2</c:v>
                </c:pt>
                <c:pt idx="6012">
                  <c:v>5.2589641434262903E-2</c:v>
                </c:pt>
                <c:pt idx="6013">
                  <c:v>4.9599999999999998E-2</c:v>
                </c:pt>
                <c:pt idx="6014">
                  <c:v>4.8201989288446802E-2</c:v>
                </c:pt>
                <c:pt idx="6015">
                  <c:v>4.2329545454545398E-2</c:v>
                </c:pt>
                <c:pt idx="6016">
                  <c:v>4.6140939597315397E-2</c:v>
                </c:pt>
                <c:pt idx="6017">
                  <c:v>5.07998877350547E-2</c:v>
                </c:pt>
                <c:pt idx="6018">
                  <c:v>0.128706347463211</c:v>
                </c:pt>
                <c:pt idx="6019">
                  <c:v>9.9584046978223595E-2</c:v>
                </c:pt>
                <c:pt idx="6020">
                  <c:v>4.24380518370834E-2</c:v>
                </c:pt>
                <c:pt idx="6021">
                  <c:v>4.0850124206458699E-2</c:v>
                </c:pt>
                <c:pt idx="6022">
                  <c:v>4.4649933949801802E-2</c:v>
                </c:pt>
                <c:pt idx="6023">
                  <c:v>4.6943513025535198E-2</c:v>
                </c:pt>
                <c:pt idx="6024">
                  <c:v>0.101256467110125</c:v>
                </c:pt>
                <c:pt idx="6025">
                  <c:v>0.04</c:v>
                </c:pt>
                <c:pt idx="6026">
                  <c:v>5.5228276877761398E-2</c:v>
                </c:pt>
                <c:pt idx="6027">
                  <c:v>5.3751995742416098E-2</c:v>
                </c:pt>
                <c:pt idx="6028">
                  <c:v>5.1897753679318301E-2</c:v>
                </c:pt>
                <c:pt idx="6029">
                  <c:v>5.2953698775944601E-2</c:v>
                </c:pt>
                <c:pt idx="6030">
                  <c:v>4.33070866141732E-2</c:v>
                </c:pt>
                <c:pt idx="6031">
                  <c:v>4.6308547234718098E-2</c:v>
                </c:pt>
                <c:pt idx="6032">
                  <c:v>5.0616649537512798E-2</c:v>
                </c:pt>
                <c:pt idx="6033">
                  <c:v>4.7754259163655097E-2</c:v>
                </c:pt>
                <c:pt idx="6034">
                  <c:v>4.6271228156534498E-2</c:v>
                </c:pt>
                <c:pt idx="6035">
                  <c:v>4.0850124206458699E-2</c:v>
                </c:pt>
                <c:pt idx="6036">
                  <c:v>4.4541010320477997E-2</c:v>
                </c:pt>
                <c:pt idx="6037">
                  <c:v>4.9345692475463401E-2</c:v>
                </c:pt>
                <c:pt idx="6038">
                  <c:v>0.124124761298535</c:v>
                </c:pt>
                <c:pt idx="6039">
                  <c:v>9.5732138646545603E-2</c:v>
                </c:pt>
                <c:pt idx="6040">
                  <c:v>4.7502047502047499E-2</c:v>
                </c:pt>
                <c:pt idx="6041">
                  <c:v>4.5755091245702102E-2</c:v>
                </c:pt>
                <c:pt idx="6042">
                  <c:v>4.7655068078668601E-2</c:v>
                </c:pt>
                <c:pt idx="6043">
                  <c:v>5.0664043285784499E-2</c:v>
                </c:pt>
                <c:pt idx="6044">
                  <c:v>0.104039455143259</c:v>
                </c:pt>
                <c:pt idx="6045">
                  <c:v>4.5328142380422598E-2</c:v>
                </c:pt>
                <c:pt idx="6046">
                  <c:v>5.84521861117605E-2</c:v>
                </c:pt>
                <c:pt idx="6047">
                  <c:v>5.7433290978398902E-2</c:v>
                </c:pt>
                <c:pt idx="6048">
                  <c:v>5.5828824397442203E-2</c:v>
                </c:pt>
                <c:pt idx="6049">
                  <c:v>5.7208237986269998E-2</c:v>
                </c:pt>
                <c:pt idx="6050">
                  <c:v>4.7332832456799402E-2</c:v>
                </c:pt>
                <c:pt idx="6051">
                  <c:v>4.9507451376610202E-2</c:v>
                </c:pt>
                <c:pt idx="6052">
                  <c:v>5.5066079295154099E-2</c:v>
                </c:pt>
                <c:pt idx="6053">
                  <c:v>5.1439822791041097E-2</c:v>
                </c:pt>
                <c:pt idx="6054">
                  <c:v>4.99648135116115E-2</c:v>
                </c:pt>
                <c:pt idx="6055">
                  <c:v>4.5755091245702102E-2</c:v>
                </c:pt>
                <c:pt idx="6056">
                  <c:v>4.88692487652716E-2</c:v>
                </c:pt>
                <c:pt idx="6057">
                  <c:v>5.3208137715179897E-2</c:v>
                </c:pt>
                <c:pt idx="6058">
                  <c:v>0.124316663292164</c:v>
                </c:pt>
                <c:pt idx="6059">
                  <c:v>9.8268495615021295E-2</c:v>
                </c:pt>
                <c:pt idx="6060">
                  <c:v>5.1240992794235302E-2</c:v>
                </c:pt>
                <c:pt idx="6061">
                  <c:v>4.9417852522639E-2</c:v>
                </c:pt>
                <c:pt idx="6062">
                  <c:v>5.2514792899408198E-2</c:v>
                </c:pt>
                <c:pt idx="6063">
                  <c:v>5.3199137311286802E-2</c:v>
                </c:pt>
                <c:pt idx="6064">
                  <c:v>0.106495294927702</c:v>
                </c:pt>
                <c:pt idx="6065">
                  <c:v>4.89396411092985E-2</c:v>
                </c:pt>
                <c:pt idx="6066">
                  <c:v>6.1728395061728301E-2</c:v>
                </c:pt>
                <c:pt idx="6067">
                  <c:v>6.1057334326135498E-2</c:v>
                </c:pt>
                <c:pt idx="6068">
                  <c:v>5.8992805755395603E-2</c:v>
                </c:pt>
                <c:pt idx="6069">
                  <c:v>6.0049627791563198E-2</c:v>
                </c:pt>
                <c:pt idx="6070">
                  <c:v>5.08060576453346E-2</c:v>
                </c:pt>
                <c:pt idx="6071">
                  <c:v>5.4594861660079E-2</c:v>
                </c:pt>
                <c:pt idx="6072">
                  <c:v>5.9204218600191698E-2</c:v>
                </c:pt>
                <c:pt idx="6073">
                  <c:v>5.4209642600143902E-2</c:v>
                </c:pt>
                <c:pt idx="6074">
                  <c:v>5.2884615384615301E-2</c:v>
                </c:pt>
                <c:pt idx="6075">
                  <c:v>4.9417852522639E-2</c:v>
                </c:pt>
                <c:pt idx="6076">
                  <c:v>5.2631578947368397E-2</c:v>
                </c:pt>
                <c:pt idx="6077">
                  <c:v>5.71574381219698E-2</c:v>
                </c:pt>
                <c:pt idx="6078">
                  <c:v>0.125297855440826</c:v>
                </c:pt>
                <c:pt idx="6079">
                  <c:v>0.100747910250769</c:v>
                </c:pt>
                <c:pt idx="6080">
                  <c:v>0.113804541974993</c:v>
                </c:pt>
                <c:pt idx="6081">
                  <c:v>0.109903679920968</c:v>
                </c:pt>
                <c:pt idx="6082">
                  <c:v>0.111241768579492</c:v>
                </c:pt>
                <c:pt idx="6083">
                  <c:v>0.11269221941703</c:v>
                </c:pt>
                <c:pt idx="6084">
                  <c:v>0.14227027027027001</c:v>
                </c:pt>
                <c:pt idx="6085">
                  <c:v>0.110648268680031</c:v>
                </c:pt>
                <c:pt idx="6086">
                  <c:v>0.11688879178501201</c:v>
                </c:pt>
                <c:pt idx="6087">
                  <c:v>0.122777909457217</c:v>
                </c:pt>
                <c:pt idx="6088">
                  <c:v>0.118620689655172</c:v>
                </c:pt>
                <c:pt idx="6089">
                  <c:v>0.122240683598385</c:v>
                </c:pt>
                <c:pt idx="6090">
                  <c:v>0.110021023125437</c:v>
                </c:pt>
                <c:pt idx="6091">
                  <c:v>0.114124027352039</c:v>
                </c:pt>
                <c:pt idx="6092">
                  <c:v>0.12099158517170699</c:v>
                </c:pt>
                <c:pt idx="6093">
                  <c:v>0.113714679531357</c:v>
                </c:pt>
                <c:pt idx="6094">
                  <c:v>0.109914266871839</c:v>
                </c:pt>
                <c:pt idx="6095">
                  <c:v>0.109903679920968</c:v>
                </c:pt>
                <c:pt idx="6096">
                  <c:v>0.113994664079553</c:v>
                </c:pt>
                <c:pt idx="6097">
                  <c:v>0.119610231425091</c:v>
                </c:pt>
                <c:pt idx="6098">
                  <c:v>0.14600448095593699</c:v>
                </c:pt>
                <c:pt idx="6099">
                  <c:v>0.13827571845064501</c:v>
                </c:pt>
                <c:pt idx="6100">
                  <c:v>4.0250447227191399E-2</c:v>
                </c:pt>
                <c:pt idx="6101">
                  <c:v>3.8694773317932397E-2</c:v>
                </c:pt>
                <c:pt idx="6102">
                  <c:v>4.2394014962593499E-2</c:v>
                </c:pt>
                <c:pt idx="6103">
                  <c:v>4.4998644619137898E-2</c:v>
                </c:pt>
                <c:pt idx="6104">
                  <c:v>0.100702576112412</c:v>
                </c:pt>
                <c:pt idx="6105">
                  <c:v>3.6330608537693002E-2</c:v>
                </c:pt>
                <c:pt idx="6106">
                  <c:v>5.4075032341526497E-2</c:v>
                </c:pt>
                <c:pt idx="6107">
                  <c:v>5.1632710019536697E-2</c:v>
                </c:pt>
                <c:pt idx="6108">
                  <c:v>0.05</c:v>
                </c:pt>
                <c:pt idx="6109">
                  <c:v>5.0795422830030697E-2</c:v>
                </c:pt>
                <c:pt idx="6110">
                  <c:v>4.1356492969396197E-2</c:v>
                </c:pt>
                <c:pt idx="6111">
                  <c:v>4.38401775804661E-2</c:v>
                </c:pt>
                <c:pt idx="6112">
                  <c:v>4.8496342454619298E-2</c:v>
                </c:pt>
                <c:pt idx="6113">
                  <c:v>4.5849158979923997E-2</c:v>
                </c:pt>
                <c:pt idx="6114">
                  <c:v>4.4663723708127698E-2</c:v>
                </c:pt>
                <c:pt idx="6115">
                  <c:v>3.8694773317932397E-2</c:v>
                </c:pt>
                <c:pt idx="6116">
                  <c:v>4.2365652544782403E-2</c:v>
                </c:pt>
                <c:pt idx="6117">
                  <c:v>4.7089041095890398E-2</c:v>
                </c:pt>
                <c:pt idx="6118">
                  <c:v>0.125925925925925</c:v>
                </c:pt>
                <c:pt idx="6119">
                  <c:v>9.5333166957823803E-2</c:v>
                </c:pt>
                <c:pt idx="6120">
                  <c:v>5.9090909090909E-2</c:v>
                </c:pt>
                <c:pt idx="6121">
                  <c:v>5.6968215158924203E-2</c:v>
                </c:pt>
                <c:pt idx="6122">
                  <c:v>5.9604190919673998E-2</c:v>
                </c:pt>
                <c:pt idx="6123">
                  <c:v>6.08675902793549E-2</c:v>
                </c:pt>
                <c:pt idx="6124">
                  <c:v>0.109446254071661</c:v>
                </c:pt>
                <c:pt idx="6125">
                  <c:v>5.72312451662799E-2</c:v>
                </c:pt>
                <c:pt idx="6126">
                  <c:v>6.3577586206896505E-2</c:v>
                </c:pt>
                <c:pt idx="6127">
                  <c:v>6.8165846802529795E-2</c:v>
                </c:pt>
                <c:pt idx="6128">
                  <c:v>6.5924073653102905E-2</c:v>
                </c:pt>
                <c:pt idx="6129">
                  <c:v>6.7260370283571597E-2</c:v>
                </c:pt>
                <c:pt idx="6130">
                  <c:v>5.8048103607770497E-2</c:v>
                </c:pt>
                <c:pt idx="6131">
                  <c:v>6.08391608391608E-2</c:v>
                </c:pt>
                <c:pt idx="6132">
                  <c:v>6.4929229386654602E-2</c:v>
                </c:pt>
                <c:pt idx="6133">
                  <c:v>6.1590909090909002E-2</c:v>
                </c:pt>
                <c:pt idx="6134">
                  <c:v>5.9591126576772499E-2</c:v>
                </c:pt>
                <c:pt idx="6135">
                  <c:v>5.6968215158924203E-2</c:v>
                </c:pt>
                <c:pt idx="6136">
                  <c:v>6.0220729366602603E-2</c:v>
                </c:pt>
                <c:pt idx="6137">
                  <c:v>6.4516129032257993E-2</c:v>
                </c:pt>
                <c:pt idx="6138">
                  <c:v>0.124222431668237</c:v>
                </c:pt>
                <c:pt idx="6139">
                  <c:v>0.103879849812265</c:v>
                </c:pt>
                <c:pt idx="6140">
                  <c:v>5.9261300992282197E-2</c:v>
                </c:pt>
                <c:pt idx="6141">
                  <c:v>5.74098798397863E-2</c:v>
                </c:pt>
                <c:pt idx="6142">
                  <c:v>6.0397553516819497E-2</c:v>
                </c:pt>
                <c:pt idx="6143">
                  <c:v>6.2329277377700498E-2</c:v>
                </c:pt>
                <c:pt idx="6144">
                  <c:v>0.118414807783578</c:v>
                </c:pt>
                <c:pt idx="6145">
                  <c:v>5.6693797361773698E-2</c:v>
                </c:pt>
                <c:pt idx="6146">
                  <c:v>7.0568798678310105E-2</c:v>
                </c:pt>
                <c:pt idx="6147">
                  <c:v>6.8735573223903501E-2</c:v>
                </c:pt>
                <c:pt idx="6148">
                  <c:v>6.8339960238568503E-2</c:v>
                </c:pt>
                <c:pt idx="6149">
                  <c:v>6.8788501026693996E-2</c:v>
                </c:pt>
                <c:pt idx="6150">
                  <c:v>5.8645096056622797E-2</c:v>
                </c:pt>
                <c:pt idx="6151">
                  <c:v>6.2835249042145505E-2</c:v>
                </c:pt>
                <c:pt idx="6152">
                  <c:v>6.9093610698365504E-2</c:v>
                </c:pt>
                <c:pt idx="6153">
                  <c:v>6.3385533184190906E-2</c:v>
                </c:pt>
                <c:pt idx="6154">
                  <c:v>6.1243792858831803E-2</c:v>
                </c:pt>
                <c:pt idx="6155">
                  <c:v>5.74098798397863E-2</c:v>
                </c:pt>
                <c:pt idx="6156">
                  <c:v>6.0629921259842498E-2</c:v>
                </c:pt>
                <c:pt idx="6157">
                  <c:v>6.5051356333947805E-2</c:v>
                </c:pt>
                <c:pt idx="6158">
                  <c:v>0.13416123778501601</c:v>
                </c:pt>
                <c:pt idx="6159">
                  <c:v>0.111816738489453</c:v>
                </c:pt>
                <c:pt idx="6160">
                  <c:v>5.7311194429566101E-2</c:v>
                </c:pt>
                <c:pt idx="6161">
                  <c:v>5.5339049103663197E-2</c:v>
                </c:pt>
                <c:pt idx="6162">
                  <c:v>5.8867177838238902E-2</c:v>
                </c:pt>
                <c:pt idx="6163">
                  <c:v>6.0139523694972302E-2</c:v>
                </c:pt>
                <c:pt idx="6164">
                  <c:v>0.11367304588425101</c:v>
                </c:pt>
                <c:pt idx="6165">
                  <c:v>5.4540496318516499E-2</c:v>
                </c:pt>
                <c:pt idx="6166">
                  <c:v>6.8134893324156898E-2</c:v>
                </c:pt>
                <c:pt idx="6167">
                  <c:v>6.8278096187390905E-2</c:v>
                </c:pt>
                <c:pt idx="6168">
                  <c:v>6.5400336619379607E-2</c:v>
                </c:pt>
                <c:pt idx="6169">
                  <c:v>6.7530525791178603E-2</c:v>
                </c:pt>
                <c:pt idx="6170">
                  <c:v>5.7051909892262401E-2</c:v>
                </c:pt>
                <c:pt idx="6171">
                  <c:v>6.1229548834903301E-2</c:v>
                </c:pt>
                <c:pt idx="6172">
                  <c:v>6.6779170684667294E-2</c:v>
                </c:pt>
                <c:pt idx="6173">
                  <c:v>6.0905151661049498E-2</c:v>
                </c:pt>
                <c:pt idx="6174">
                  <c:v>5.8985540509524897E-2</c:v>
                </c:pt>
                <c:pt idx="6175">
                  <c:v>5.5339049103663197E-2</c:v>
                </c:pt>
                <c:pt idx="6176">
                  <c:v>5.9274399591211002E-2</c:v>
                </c:pt>
                <c:pt idx="6177">
                  <c:v>6.4119004873044297E-2</c:v>
                </c:pt>
                <c:pt idx="6178">
                  <c:v>0.12917993630573199</c:v>
                </c:pt>
                <c:pt idx="6179">
                  <c:v>0.107600530269553</c:v>
                </c:pt>
                <c:pt idx="6180">
                  <c:v>5.8142739046569303E-2</c:v>
                </c:pt>
                <c:pt idx="6181">
                  <c:v>5.6326748531767203E-2</c:v>
                </c:pt>
                <c:pt idx="6182">
                  <c:v>5.9903135355595202E-2</c:v>
                </c:pt>
                <c:pt idx="6183">
                  <c:v>6.1320754716981098E-2</c:v>
                </c:pt>
                <c:pt idx="6184">
                  <c:v>0.117074329137971</c:v>
                </c:pt>
                <c:pt idx="6185">
                  <c:v>5.5555555555555497E-2</c:v>
                </c:pt>
                <c:pt idx="6186">
                  <c:v>6.9657615112160495E-2</c:v>
                </c:pt>
                <c:pt idx="6187">
                  <c:v>6.8788501026693996E-2</c:v>
                </c:pt>
                <c:pt idx="6188">
                  <c:v>6.7594433399602305E-2</c:v>
                </c:pt>
                <c:pt idx="6189">
                  <c:v>6.8018480492813102E-2</c:v>
                </c:pt>
                <c:pt idx="6190">
                  <c:v>5.8154235145385501E-2</c:v>
                </c:pt>
                <c:pt idx="6191">
                  <c:v>6.2611806797853303E-2</c:v>
                </c:pt>
                <c:pt idx="6192">
                  <c:v>6.8350668647845406E-2</c:v>
                </c:pt>
                <c:pt idx="6193">
                  <c:v>6.2375745526838902E-2</c:v>
                </c:pt>
                <c:pt idx="6194">
                  <c:v>6.0620412029362997E-2</c:v>
                </c:pt>
                <c:pt idx="6195">
                  <c:v>5.6326748531767203E-2</c:v>
                </c:pt>
                <c:pt idx="6196">
                  <c:v>6.0120766605408202E-2</c:v>
                </c:pt>
                <c:pt idx="6197">
                  <c:v>6.4822134387351696E-2</c:v>
                </c:pt>
                <c:pt idx="6198">
                  <c:v>0.132952691680261</c:v>
                </c:pt>
                <c:pt idx="6199">
                  <c:v>0.11068181818181801</c:v>
                </c:pt>
                <c:pt idx="6200">
                  <c:v>4.6132971506105798E-2</c:v>
                </c:pt>
                <c:pt idx="6201">
                  <c:v>4.4473684210526297E-2</c:v>
                </c:pt>
                <c:pt idx="6202">
                  <c:v>4.7929736511919702E-2</c:v>
                </c:pt>
                <c:pt idx="6203">
                  <c:v>4.9816849816849799E-2</c:v>
                </c:pt>
                <c:pt idx="6204">
                  <c:v>0.10301331464610999</c:v>
                </c:pt>
                <c:pt idx="6205">
                  <c:v>4.3658469190383999E-2</c:v>
                </c:pt>
                <c:pt idx="6206">
                  <c:v>5.7714684663718797E-2</c:v>
                </c:pt>
                <c:pt idx="6207">
                  <c:v>5.6327355392775898E-2</c:v>
                </c:pt>
                <c:pt idx="6208">
                  <c:v>5.4904831625182997E-2</c:v>
                </c:pt>
                <c:pt idx="6209">
                  <c:v>5.6103108415466202E-2</c:v>
                </c:pt>
                <c:pt idx="6210">
                  <c:v>4.6494281452013897E-2</c:v>
                </c:pt>
                <c:pt idx="6211">
                  <c:v>4.9773755656108497E-2</c:v>
                </c:pt>
                <c:pt idx="6212">
                  <c:v>5.4469956033219302E-2</c:v>
                </c:pt>
                <c:pt idx="6213">
                  <c:v>5.0586510263929602E-2</c:v>
                </c:pt>
                <c:pt idx="6214">
                  <c:v>4.9126891734574997E-2</c:v>
                </c:pt>
                <c:pt idx="6215">
                  <c:v>4.4473684210526297E-2</c:v>
                </c:pt>
                <c:pt idx="6216">
                  <c:v>4.8136645962732899E-2</c:v>
                </c:pt>
                <c:pt idx="6217">
                  <c:v>5.2180685358255402E-2</c:v>
                </c:pt>
                <c:pt idx="6218">
                  <c:v>0.12356147789218599</c:v>
                </c:pt>
                <c:pt idx="6219">
                  <c:v>9.7315436241610695E-2</c:v>
                </c:pt>
                <c:pt idx="6220">
                  <c:v>4.9220672682526598E-2</c:v>
                </c:pt>
                <c:pt idx="6221">
                  <c:v>4.7417218543046299E-2</c:v>
                </c:pt>
                <c:pt idx="6222">
                  <c:v>4.9507451376610202E-2</c:v>
                </c:pt>
                <c:pt idx="6223">
                  <c:v>5.2475979305247597E-2</c:v>
                </c:pt>
                <c:pt idx="6224">
                  <c:v>0.105857445306986</c:v>
                </c:pt>
                <c:pt idx="6225">
                  <c:v>4.7075208913648997E-2</c:v>
                </c:pt>
                <c:pt idx="6226">
                  <c:v>5.9443014275684498E-2</c:v>
                </c:pt>
                <c:pt idx="6227">
                  <c:v>5.9317718940936799E-2</c:v>
                </c:pt>
                <c:pt idx="6228">
                  <c:v>5.73891625615763E-2</c:v>
                </c:pt>
                <c:pt idx="6229">
                  <c:v>5.9093224656138497E-2</c:v>
                </c:pt>
                <c:pt idx="6230">
                  <c:v>4.9172102358253797E-2</c:v>
                </c:pt>
                <c:pt idx="6231">
                  <c:v>5.0834597875569001E-2</c:v>
                </c:pt>
                <c:pt idx="6232">
                  <c:v>5.6617647058823502E-2</c:v>
                </c:pt>
                <c:pt idx="6233">
                  <c:v>5.2994823761400002E-2</c:v>
                </c:pt>
                <c:pt idx="6234">
                  <c:v>5.1444679351656003E-2</c:v>
                </c:pt>
                <c:pt idx="6235">
                  <c:v>4.7417218543046299E-2</c:v>
                </c:pt>
                <c:pt idx="6236">
                  <c:v>5.078125E-2</c:v>
                </c:pt>
                <c:pt idx="6237">
                  <c:v>5.51345701593937E-2</c:v>
                </c:pt>
                <c:pt idx="6238">
                  <c:v>0.12522796352583501</c:v>
                </c:pt>
                <c:pt idx="6239">
                  <c:v>0.1</c:v>
                </c:pt>
                <c:pt idx="6240">
                  <c:v>5.5335968379446598E-2</c:v>
                </c:pt>
                <c:pt idx="6241">
                  <c:v>5.3207739307535598E-2</c:v>
                </c:pt>
                <c:pt idx="6242">
                  <c:v>5.5353241077931499E-2</c:v>
                </c:pt>
                <c:pt idx="6243">
                  <c:v>5.76512455516014E-2</c:v>
                </c:pt>
                <c:pt idx="6244">
                  <c:v>0.109477493779687</c:v>
                </c:pt>
                <c:pt idx="6245">
                  <c:v>5.3682222821688698E-2</c:v>
                </c:pt>
                <c:pt idx="6246">
                  <c:v>6.4537890712840107E-2</c:v>
                </c:pt>
                <c:pt idx="6247">
                  <c:v>6.4989005619350101E-2</c:v>
                </c:pt>
                <c:pt idx="6248">
                  <c:v>6.3065207044264604E-2</c:v>
                </c:pt>
                <c:pt idx="6249">
                  <c:v>6.4350379251284506E-2</c:v>
                </c:pt>
                <c:pt idx="6250">
                  <c:v>5.4897218863361498E-2</c:v>
                </c:pt>
                <c:pt idx="6251">
                  <c:v>5.7406956944782199E-2</c:v>
                </c:pt>
                <c:pt idx="6252">
                  <c:v>5.9967585089140997E-2</c:v>
                </c:pt>
                <c:pt idx="6253">
                  <c:v>5.8404558404558403E-2</c:v>
                </c:pt>
                <c:pt idx="6254">
                  <c:v>5.6616643929058602E-2</c:v>
                </c:pt>
                <c:pt idx="6255">
                  <c:v>5.3207739307535598E-2</c:v>
                </c:pt>
                <c:pt idx="6256">
                  <c:v>5.6401297728974203E-2</c:v>
                </c:pt>
                <c:pt idx="6257">
                  <c:v>6.0856498873027798E-2</c:v>
                </c:pt>
                <c:pt idx="6258">
                  <c:v>0.12617187499999999</c:v>
                </c:pt>
                <c:pt idx="6259">
                  <c:v>0.10375515519861001</c:v>
                </c:pt>
                <c:pt idx="6260">
                  <c:v>5.1802403204272297E-2</c:v>
                </c:pt>
                <c:pt idx="6261">
                  <c:v>4.9961170075071101E-2</c:v>
                </c:pt>
                <c:pt idx="6262">
                  <c:v>5.3293856402664597E-2</c:v>
                </c:pt>
                <c:pt idx="6263">
                  <c:v>5.4209642600143902E-2</c:v>
                </c:pt>
                <c:pt idx="6264">
                  <c:v>0.10751206064782901</c:v>
                </c:pt>
                <c:pt idx="6265">
                  <c:v>4.9510337323177299E-2</c:v>
                </c:pt>
                <c:pt idx="6266">
                  <c:v>6.2457103637611498E-2</c:v>
                </c:pt>
                <c:pt idx="6267">
                  <c:v>6.2111801242236003E-2</c:v>
                </c:pt>
                <c:pt idx="6268">
                  <c:v>5.9755219582433398E-2</c:v>
                </c:pt>
                <c:pt idx="6269">
                  <c:v>6.1102831594634803E-2</c:v>
                </c:pt>
                <c:pt idx="6270">
                  <c:v>5.1576631630408203E-2</c:v>
                </c:pt>
                <c:pt idx="6271">
                  <c:v>5.5116164112703897E-2</c:v>
                </c:pt>
                <c:pt idx="6272">
                  <c:v>5.99664188054689E-2</c:v>
                </c:pt>
                <c:pt idx="6273">
                  <c:v>5.4968795007201102E-2</c:v>
                </c:pt>
                <c:pt idx="6274">
                  <c:v>5.3608247422680402E-2</c:v>
                </c:pt>
                <c:pt idx="6275">
                  <c:v>4.9961170075071101E-2</c:v>
                </c:pt>
                <c:pt idx="6276">
                  <c:v>5.3435114503816702E-2</c:v>
                </c:pt>
                <c:pt idx="6277">
                  <c:v>5.79673135852911E-2</c:v>
                </c:pt>
                <c:pt idx="6278">
                  <c:v>0.125297855440826</c:v>
                </c:pt>
                <c:pt idx="6279">
                  <c:v>0.101717305151915</c:v>
                </c:pt>
                <c:pt idx="6280">
                  <c:v>4.9734915425397597E-2</c:v>
                </c:pt>
                <c:pt idx="6281">
                  <c:v>4.7980416156670702E-2</c:v>
                </c:pt>
                <c:pt idx="6282">
                  <c:v>5.1510184968391402E-2</c:v>
                </c:pt>
                <c:pt idx="6283">
                  <c:v>5.2631578947368397E-2</c:v>
                </c:pt>
                <c:pt idx="6284">
                  <c:v>0.103433194839274</c:v>
                </c:pt>
                <c:pt idx="6285">
                  <c:v>4.7337278106508798E-2</c:v>
                </c:pt>
                <c:pt idx="6286">
                  <c:v>6.0091443500979697E-2</c:v>
                </c:pt>
                <c:pt idx="6287">
                  <c:v>5.9778771475641299E-2</c:v>
                </c:pt>
                <c:pt idx="6288">
                  <c:v>5.7578516158397798E-2</c:v>
                </c:pt>
                <c:pt idx="6289">
                  <c:v>5.9156257365071803E-2</c:v>
                </c:pt>
                <c:pt idx="6290">
                  <c:v>4.9826187717265297E-2</c:v>
                </c:pt>
                <c:pt idx="6291">
                  <c:v>5.3236397748592797E-2</c:v>
                </c:pt>
                <c:pt idx="6292">
                  <c:v>5.7421697684975001E-2</c:v>
                </c:pt>
                <c:pt idx="6293">
                  <c:v>5.33515731874145E-2</c:v>
                </c:pt>
                <c:pt idx="6294">
                  <c:v>5.1829268292682897E-2</c:v>
                </c:pt>
                <c:pt idx="6295">
                  <c:v>4.7980416156670702E-2</c:v>
                </c:pt>
                <c:pt idx="6296">
                  <c:v>5.1479432282896302E-2</c:v>
                </c:pt>
                <c:pt idx="6297">
                  <c:v>5.5756698044894998E-2</c:v>
                </c:pt>
                <c:pt idx="6298">
                  <c:v>0.120220658170058</c:v>
                </c:pt>
                <c:pt idx="6299">
                  <c:v>9.8068038639227195E-2</c:v>
                </c:pt>
                <c:pt idx="6300">
                  <c:v>4.3329532497149298E-2</c:v>
                </c:pt>
                <c:pt idx="6301">
                  <c:v>4.1712707182320397E-2</c:v>
                </c:pt>
                <c:pt idx="6302">
                  <c:v>4.4649933949801802E-2</c:v>
                </c:pt>
                <c:pt idx="6303">
                  <c:v>4.8295454545454503E-2</c:v>
                </c:pt>
                <c:pt idx="6304">
                  <c:v>0.10370370370370301</c:v>
                </c:pt>
                <c:pt idx="6305">
                  <c:v>4.1207196749854902E-2</c:v>
                </c:pt>
                <c:pt idx="6306">
                  <c:v>5.6524944703858403E-2</c:v>
                </c:pt>
                <c:pt idx="6307">
                  <c:v>5.5437100213219598E-2</c:v>
                </c:pt>
                <c:pt idx="6308">
                  <c:v>5.3529868114817601E-2</c:v>
                </c:pt>
                <c:pt idx="6309">
                  <c:v>5.4637526652452001E-2</c:v>
                </c:pt>
                <c:pt idx="6310">
                  <c:v>4.4403573305307399E-2</c:v>
                </c:pt>
                <c:pt idx="6311">
                  <c:v>4.6585494970884003E-2</c:v>
                </c:pt>
                <c:pt idx="6312">
                  <c:v>5.2509652509652498E-2</c:v>
                </c:pt>
                <c:pt idx="6313">
                  <c:v>4.9108296717498001E-2</c:v>
                </c:pt>
                <c:pt idx="6314">
                  <c:v>4.7560374568752999E-2</c:v>
                </c:pt>
                <c:pt idx="6315">
                  <c:v>4.1712707182320397E-2</c:v>
                </c:pt>
                <c:pt idx="6316">
                  <c:v>4.5676998368678598E-2</c:v>
                </c:pt>
                <c:pt idx="6317">
                  <c:v>5.0778050778050698E-2</c:v>
                </c:pt>
                <c:pt idx="6318">
                  <c:v>0.12627551020408101</c:v>
                </c:pt>
                <c:pt idx="6319">
                  <c:v>9.8062381852551894E-2</c:v>
                </c:pt>
                <c:pt idx="6320">
                  <c:v>4.8314606741573E-2</c:v>
                </c:pt>
                <c:pt idx="6321">
                  <c:v>4.65306122448979E-2</c:v>
                </c:pt>
                <c:pt idx="6322">
                  <c:v>4.94148244473342E-2</c:v>
                </c:pt>
                <c:pt idx="6323">
                  <c:v>5.2858958068614903E-2</c:v>
                </c:pt>
                <c:pt idx="6324">
                  <c:v>0.10898058252427099</c:v>
                </c:pt>
                <c:pt idx="6325">
                  <c:v>4.6052631578947303E-2</c:v>
                </c:pt>
                <c:pt idx="6326">
                  <c:v>6.1081603090294499E-2</c:v>
                </c:pt>
                <c:pt idx="6327">
                  <c:v>5.9517566858940697E-2</c:v>
                </c:pt>
                <c:pt idx="6328">
                  <c:v>5.8553971486761697E-2</c:v>
                </c:pt>
                <c:pt idx="6329">
                  <c:v>5.9564418787719703E-2</c:v>
                </c:pt>
                <c:pt idx="6330">
                  <c:v>4.9146404552509002E-2</c:v>
                </c:pt>
                <c:pt idx="6331">
                  <c:v>5.1328817092235503E-2</c:v>
                </c:pt>
                <c:pt idx="6332">
                  <c:v>5.7619408642911298E-2</c:v>
                </c:pt>
                <c:pt idx="6333">
                  <c:v>5.3662258392675397E-2</c:v>
                </c:pt>
                <c:pt idx="6334">
                  <c:v>5.2108579738245203E-2</c:v>
                </c:pt>
                <c:pt idx="6335">
                  <c:v>4.65306122448979E-2</c:v>
                </c:pt>
                <c:pt idx="6336">
                  <c:v>5.03211991434689E-2</c:v>
                </c:pt>
                <c:pt idx="6337">
                  <c:v>5.4794520547945202E-2</c:v>
                </c:pt>
                <c:pt idx="6338">
                  <c:v>0.12961803381340001</c:v>
                </c:pt>
                <c:pt idx="6339">
                  <c:v>0.102552204176334</c:v>
                </c:pt>
                <c:pt idx="6340">
                  <c:v>5.3596614950634697E-2</c:v>
                </c:pt>
                <c:pt idx="6341">
                  <c:v>5.1926755944246998E-2</c:v>
                </c:pt>
                <c:pt idx="6342">
                  <c:v>5.4858934169278999E-2</c:v>
                </c:pt>
                <c:pt idx="6343">
                  <c:v>5.73833205814843E-2</c:v>
                </c:pt>
                <c:pt idx="6344">
                  <c:v>0.114306604923226</c:v>
                </c:pt>
                <c:pt idx="6345">
                  <c:v>5.1120045950603099E-2</c:v>
                </c:pt>
                <c:pt idx="6346">
                  <c:v>6.5665132057184397E-2</c:v>
                </c:pt>
                <c:pt idx="6347">
                  <c:v>6.3930544593527996E-2</c:v>
                </c:pt>
                <c:pt idx="6348">
                  <c:v>6.3106796116504799E-2</c:v>
                </c:pt>
                <c:pt idx="6349">
                  <c:v>6.3981042654028403E-2</c:v>
                </c:pt>
                <c:pt idx="6350">
                  <c:v>5.3464832597975603E-2</c:v>
                </c:pt>
                <c:pt idx="6351">
                  <c:v>5.7344854673998399E-2</c:v>
                </c:pt>
                <c:pt idx="6352">
                  <c:v>6.2944162436548198E-2</c:v>
                </c:pt>
                <c:pt idx="6353">
                  <c:v>5.8192955589586502E-2</c:v>
                </c:pt>
                <c:pt idx="6354">
                  <c:v>5.6420233463034999E-2</c:v>
                </c:pt>
                <c:pt idx="6355">
                  <c:v>5.1926755944246998E-2</c:v>
                </c:pt>
                <c:pt idx="6356">
                  <c:v>5.5077915099408903E-2</c:v>
                </c:pt>
                <c:pt idx="6357">
                  <c:v>5.95847937449447E-2</c:v>
                </c:pt>
                <c:pt idx="6358">
                  <c:v>0.132845188284518</c:v>
                </c:pt>
                <c:pt idx="6359">
                  <c:v>0.107875116495806</c:v>
                </c:pt>
                <c:pt idx="6360">
                  <c:v>0.13120034356882099</c:v>
                </c:pt>
                <c:pt idx="6361">
                  <c:v>0.12695109261186199</c:v>
                </c:pt>
                <c:pt idx="6362">
                  <c:v>0.126718469814704</c:v>
                </c:pt>
                <c:pt idx="6363">
                  <c:v>0.12697483908718499</c:v>
                </c:pt>
                <c:pt idx="6364">
                  <c:v>0.14374999999999999</c:v>
                </c:pt>
                <c:pt idx="6365">
                  <c:v>0.130024159894575</c:v>
                </c:pt>
                <c:pt idx="6366">
                  <c:v>0.12730661696178899</c:v>
                </c:pt>
                <c:pt idx="6367">
                  <c:v>0.1346</c:v>
                </c:pt>
                <c:pt idx="6368">
                  <c:v>0.12982456140350801</c:v>
                </c:pt>
                <c:pt idx="6369">
                  <c:v>0.13477737665463199</c:v>
                </c:pt>
                <c:pt idx="6370">
                  <c:v>0.12566897918731401</c:v>
                </c:pt>
                <c:pt idx="6371">
                  <c:v>0.12851726202354799</c:v>
                </c:pt>
                <c:pt idx="6372">
                  <c:v>0.127780946948089</c:v>
                </c:pt>
                <c:pt idx="6373">
                  <c:v>0.12697483908718499</c:v>
                </c:pt>
                <c:pt idx="6374">
                  <c:v>0.122395344471559</c:v>
                </c:pt>
                <c:pt idx="6375">
                  <c:v>0.12695109261186199</c:v>
                </c:pt>
                <c:pt idx="6376">
                  <c:v>0.129519918283963</c:v>
                </c:pt>
                <c:pt idx="6377">
                  <c:v>0.13314215485456701</c:v>
                </c:pt>
                <c:pt idx="6378">
                  <c:v>0.12954690491384799</c:v>
                </c:pt>
                <c:pt idx="6379">
                  <c:v>0.13947696139476901</c:v>
                </c:pt>
                <c:pt idx="6380">
                  <c:v>0.10855342864065901</c:v>
                </c:pt>
                <c:pt idx="6381">
                  <c:v>0.10478199718705999</c:v>
                </c:pt>
                <c:pt idx="6382">
                  <c:v>0.10600627521290901</c:v>
                </c:pt>
                <c:pt idx="6383">
                  <c:v>0.106955380577427</c:v>
                </c:pt>
                <c:pt idx="6384">
                  <c:v>0.13733195449844801</c:v>
                </c:pt>
                <c:pt idx="6385">
                  <c:v>0.105888174171202</c:v>
                </c:pt>
                <c:pt idx="6386">
                  <c:v>0.111227045075125</c:v>
                </c:pt>
                <c:pt idx="6387">
                  <c:v>0.11629479377958001</c:v>
                </c:pt>
                <c:pt idx="6388">
                  <c:v>0.112035010940919</c:v>
                </c:pt>
                <c:pt idx="6389">
                  <c:v>0.11593220338983</c:v>
                </c:pt>
                <c:pt idx="6390">
                  <c:v>0.104806408544726</c:v>
                </c:pt>
                <c:pt idx="6391">
                  <c:v>0.108739609076612</c:v>
                </c:pt>
                <c:pt idx="6392">
                  <c:v>0.11439671918843</c:v>
                </c:pt>
                <c:pt idx="6393">
                  <c:v>0.10792469352014</c:v>
                </c:pt>
                <c:pt idx="6394">
                  <c:v>0.104468219005663</c:v>
                </c:pt>
                <c:pt idx="6395">
                  <c:v>0.10478199718705999</c:v>
                </c:pt>
                <c:pt idx="6396">
                  <c:v>0.10784088296159999</c:v>
                </c:pt>
                <c:pt idx="6397">
                  <c:v>0.113394919168591</c:v>
                </c:pt>
                <c:pt idx="6398">
                  <c:v>0.140754039497307</c:v>
                </c:pt>
                <c:pt idx="6399">
                  <c:v>0.12939773404889601</c:v>
                </c:pt>
                <c:pt idx="6400">
                  <c:v>4.7055427251732097E-2</c:v>
                </c:pt>
                <c:pt idx="6401">
                  <c:v>4.5848476376852097E-2</c:v>
                </c:pt>
                <c:pt idx="6402">
                  <c:v>4.92769148366363E-2</c:v>
                </c:pt>
                <c:pt idx="6403">
                  <c:v>5.16518091242789E-2</c:v>
                </c:pt>
                <c:pt idx="6404">
                  <c:v>0.107286432160804</c:v>
                </c:pt>
                <c:pt idx="6405">
                  <c:v>4.5280799764774997E-2</c:v>
                </c:pt>
                <c:pt idx="6406">
                  <c:v>6.0189810189810102E-2</c:v>
                </c:pt>
                <c:pt idx="6407">
                  <c:v>5.7967107036937103E-2</c:v>
                </c:pt>
                <c:pt idx="6408">
                  <c:v>5.70602156192479E-2</c:v>
                </c:pt>
                <c:pt idx="6409">
                  <c:v>5.7443365695792802E-2</c:v>
                </c:pt>
                <c:pt idx="6410">
                  <c:v>4.8000000000000001E-2</c:v>
                </c:pt>
                <c:pt idx="6411">
                  <c:v>5.0965665236051498E-2</c:v>
                </c:pt>
                <c:pt idx="6412">
                  <c:v>5.5280312907431503E-2</c:v>
                </c:pt>
                <c:pt idx="6413">
                  <c:v>5.2479664130149498E-2</c:v>
                </c:pt>
                <c:pt idx="6414">
                  <c:v>5.12434061793519E-2</c:v>
                </c:pt>
                <c:pt idx="6415">
                  <c:v>4.5848476376852097E-2</c:v>
                </c:pt>
                <c:pt idx="6416">
                  <c:v>4.8639736191261301E-2</c:v>
                </c:pt>
                <c:pt idx="6417">
                  <c:v>5.3226696083838898E-2</c:v>
                </c:pt>
                <c:pt idx="6418">
                  <c:v>0.12970983109571199</c:v>
                </c:pt>
                <c:pt idx="6419">
                  <c:v>0.10115606936416099</c:v>
                </c:pt>
                <c:pt idx="6420">
                  <c:v>4.5964125560538097E-2</c:v>
                </c:pt>
                <c:pt idx="6421">
                  <c:v>4.4257398859625298E-2</c:v>
                </c:pt>
                <c:pt idx="6422">
                  <c:v>4.7507788161993698E-2</c:v>
                </c:pt>
                <c:pt idx="6423">
                  <c:v>4.9733570159857902E-2</c:v>
                </c:pt>
                <c:pt idx="6424">
                  <c:v>0.103272727272727</c:v>
                </c:pt>
                <c:pt idx="6425">
                  <c:v>4.3664383561643802E-2</c:v>
                </c:pt>
                <c:pt idx="6426">
                  <c:v>5.7971014492753603E-2</c:v>
                </c:pt>
                <c:pt idx="6427">
                  <c:v>5.61944589649764E-2</c:v>
                </c:pt>
                <c:pt idx="6428">
                  <c:v>5.4878048780487798E-2</c:v>
                </c:pt>
                <c:pt idx="6429">
                  <c:v>5.5686274509803901E-2</c:v>
                </c:pt>
                <c:pt idx="6430">
                  <c:v>4.6475600309837301E-2</c:v>
                </c:pt>
                <c:pt idx="6431">
                  <c:v>4.9141965678627102E-2</c:v>
                </c:pt>
                <c:pt idx="6432">
                  <c:v>5.3481331987890998E-2</c:v>
                </c:pt>
                <c:pt idx="6433">
                  <c:v>5.0533265617064498E-2</c:v>
                </c:pt>
                <c:pt idx="6434">
                  <c:v>4.92001938923897E-2</c:v>
                </c:pt>
                <c:pt idx="6435">
                  <c:v>4.4257398859625298E-2</c:v>
                </c:pt>
                <c:pt idx="6436">
                  <c:v>4.7517351841964699E-2</c:v>
                </c:pt>
                <c:pt idx="6437">
                  <c:v>5.1968925796946099E-2</c:v>
                </c:pt>
                <c:pt idx="6438">
                  <c:v>0.12507843547375</c:v>
                </c:pt>
                <c:pt idx="6439">
                  <c:v>9.7238338361568796E-2</c:v>
                </c:pt>
                <c:pt idx="6440">
                  <c:v>5.12889366272824E-2</c:v>
                </c:pt>
                <c:pt idx="6441">
                  <c:v>4.94148244473342E-2</c:v>
                </c:pt>
                <c:pt idx="6442">
                  <c:v>5.0520059435364001E-2</c:v>
                </c:pt>
                <c:pt idx="6443">
                  <c:v>5.3955964190660503E-2</c:v>
                </c:pt>
                <c:pt idx="6444">
                  <c:v>0.106284658040665</c:v>
                </c:pt>
                <c:pt idx="6445">
                  <c:v>4.9261083743842297E-2</c:v>
                </c:pt>
                <c:pt idx="6446">
                  <c:v>6.1421670117322198E-2</c:v>
                </c:pt>
                <c:pt idx="6447">
                  <c:v>6.0409385921118303E-2</c:v>
                </c:pt>
                <c:pt idx="6448">
                  <c:v>5.90370191144447E-2</c:v>
                </c:pt>
                <c:pt idx="6449">
                  <c:v>6.0189810189810102E-2</c:v>
                </c:pt>
                <c:pt idx="6450">
                  <c:v>5.0738916256157597E-2</c:v>
                </c:pt>
                <c:pt idx="6451">
                  <c:v>5.2605459057071903E-2</c:v>
                </c:pt>
                <c:pt idx="6452">
                  <c:v>5.8145122537241703E-2</c:v>
                </c:pt>
                <c:pt idx="6453">
                  <c:v>5.4721549636803798E-2</c:v>
                </c:pt>
                <c:pt idx="6454">
                  <c:v>5.3117782909930703E-2</c:v>
                </c:pt>
                <c:pt idx="6455">
                  <c:v>4.94148244473342E-2</c:v>
                </c:pt>
                <c:pt idx="6456">
                  <c:v>5.2107279693486497E-2</c:v>
                </c:pt>
                <c:pt idx="6457">
                  <c:v>5.6381342901076298E-2</c:v>
                </c:pt>
                <c:pt idx="6458">
                  <c:v>0.12529928172386201</c:v>
                </c:pt>
                <c:pt idx="6459">
                  <c:v>0.100265604249667</c:v>
                </c:pt>
                <c:pt idx="6460">
                  <c:v>5.4564533053515198E-2</c:v>
                </c:pt>
                <c:pt idx="6461">
                  <c:v>5.2631578947368397E-2</c:v>
                </c:pt>
                <c:pt idx="6462">
                  <c:v>5.5447941888619803E-2</c:v>
                </c:pt>
                <c:pt idx="6463">
                  <c:v>5.6079170593779398E-2</c:v>
                </c:pt>
                <c:pt idx="6464">
                  <c:v>0.108327691266079</c:v>
                </c:pt>
                <c:pt idx="6465">
                  <c:v>5.2406417112299403E-2</c:v>
                </c:pt>
                <c:pt idx="6466">
                  <c:v>6.4298561151079098E-2</c:v>
                </c:pt>
                <c:pt idx="6467">
                  <c:v>6.3596491228070096E-2</c:v>
                </c:pt>
                <c:pt idx="6468">
                  <c:v>6.1777882574864398E-2</c:v>
                </c:pt>
                <c:pt idx="6469">
                  <c:v>6.26065773447015E-2</c:v>
                </c:pt>
                <c:pt idx="6470">
                  <c:v>5.3781512605041999E-2</c:v>
                </c:pt>
                <c:pt idx="6471">
                  <c:v>5.7496360989810702E-2</c:v>
                </c:pt>
                <c:pt idx="6472">
                  <c:v>6.18532455315145E-2</c:v>
                </c:pt>
                <c:pt idx="6473">
                  <c:v>5.7075471698113202E-2</c:v>
                </c:pt>
                <c:pt idx="6474">
                  <c:v>5.5643162874521201E-2</c:v>
                </c:pt>
                <c:pt idx="6475">
                  <c:v>5.2631578947368397E-2</c:v>
                </c:pt>
                <c:pt idx="6476">
                  <c:v>5.5430711610486801E-2</c:v>
                </c:pt>
                <c:pt idx="6477">
                  <c:v>5.9884740666499597E-2</c:v>
                </c:pt>
                <c:pt idx="6478">
                  <c:v>0.12551319648093801</c:v>
                </c:pt>
                <c:pt idx="6479">
                  <c:v>0.10235879679723001</c:v>
                </c:pt>
                <c:pt idx="6480">
                  <c:v>0.117764971185166</c:v>
                </c:pt>
                <c:pt idx="6481">
                  <c:v>0.11372453928225</c:v>
                </c:pt>
                <c:pt idx="6482">
                  <c:v>0.114443931702814</c:v>
                </c:pt>
                <c:pt idx="6483">
                  <c:v>0.115870153291253</c:v>
                </c:pt>
                <c:pt idx="6484">
                  <c:v>0.14200932598558699</c:v>
                </c:pt>
                <c:pt idx="6485">
                  <c:v>0.11483375959079201</c:v>
                </c:pt>
                <c:pt idx="6486">
                  <c:v>0.11976819059884</c:v>
                </c:pt>
                <c:pt idx="6487">
                  <c:v>0.125523012552301</c:v>
                </c:pt>
                <c:pt idx="6488">
                  <c:v>0.12169790020320601</c:v>
                </c:pt>
                <c:pt idx="6489">
                  <c:v>0.124476500697999</c:v>
                </c:pt>
                <c:pt idx="6490">
                  <c:v>0.113302752293577</c:v>
                </c:pt>
                <c:pt idx="6491">
                  <c:v>0.11727966689798699</c:v>
                </c:pt>
                <c:pt idx="6492">
                  <c:v>0.12374581939799301</c:v>
                </c:pt>
                <c:pt idx="6493">
                  <c:v>0.116877256317689</c:v>
                </c:pt>
                <c:pt idx="6494">
                  <c:v>0.113007778738115</c:v>
                </c:pt>
                <c:pt idx="6495">
                  <c:v>0.11372453928225</c:v>
                </c:pt>
                <c:pt idx="6496">
                  <c:v>0.117059243397573</c:v>
                </c:pt>
                <c:pt idx="6497">
                  <c:v>0.12258064516129</c:v>
                </c:pt>
                <c:pt idx="6498">
                  <c:v>0.14403518416712399</c:v>
                </c:pt>
                <c:pt idx="6499">
                  <c:v>0.13786764705882301</c:v>
                </c:pt>
                <c:pt idx="6500">
                  <c:v>4.37463300058719E-2</c:v>
                </c:pt>
                <c:pt idx="6501">
                  <c:v>4.2069357589539502E-2</c:v>
                </c:pt>
                <c:pt idx="6502">
                  <c:v>4.5219286298011398E-2</c:v>
                </c:pt>
                <c:pt idx="6503">
                  <c:v>4.7758804695837702E-2</c:v>
                </c:pt>
                <c:pt idx="6504">
                  <c:v>0.10271516393442599</c:v>
                </c:pt>
                <c:pt idx="6505">
                  <c:v>3.9976133651551303E-2</c:v>
                </c:pt>
                <c:pt idx="6506">
                  <c:v>5.6800815078960697E-2</c:v>
                </c:pt>
                <c:pt idx="6507">
                  <c:v>5.4031815688425598E-2</c:v>
                </c:pt>
                <c:pt idx="6508">
                  <c:v>5.2969502407704601E-2</c:v>
                </c:pt>
                <c:pt idx="6509">
                  <c:v>5.3497942386831199E-2</c:v>
                </c:pt>
                <c:pt idx="6510">
                  <c:v>4.4504748982360898E-2</c:v>
                </c:pt>
                <c:pt idx="6511">
                  <c:v>4.6644844517184897E-2</c:v>
                </c:pt>
                <c:pt idx="6512">
                  <c:v>5.13571048430016E-2</c:v>
                </c:pt>
                <c:pt idx="6513">
                  <c:v>4.8598130841121398E-2</c:v>
                </c:pt>
                <c:pt idx="6514">
                  <c:v>4.7582501918649198E-2</c:v>
                </c:pt>
                <c:pt idx="6515">
                  <c:v>4.2069357589539502E-2</c:v>
                </c:pt>
                <c:pt idx="6516">
                  <c:v>4.5302013422818699E-2</c:v>
                </c:pt>
                <c:pt idx="6517">
                  <c:v>4.9663299663299597E-2</c:v>
                </c:pt>
                <c:pt idx="6518">
                  <c:v>0.12707549258357301</c:v>
                </c:pt>
                <c:pt idx="6519">
                  <c:v>9.6805896805896796E-2</c:v>
                </c:pt>
                <c:pt idx="6520">
                  <c:v>6.2453531598513003E-2</c:v>
                </c:pt>
                <c:pt idx="6521">
                  <c:v>6.0220729366602603E-2</c:v>
                </c:pt>
                <c:pt idx="6522">
                  <c:v>6.2328767123287603E-2</c:v>
                </c:pt>
                <c:pt idx="6523">
                  <c:v>6.3545150501672198E-2</c:v>
                </c:pt>
                <c:pt idx="6524">
                  <c:v>0.11108742004264301</c:v>
                </c:pt>
                <c:pt idx="6525">
                  <c:v>6.0744115413819202E-2</c:v>
                </c:pt>
                <c:pt idx="6526">
                  <c:v>6.5580706579225698E-2</c:v>
                </c:pt>
                <c:pt idx="6527">
                  <c:v>7.0493685419058497E-2</c:v>
                </c:pt>
                <c:pt idx="6528">
                  <c:v>6.8511492970319096E-2</c:v>
                </c:pt>
                <c:pt idx="6529">
                  <c:v>6.9607167470709802E-2</c:v>
                </c:pt>
                <c:pt idx="6530">
                  <c:v>6.0826146164321297E-2</c:v>
                </c:pt>
                <c:pt idx="6531">
                  <c:v>6.3542857142857095E-2</c:v>
                </c:pt>
                <c:pt idx="6532">
                  <c:v>6.7371202113606296E-2</c:v>
                </c:pt>
                <c:pt idx="6533">
                  <c:v>6.4257028112449793E-2</c:v>
                </c:pt>
                <c:pt idx="6534">
                  <c:v>6.2179487179487097E-2</c:v>
                </c:pt>
                <c:pt idx="6535">
                  <c:v>6.0220729366602603E-2</c:v>
                </c:pt>
                <c:pt idx="6536">
                  <c:v>6.2808750882145298E-2</c:v>
                </c:pt>
                <c:pt idx="6537">
                  <c:v>6.7028557941940001E-2</c:v>
                </c:pt>
                <c:pt idx="6538">
                  <c:v>0.124374420759962</c:v>
                </c:pt>
                <c:pt idx="6539">
                  <c:v>0.105327868852459</c:v>
                </c:pt>
                <c:pt idx="6540">
                  <c:v>6.2889671997831395E-2</c:v>
                </c:pt>
                <c:pt idx="6541">
                  <c:v>6.0908374901548899E-2</c:v>
                </c:pt>
                <c:pt idx="6542">
                  <c:v>6.3329161451814706E-2</c:v>
                </c:pt>
                <c:pt idx="6543">
                  <c:v>6.5201465201465206E-2</c:v>
                </c:pt>
                <c:pt idx="6544">
                  <c:v>0.11992533831077901</c:v>
                </c:pt>
                <c:pt idx="6545">
                  <c:v>6.0480530240265097E-2</c:v>
                </c:pt>
                <c:pt idx="6546">
                  <c:v>7.3119777158774296E-2</c:v>
                </c:pt>
                <c:pt idx="6547">
                  <c:v>7.1536523929471005E-2</c:v>
                </c:pt>
                <c:pt idx="6548">
                  <c:v>7.1114369501466199E-2</c:v>
                </c:pt>
                <c:pt idx="6549">
                  <c:v>7.1320564516129004E-2</c:v>
                </c:pt>
                <c:pt idx="6550">
                  <c:v>6.1630218687872697E-2</c:v>
                </c:pt>
                <c:pt idx="6551">
                  <c:v>6.5730055193176096E-2</c:v>
                </c:pt>
                <c:pt idx="6552">
                  <c:v>7.1688942891858995E-2</c:v>
                </c:pt>
                <c:pt idx="6553">
                  <c:v>6.6242972378391496E-2</c:v>
                </c:pt>
                <c:pt idx="6554">
                  <c:v>6.3998138235978594E-2</c:v>
                </c:pt>
                <c:pt idx="6555">
                  <c:v>6.0908374901548899E-2</c:v>
                </c:pt>
                <c:pt idx="6556">
                  <c:v>6.3418406805877806E-2</c:v>
                </c:pt>
                <c:pt idx="6557">
                  <c:v>6.8046571798188807E-2</c:v>
                </c:pt>
                <c:pt idx="6558">
                  <c:v>0.132506004803843</c:v>
                </c:pt>
                <c:pt idx="6559">
                  <c:v>0.11311914323962501</c:v>
                </c:pt>
                <c:pt idx="6560">
                  <c:v>6.1100869107189801E-2</c:v>
                </c:pt>
                <c:pt idx="6561">
                  <c:v>5.9003831417624497E-2</c:v>
                </c:pt>
                <c:pt idx="6562">
                  <c:v>6.1953352769679303E-2</c:v>
                </c:pt>
                <c:pt idx="6563">
                  <c:v>6.3165365507452095E-2</c:v>
                </c:pt>
                <c:pt idx="6564">
                  <c:v>0.115646258503401</c:v>
                </c:pt>
                <c:pt idx="6565">
                  <c:v>5.8492084786691698E-2</c:v>
                </c:pt>
                <c:pt idx="6566">
                  <c:v>7.0848375451263504E-2</c:v>
                </c:pt>
                <c:pt idx="6567">
                  <c:v>7.0956691950085596E-2</c:v>
                </c:pt>
                <c:pt idx="6568">
                  <c:v>6.8337668479545893E-2</c:v>
                </c:pt>
                <c:pt idx="6569">
                  <c:v>7.0222657205774405E-2</c:v>
                </c:pt>
                <c:pt idx="6570">
                  <c:v>6.0182956186807898E-2</c:v>
                </c:pt>
                <c:pt idx="6571">
                  <c:v>6.4280496712929097E-2</c:v>
                </c:pt>
                <c:pt idx="6572">
                  <c:v>6.9552874378992199E-2</c:v>
                </c:pt>
                <c:pt idx="6573">
                  <c:v>6.3920454545454503E-2</c:v>
                </c:pt>
                <c:pt idx="6574">
                  <c:v>6.1892929749265801E-2</c:v>
                </c:pt>
                <c:pt idx="6575">
                  <c:v>5.9003831417624497E-2</c:v>
                </c:pt>
                <c:pt idx="6576">
                  <c:v>6.2233375156838099E-2</c:v>
                </c:pt>
                <c:pt idx="6577">
                  <c:v>6.7002518891687596E-2</c:v>
                </c:pt>
                <c:pt idx="6578">
                  <c:v>0.12889324191968601</c:v>
                </c:pt>
                <c:pt idx="6579">
                  <c:v>0.10934782608695599</c:v>
                </c:pt>
                <c:pt idx="6580">
                  <c:v>6.1788617886178801E-2</c:v>
                </c:pt>
                <c:pt idx="6581">
                  <c:v>5.98425196850393E-2</c:v>
                </c:pt>
                <c:pt idx="6582">
                  <c:v>6.2844266399599405E-2</c:v>
                </c:pt>
                <c:pt idx="6583">
                  <c:v>6.4208984375E-2</c:v>
                </c:pt>
                <c:pt idx="6584">
                  <c:v>0.11886968706212001</c:v>
                </c:pt>
                <c:pt idx="6585">
                  <c:v>5.9359469906129197E-2</c:v>
                </c:pt>
                <c:pt idx="6586">
                  <c:v>7.2224802601021806E-2</c:v>
                </c:pt>
                <c:pt idx="6587">
                  <c:v>7.1590622636753198E-2</c:v>
                </c:pt>
                <c:pt idx="6588">
                  <c:v>7.0381231671554204E-2</c:v>
                </c:pt>
                <c:pt idx="6589">
                  <c:v>7.0834383665238199E-2</c:v>
                </c:pt>
                <c:pt idx="6590">
                  <c:v>6.1148396718866502E-2</c:v>
                </c:pt>
                <c:pt idx="6591">
                  <c:v>6.5512048192770997E-2</c:v>
                </c:pt>
                <c:pt idx="6592">
                  <c:v>7.0959902794653695E-2</c:v>
                </c:pt>
                <c:pt idx="6593">
                  <c:v>6.5249266862170002E-2</c:v>
                </c:pt>
                <c:pt idx="6594">
                  <c:v>6.3388487532043805E-2</c:v>
                </c:pt>
                <c:pt idx="6595">
                  <c:v>5.98425196850393E-2</c:v>
                </c:pt>
                <c:pt idx="6596">
                  <c:v>6.2919030428055703E-2</c:v>
                </c:pt>
                <c:pt idx="6597">
                  <c:v>6.7822935542324603E-2</c:v>
                </c:pt>
                <c:pt idx="6598">
                  <c:v>0.13154200922398199</c:v>
                </c:pt>
                <c:pt idx="6599">
                  <c:v>0.112254025044722</c:v>
                </c:pt>
                <c:pt idx="6600">
                  <c:v>4.9359658484524997E-2</c:v>
                </c:pt>
                <c:pt idx="6601">
                  <c:v>4.7865459249676501E-2</c:v>
                </c:pt>
                <c:pt idx="6602">
                  <c:v>5.0776435789992601E-2</c:v>
                </c:pt>
                <c:pt idx="6603">
                  <c:v>5.2593659942363098E-2</c:v>
                </c:pt>
                <c:pt idx="6604">
                  <c:v>0.10475534114403801</c:v>
                </c:pt>
                <c:pt idx="6605">
                  <c:v>4.7308319738988497E-2</c:v>
                </c:pt>
                <c:pt idx="6606">
                  <c:v>6.0196841382467302E-2</c:v>
                </c:pt>
                <c:pt idx="6607">
                  <c:v>5.8779761904761897E-2</c:v>
                </c:pt>
                <c:pt idx="6608">
                  <c:v>5.7595392368610498E-2</c:v>
                </c:pt>
                <c:pt idx="6609">
                  <c:v>5.8560794044665E-2</c:v>
                </c:pt>
                <c:pt idx="6610">
                  <c:v>4.91202346041055E-2</c:v>
                </c:pt>
                <c:pt idx="6611">
                  <c:v>5.2592592592592503E-2</c:v>
                </c:pt>
                <c:pt idx="6612">
                  <c:v>5.7046979865771799E-2</c:v>
                </c:pt>
                <c:pt idx="6613">
                  <c:v>5.3352559480893999E-2</c:v>
                </c:pt>
                <c:pt idx="6614">
                  <c:v>5.1787351054078799E-2</c:v>
                </c:pt>
                <c:pt idx="6615">
                  <c:v>4.7865459249676501E-2</c:v>
                </c:pt>
                <c:pt idx="6616">
                  <c:v>5.0571791613723001E-2</c:v>
                </c:pt>
                <c:pt idx="6617">
                  <c:v>5.48189699133095E-2</c:v>
                </c:pt>
                <c:pt idx="6618">
                  <c:v>0.123881487373235</c:v>
                </c:pt>
                <c:pt idx="6619">
                  <c:v>9.8833370019810698E-2</c:v>
                </c:pt>
                <c:pt idx="6620">
                  <c:v>5.32687651331719E-2</c:v>
                </c:pt>
                <c:pt idx="6621">
                  <c:v>5.1328817092235503E-2</c:v>
                </c:pt>
                <c:pt idx="6622">
                  <c:v>5.2605459057071903E-2</c:v>
                </c:pt>
                <c:pt idx="6623">
                  <c:v>5.5744062045564702E-2</c:v>
                </c:pt>
                <c:pt idx="6624">
                  <c:v>0.108076834066188</c:v>
                </c:pt>
                <c:pt idx="6625">
                  <c:v>5.1275020564847798E-2</c:v>
                </c:pt>
                <c:pt idx="6626">
                  <c:v>6.2399263182132098E-2</c:v>
                </c:pt>
                <c:pt idx="6627">
                  <c:v>6.2265566391597901E-2</c:v>
                </c:pt>
                <c:pt idx="6628">
                  <c:v>6.0576690089653502E-2</c:v>
                </c:pt>
                <c:pt idx="6629">
                  <c:v>6.2046534901175801E-2</c:v>
                </c:pt>
                <c:pt idx="6630">
                  <c:v>5.2553663952627602E-2</c:v>
                </c:pt>
                <c:pt idx="6631">
                  <c:v>5.4174950298210699E-2</c:v>
                </c:pt>
                <c:pt idx="6632">
                  <c:v>5.9672762271414798E-2</c:v>
                </c:pt>
                <c:pt idx="6633">
                  <c:v>5.62560620756547E-2</c:v>
                </c:pt>
                <c:pt idx="6634">
                  <c:v>5.4579093432007397E-2</c:v>
                </c:pt>
                <c:pt idx="6635">
                  <c:v>5.1328817092235503E-2</c:v>
                </c:pt>
                <c:pt idx="6636">
                  <c:v>5.3991811668372497E-2</c:v>
                </c:pt>
                <c:pt idx="6637">
                  <c:v>5.8279845956354298E-2</c:v>
                </c:pt>
                <c:pt idx="6638">
                  <c:v>0.12619808306709199</c:v>
                </c:pt>
                <c:pt idx="6639">
                  <c:v>0.101972954998891</c:v>
                </c:pt>
                <c:pt idx="6640">
                  <c:v>5.94161715319039E-2</c:v>
                </c:pt>
                <c:pt idx="6641">
                  <c:v>5.7413879181228103E-2</c:v>
                </c:pt>
                <c:pt idx="6642">
                  <c:v>5.8991436726926701E-2</c:v>
                </c:pt>
                <c:pt idx="6643">
                  <c:v>6.12054922038631E-2</c:v>
                </c:pt>
                <c:pt idx="6644">
                  <c:v>0.111850865512649</c:v>
                </c:pt>
                <c:pt idx="6645">
                  <c:v>5.8216459380788503E-2</c:v>
                </c:pt>
                <c:pt idx="6646">
                  <c:v>6.7740511915269197E-2</c:v>
                </c:pt>
                <c:pt idx="6647">
                  <c:v>6.8198133524766696E-2</c:v>
                </c:pt>
                <c:pt idx="6648">
                  <c:v>6.6526610644257703E-2</c:v>
                </c:pt>
                <c:pt idx="6649">
                  <c:v>6.7577282530553506E-2</c:v>
                </c:pt>
                <c:pt idx="6650">
                  <c:v>5.8572444866018397E-2</c:v>
                </c:pt>
                <c:pt idx="6651">
                  <c:v>6.1010486177311703E-2</c:v>
                </c:pt>
                <c:pt idx="6652">
                  <c:v>6.2981422745808702E-2</c:v>
                </c:pt>
                <c:pt idx="6653">
                  <c:v>6.19469026548672E-2</c:v>
                </c:pt>
                <c:pt idx="6654">
                  <c:v>6.0044642857142803E-2</c:v>
                </c:pt>
                <c:pt idx="6655">
                  <c:v>5.7413879181228103E-2</c:v>
                </c:pt>
                <c:pt idx="6656">
                  <c:v>5.9643119041799003E-2</c:v>
                </c:pt>
                <c:pt idx="6657">
                  <c:v>6.4017660044150104E-2</c:v>
                </c:pt>
                <c:pt idx="6658">
                  <c:v>0.12643898695318401</c:v>
                </c:pt>
                <c:pt idx="6659">
                  <c:v>0.105902407841466</c:v>
                </c:pt>
                <c:pt idx="6660">
                  <c:v>5.5395116828563899E-2</c:v>
                </c:pt>
                <c:pt idx="6661">
                  <c:v>5.3435114503816702E-2</c:v>
                </c:pt>
                <c:pt idx="6662">
                  <c:v>5.6215168403198401E-2</c:v>
                </c:pt>
                <c:pt idx="6663">
                  <c:v>5.7075471698113202E-2</c:v>
                </c:pt>
                <c:pt idx="6664">
                  <c:v>0.10932911678337399</c:v>
                </c:pt>
                <c:pt idx="6665">
                  <c:v>5.3251271073053198E-2</c:v>
                </c:pt>
                <c:pt idx="6666">
                  <c:v>6.5016872890888602E-2</c:v>
                </c:pt>
                <c:pt idx="6667">
                  <c:v>6.4634146341463403E-2</c:v>
                </c:pt>
                <c:pt idx="6668">
                  <c:v>6.2529495044832406E-2</c:v>
                </c:pt>
                <c:pt idx="6669">
                  <c:v>6.3643013899049E-2</c:v>
                </c:pt>
                <c:pt idx="6670">
                  <c:v>5.4541086016338301E-2</c:v>
                </c:pt>
                <c:pt idx="6671">
                  <c:v>5.8009708737863999E-2</c:v>
                </c:pt>
                <c:pt idx="6672">
                  <c:v>6.2602965403624297E-2</c:v>
                </c:pt>
                <c:pt idx="6673">
                  <c:v>5.7823932027377803E-2</c:v>
                </c:pt>
                <c:pt idx="6674">
                  <c:v>5.6357078449053202E-2</c:v>
                </c:pt>
                <c:pt idx="6675">
                  <c:v>5.3435114503816702E-2</c:v>
                </c:pt>
                <c:pt idx="6676">
                  <c:v>5.62218890554722E-2</c:v>
                </c:pt>
                <c:pt idx="6677">
                  <c:v>6.0682046138415199E-2</c:v>
                </c:pt>
                <c:pt idx="6678">
                  <c:v>0.12551319648093801</c:v>
                </c:pt>
                <c:pt idx="6679">
                  <c:v>0.103313840155945</c:v>
                </c:pt>
                <c:pt idx="6680">
                  <c:v>5.3088563631853103E-2</c:v>
                </c:pt>
                <c:pt idx="6681">
                  <c:v>5.1226551226551197E-2</c:v>
                </c:pt>
                <c:pt idx="6682">
                  <c:v>5.4240404504711501E-2</c:v>
                </c:pt>
                <c:pt idx="6683">
                  <c:v>5.5306762203313903E-2</c:v>
                </c:pt>
                <c:pt idx="6684">
                  <c:v>0.105093488072211</c:v>
                </c:pt>
                <c:pt idx="6685">
                  <c:v>5.0834597875569001E-2</c:v>
                </c:pt>
                <c:pt idx="6686">
                  <c:v>6.2486625294243502E-2</c:v>
                </c:pt>
                <c:pt idx="6687">
                  <c:v>6.2124711316397199E-2</c:v>
                </c:pt>
                <c:pt idx="6688">
                  <c:v>6.0165511071348599E-2</c:v>
                </c:pt>
                <c:pt idx="6689">
                  <c:v>6.1517113783533701E-2</c:v>
                </c:pt>
                <c:pt idx="6690">
                  <c:v>5.2595628415300501E-2</c:v>
                </c:pt>
                <c:pt idx="6691">
                  <c:v>5.5939226519336999E-2</c:v>
                </c:pt>
                <c:pt idx="6692">
                  <c:v>5.9884238646482603E-2</c:v>
                </c:pt>
                <c:pt idx="6693">
                  <c:v>5.6016132646202102E-2</c:v>
                </c:pt>
                <c:pt idx="6694">
                  <c:v>5.4401370743199798E-2</c:v>
                </c:pt>
                <c:pt idx="6695">
                  <c:v>5.1226551226551197E-2</c:v>
                </c:pt>
                <c:pt idx="6696">
                  <c:v>5.4073199527744899E-2</c:v>
                </c:pt>
                <c:pt idx="6697">
                  <c:v>5.8280028429282101E-2</c:v>
                </c:pt>
                <c:pt idx="6698">
                  <c:v>0.12036690378135501</c:v>
                </c:pt>
                <c:pt idx="6699">
                  <c:v>9.9525087755523406E-2</c:v>
                </c:pt>
                <c:pt idx="6700">
                  <c:v>4.6844319775595999E-2</c:v>
                </c:pt>
                <c:pt idx="6701">
                  <c:v>4.5108695652173902E-2</c:v>
                </c:pt>
                <c:pt idx="6702">
                  <c:v>4.7507788161993698E-2</c:v>
                </c:pt>
                <c:pt idx="6703">
                  <c:v>5.1067073170731697E-2</c:v>
                </c:pt>
                <c:pt idx="6704">
                  <c:v>0.105685131195335</c:v>
                </c:pt>
                <c:pt idx="6705">
                  <c:v>4.4857142857142797E-2</c:v>
                </c:pt>
                <c:pt idx="6706">
                  <c:v>5.92503022974607E-2</c:v>
                </c:pt>
                <c:pt idx="6707">
                  <c:v>5.7853403141361198E-2</c:v>
                </c:pt>
                <c:pt idx="6708">
                  <c:v>5.6488549618320602E-2</c:v>
                </c:pt>
                <c:pt idx="6709">
                  <c:v>5.7344854673998399E-2</c:v>
                </c:pt>
                <c:pt idx="6710">
                  <c:v>4.7557508400103303E-2</c:v>
                </c:pt>
                <c:pt idx="6711">
                  <c:v>4.94148244473342E-2</c:v>
                </c:pt>
                <c:pt idx="6712">
                  <c:v>5.5344958301743699E-2</c:v>
                </c:pt>
                <c:pt idx="6713">
                  <c:v>5.1868802440884799E-2</c:v>
                </c:pt>
                <c:pt idx="6714">
                  <c:v>5.0473186119873802E-2</c:v>
                </c:pt>
                <c:pt idx="6715">
                  <c:v>4.5108695652173902E-2</c:v>
                </c:pt>
                <c:pt idx="6716">
                  <c:v>4.8637092463922997E-2</c:v>
                </c:pt>
                <c:pt idx="6717">
                  <c:v>5.3379828326180198E-2</c:v>
                </c:pt>
                <c:pt idx="6718">
                  <c:v>0.12720033528918601</c:v>
                </c:pt>
                <c:pt idx="6719">
                  <c:v>9.9534883720930195E-2</c:v>
                </c:pt>
                <c:pt idx="6720">
                  <c:v>5.1076753175041401E-2</c:v>
                </c:pt>
                <c:pt idx="6721">
                  <c:v>4.9759229534510403E-2</c:v>
                </c:pt>
                <c:pt idx="6722">
                  <c:v>5.2107279693486497E-2</c:v>
                </c:pt>
                <c:pt idx="6723">
                  <c:v>5.5472263868065898E-2</c:v>
                </c:pt>
                <c:pt idx="6724">
                  <c:v>0.110501193317422</c:v>
                </c:pt>
                <c:pt idx="6725">
                  <c:v>4.9535603715170198E-2</c:v>
                </c:pt>
                <c:pt idx="6726">
                  <c:v>6.3390313390313396E-2</c:v>
                </c:pt>
                <c:pt idx="6727">
                  <c:v>6.1776061776061701E-2</c:v>
                </c:pt>
                <c:pt idx="6728">
                  <c:v>6.1076345431789698E-2</c:v>
                </c:pt>
                <c:pt idx="6729">
                  <c:v>6.1823802163833E-2</c:v>
                </c:pt>
                <c:pt idx="6730">
                  <c:v>5.1601423487544401E-2</c:v>
                </c:pt>
                <c:pt idx="6731">
                  <c:v>5.3991811668372497E-2</c:v>
                </c:pt>
                <c:pt idx="6732">
                  <c:v>5.9742191373326703E-2</c:v>
                </c:pt>
                <c:pt idx="6733">
                  <c:v>5.6264066016504098E-2</c:v>
                </c:pt>
                <c:pt idx="6734">
                  <c:v>5.4614834247555401E-2</c:v>
                </c:pt>
                <c:pt idx="6735">
                  <c:v>4.9759229534510403E-2</c:v>
                </c:pt>
                <c:pt idx="6736">
                  <c:v>5.2562417871221997E-2</c:v>
                </c:pt>
                <c:pt idx="6737">
                  <c:v>5.6962025316455597E-2</c:v>
                </c:pt>
                <c:pt idx="6738">
                  <c:v>0.12993421052631501</c:v>
                </c:pt>
                <c:pt idx="6739">
                  <c:v>0.104109589041095</c:v>
                </c:pt>
                <c:pt idx="6740">
                  <c:v>5.6865464632454898E-2</c:v>
                </c:pt>
                <c:pt idx="6741">
                  <c:v>5.5361461972587997E-2</c:v>
                </c:pt>
                <c:pt idx="6742">
                  <c:v>5.7736720554272501E-2</c:v>
                </c:pt>
                <c:pt idx="6743">
                  <c:v>6.0195635816403303E-2</c:v>
                </c:pt>
                <c:pt idx="6744">
                  <c:v>0.11601150527325001</c:v>
                </c:pt>
                <c:pt idx="6745">
                  <c:v>5.4833239118145798E-2</c:v>
                </c:pt>
                <c:pt idx="6746">
                  <c:v>6.8160152526215406E-2</c:v>
                </c:pt>
                <c:pt idx="6747">
                  <c:v>6.6666666666666596E-2</c:v>
                </c:pt>
                <c:pt idx="6748">
                  <c:v>6.5829145728643207E-2</c:v>
                </c:pt>
                <c:pt idx="6749">
                  <c:v>6.6718386346004604E-2</c:v>
                </c:pt>
                <c:pt idx="6750">
                  <c:v>5.6391936718550598E-2</c:v>
                </c:pt>
                <c:pt idx="6751">
                  <c:v>6.0185185185185099E-2</c:v>
                </c:pt>
                <c:pt idx="6752">
                  <c:v>6.5239043824701096E-2</c:v>
                </c:pt>
                <c:pt idx="6753">
                  <c:v>6.0993975903614397E-2</c:v>
                </c:pt>
                <c:pt idx="6754">
                  <c:v>5.9119195787458098E-2</c:v>
                </c:pt>
                <c:pt idx="6755">
                  <c:v>5.5361461972587997E-2</c:v>
                </c:pt>
                <c:pt idx="6756">
                  <c:v>5.7519788918205798E-2</c:v>
                </c:pt>
                <c:pt idx="6757">
                  <c:v>6.2235169491525397E-2</c:v>
                </c:pt>
                <c:pt idx="6758">
                  <c:v>0.13288009888751501</c:v>
                </c:pt>
                <c:pt idx="6759">
                  <c:v>0.109353507565337</c:v>
                </c:pt>
                <c:pt idx="6760">
                  <c:v>0.13313671792711099</c:v>
                </c:pt>
                <c:pt idx="6761">
                  <c:v>0.12882809309922399</c:v>
                </c:pt>
                <c:pt idx="6762">
                  <c:v>0.128150029302598</c:v>
                </c:pt>
                <c:pt idx="6763">
                  <c:v>0.12801377726750801</c:v>
                </c:pt>
                <c:pt idx="6764">
                  <c:v>0.14146868250539901</c:v>
                </c:pt>
                <c:pt idx="6765">
                  <c:v>0.132112068965517</c:v>
                </c:pt>
                <c:pt idx="6766">
                  <c:v>0.12822388878726901</c:v>
                </c:pt>
                <c:pt idx="6767">
                  <c:v>0.13388138578978201</c:v>
                </c:pt>
                <c:pt idx="6768">
                  <c:v>0.130160550458715</c:v>
                </c:pt>
                <c:pt idx="6769">
                  <c:v>0.13316336536575701</c:v>
                </c:pt>
                <c:pt idx="6770">
                  <c:v>0.126968695314019</c:v>
                </c:pt>
                <c:pt idx="6771">
                  <c:v>0.12991586773625499</c:v>
                </c:pt>
                <c:pt idx="6772">
                  <c:v>0.12835320417287599</c:v>
                </c:pt>
                <c:pt idx="6773">
                  <c:v>0.12801377726750801</c:v>
                </c:pt>
                <c:pt idx="6774">
                  <c:v>0.123479542941393</c:v>
                </c:pt>
                <c:pt idx="6775">
                  <c:v>0.12882809309922399</c:v>
                </c:pt>
                <c:pt idx="6776">
                  <c:v>0.13078309633486801</c:v>
                </c:pt>
                <c:pt idx="6777">
                  <c:v>0.13410961654286199</c:v>
                </c:pt>
                <c:pt idx="6778">
                  <c:v>0.12746633260256801</c:v>
                </c:pt>
                <c:pt idx="6779">
                  <c:v>0.13715580341582401</c:v>
                </c:pt>
                <c:pt idx="6780">
                  <c:v>0.11171856429759899</c:v>
                </c:pt>
                <c:pt idx="6781">
                  <c:v>0.10784088296159999</c:v>
                </c:pt>
                <c:pt idx="6782">
                  <c:v>0.108767303889255</c:v>
                </c:pt>
                <c:pt idx="6783">
                  <c:v>0.109703735508802</c:v>
                </c:pt>
                <c:pt idx="6784">
                  <c:v>0.136778115501519</c:v>
                </c:pt>
                <c:pt idx="6785">
                  <c:v>0.10924981791697</c:v>
                </c:pt>
                <c:pt idx="6786">
                  <c:v>0.113706207744314</c:v>
                </c:pt>
                <c:pt idx="6787">
                  <c:v>0.118621603711066</c:v>
                </c:pt>
                <c:pt idx="6788">
                  <c:v>0.114690721649484</c:v>
                </c:pt>
                <c:pt idx="6789">
                  <c:v>0.11777728580916499</c:v>
                </c:pt>
                <c:pt idx="6790">
                  <c:v>0.10764192139737901</c:v>
                </c:pt>
                <c:pt idx="6791">
                  <c:v>0.111453744493392</c:v>
                </c:pt>
                <c:pt idx="6792">
                  <c:v>0.116751269035533</c:v>
                </c:pt>
                <c:pt idx="6793">
                  <c:v>0.110657498925655</c:v>
                </c:pt>
                <c:pt idx="6794">
                  <c:v>0.107150216361013</c:v>
                </c:pt>
                <c:pt idx="6795">
                  <c:v>0.10784088296159999</c:v>
                </c:pt>
                <c:pt idx="6796">
                  <c:v>0.110710259301014</c:v>
                </c:pt>
                <c:pt idx="6797">
                  <c:v>0.115915779941136</c:v>
                </c:pt>
                <c:pt idx="6798">
                  <c:v>0.13860514265586399</c:v>
                </c:pt>
                <c:pt idx="6799">
                  <c:v>0.129019684272071</c:v>
                </c:pt>
                <c:pt idx="6800">
                  <c:v>5.0347222222222203E-2</c:v>
                </c:pt>
                <c:pt idx="6801">
                  <c:v>4.9033342673017601E-2</c:v>
                </c:pt>
                <c:pt idx="6802">
                  <c:v>5.2900107411385601E-2</c:v>
                </c:pt>
                <c:pt idx="6803">
                  <c:v>5.4373522458628802E-2</c:v>
                </c:pt>
                <c:pt idx="6804">
                  <c:v>0.10999244903095801</c:v>
                </c:pt>
                <c:pt idx="6805">
                  <c:v>4.8320565704183797E-2</c:v>
                </c:pt>
                <c:pt idx="6806">
                  <c:v>6.2797097823367495E-2</c:v>
                </c:pt>
                <c:pt idx="6807">
                  <c:v>6.0491493383742899E-2</c:v>
                </c:pt>
                <c:pt idx="6808">
                  <c:v>5.9799789251844003E-2</c:v>
                </c:pt>
                <c:pt idx="6809">
                  <c:v>6.0253985409348801E-2</c:v>
                </c:pt>
                <c:pt idx="6810">
                  <c:v>5.0761421319796898E-2</c:v>
                </c:pt>
                <c:pt idx="6811">
                  <c:v>5.3748992206396097E-2</c:v>
                </c:pt>
                <c:pt idx="6812">
                  <c:v>5.7993730407523501E-2</c:v>
                </c:pt>
                <c:pt idx="6813">
                  <c:v>5.5205047318611901E-2</c:v>
                </c:pt>
                <c:pt idx="6814">
                  <c:v>5.3850025163563103E-2</c:v>
                </c:pt>
                <c:pt idx="6815">
                  <c:v>4.93273542600896E-2</c:v>
                </c:pt>
                <c:pt idx="6816">
                  <c:v>5.20661157024793E-2</c:v>
                </c:pt>
                <c:pt idx="6817">
                  <c:v>5.60928433268858E-2</c:v>
                </c:pt>
                <c:pt idx="6818">
                  <c:v>0.13109425785482101</c:v>
                </c:pt>
                <c:pt idx="6819">
                  <c:v>0.10400579150579101</c:v>
                </c:pt>
                <c:pt idx="6820">
                  <c:v>4.9157303370786498E-2</c:v>
                </c:pt>
                <c:pt idx="6821">
                  <c:v>4.7632008709852999E-2</c:v>
                </c:pt>
                <c:pt idx="6822">
                  <c:v>5.1288726894038003E-2</c:v>
                </c:pt>
                <c:pt idx="6823">
                  <c:v>5.2631578947368397E-2</c:v>
                </c:pt>
                <c:pt idx="6824">
                  <c:v>0.106145251396648</c:v>
                </c:pt>
                <c:pt idx="6825">
                  <c:v>4.69107551487414E-2</c:v>
                </c:pt>
                <c:pt idx="6826">
                  <c:v>6.0745401742497498E-2</c:v>
                </c:pt>
                <c:pt idx="6827">
                  <c:v>5.86387434554973E-2</c:v>
                </c:pt>
                <c:pt idx="6828">
                  <c:v>5.7790224032586497E-2</c:v>
                </c:pt>
                <c:pt idx="6829">
                  <c:v>5.8407543216343602E-2</c:v>
                </c:pt>
                <c:pt idx="6830">
                  <c:v>4.9146404552509002E-2</c:v>
                </c:pt>
                <c:pt idx="6831">
                  <c:v>5.2110474205315199E-2</c:v>
                </c:pt>
                <c:pt idx="6832">
                  <c:v>5.6370070778564201E-2</c:v>
                </c:pt>
                <c:pt idx="6833">
                  <c:v>5.3435114503816702E-2</c:v>
                </c:pt>
                <c:pt idx="6834">
                  <c:v>5.1966974259349201E-2</c:v>
                </c:pt>
                <c:pt idx="6835">
                  <c:v>4.7917233868772099E-2</c:v>
                </c:pt>
                <c:pt idx="6836">
                  <c:v>5.0842922130050802E-2</c:v>
                </c:pt>
                <c:pt idx="6837">
                  <c:v>5.4750402576489499E-2</c:v>
                </c:pt>
                <c:pt idx="6838">
                  <c:v>0.12664852417835401</c:v>
                </c:pt>
                <c:pt idx="6839">
                  <c:v>0.10023255813953399</c:v>
                </c:pt>
                <c:pt idx="6840">
                  <c:v>5.5211419337462903E-2</c:v>
                </c:pt>
                <c:pt idx="6841">
                  <c:v>5.3482911557526699E-2</c:v>
                </c:pt>
                <c:pt idx="6842">
                  <c:v>5.46583850931677E-2</c:v>
                </c:pt>
                <c:pt idx="6843">
                  <c:v>5.7752972579470999E-2</c:v>
                </c:pt>
                <c:pt idx="6844">
                  <c:v>0.110055607043558</c:v>
                </c:pt>
                <c:pt idx="6845">
                  <c:v>5.35420098846787E-2</c:v>
                </c:pt>
                <c:pt idx="6846">
                  <c:v>6.5051903114186793E-2</c:v>
                </c:pt>
                <c:pt idx="6847">
                  <c:v>6.3813813813813805E-2</c:v>
                </c:pt>
                <c:pt idx="6848">
                  <c:v>6.2848823101189E-2</c:v>
                </c:pt>
                <c:pt idx="6849">
                  <c:v>6.3861758076634106E-2</c:v>
                </c:pt>
                <c:pt idx="6850">
                  <c:v>5.4334403556433597E-2</c:v>
                </c:pt>
                <c:pt idx="6851">
                  <c:v>5.6758775205377102E-2</c:v>
                </c:pt>
                <c:pt idx="6852">
                  <c:v>6.1927710843373403E-2</c:v>
                </c:pt>
                <c:pt idx="6853">
                  <c:v>5.85235551238465E-2</c:v>
                </c:pt>
                <c:pt idx="6854">
                  <c:v>5.6739231125520997E-2</c:v>
                </c:pt>
                <c:pt idx="6855">
                  <c:v>5.3757828810020801E-2</c:v>
                </c:pt>
                <c:pt idx="6856">
                  <c:v>5.6381342901076298E-2</c:v>
                </c:pt>
                <c:pt idx="6857">
                  <c:v>6.0138781804163398E-2</c:v>
                </c:pt>
                <c:pt idx="6858">
                  <c:v>0.12747252747252699</c:v>
                </c:pt>
                <c:pt idx="6859">
                  <c:v>0.104106548279689</c:v>
                </c:pt>
                <c:pt idx="6860">
                  <c:v>5.7293035479632E-2</c:v>
                </c:pt>
                <c:pt idx="6861">
                  <c:v>5.5541401273885301E-2</c:v>
                </c:pt>
                <c:pt idx="6862">
                  <c:v>5.9509351469516601E-2</c:v>
                </c:pt>
                <c:pt idx="6863">
                  <c:v>5.8781869688385197E-2</c:v>
                </c:pt>
                <c:pt idx="6864">
                  <c:v>0.111010626271761</c:v>
                </c:pt>
                <c:pt idx="6865">
                  <c:v>5.5466237942122097E-2</c:v>
                </c:pt>
                <c:pt idx="6866">
                  <c:v>6.6891891891891805E-2</c:v>
                </c:pt>
                <c:pt idx="6867">
                  <c:v>6.5885797950219593E-2</c:v>
                </c:pt>
                <c:pt idx="6868">
                  <c:v>6.4493267186392603E-2</c:v>
                </c:pt>
                <c:pt idx="6869">
                  <c:v>6.51537335285505E-2</c:v>
                </c:pt>
                <c:pt idx="6870">
                  <c:v>5.6277056277056203E-2</c:v>
                </c:pt>
                <c:pt idx="6871">
                  <c:v>6.0281964025279501E-2</c:v>
                </c:pt>
                <c:pt idx="6872">
                  <c:v>6.4561734213006594E-2</c:v>
                </c:pt>
                <c:pt idx="6873">
                  <c:v>5.9782608695652099E-2</c:v>
                </c:pt>
                <c:pt idx="6874">
                  <c:v>5.8226134055517902E-2</c:v>
                </c:pt>
                <c:pt idx="6875">
                  <c:v>5.58103975535168E-2</c:v>
                </c:pt>
                <c:pt idx="6876">
                  <c:v>5.8558558558558502E-2</c:v>
                </c:pt>
                <c:pt idx="6877">
                  <c:v>6.25E-2</c:v>
                </c:pt>
                <c:pt idx="6878">
                  <c:v>0.125</c:v>
                </c:pt>
                <c:pt idx="6879">
                  <c:v>0.105160450997398</c:v>
                </c:pt>
                <c:pt idx="6880">
                  <c:v>0.121608040201005</c:v>
                </c:pt>
                <c:pt idx="6881">
                  <c:v>0.11770428015564199</c:v>
                </c:pt>
                <c:pt idx="6882">
                  <c:v>0.12030598052851101</c:v>
                </c:pt>
                <c:pt idx="6883">
                  <c:v>0.118563685636856</c:v>
                </c:pt>
                <c:pt idx="6884">
                  <c:v>0.14095238095238</c:v>
                </c:pt>
                <c:pt idx="6885">
                  <c:v>0.11874839702487799</c:v>
                </c:pt>
                <c:pt idx="6886">
                  <c:v>0.121856866537717</c:v>
                </c:pt>
                <c:pt idx="6887">
                  <c:v>0.12726849697533699</c:v>
                </c:pt>
                <c:pt idx="6888">
                  <c:v>0.124151967435549</c:v>
                </c:pt>
                <c:pt idx="6889">
                  <c:v>0.12569832402234599</c:v>
                </c:pt>
                <c:pt idx="6890">
                  <c:v>0.116551724137931</c:v>
                </c:pt>
                <c:pt idx="6891">
                  <c:v>0.121866295264623</c:v>
                </c:pt>
                <c:pt idx="6892">
                  <c:v>0.12642394460576201</c:v>
                </c:pt>
                <c:pt idx="6893">
                  <c:v>0.119575045207956</c:v>
                </c:pt>
                <c:pt idx="6894">
                  <c:v>0.115342999350789</c:v>
                </c:pt>
                <c:pt idx="6895">
                  <c:v>0.117976161517878</c:v>
                </c:pt>
                <c:pt idx="6896">
                  <c:v>0.12097351467430199</c:v>
                </c:pt>
                <c:pt idx="6897">
                  <c:v>0.12571839080459701</c:v>
                </c:pt>
                <c:pt idx="6898">
                  <c:v>0.14186471663619701</c:v>
                </c:pt>
                <c:pt idx="6899">
                  <c:v>0.13708690330477299</c:v>
                </c:pt>
                <c:pt idx="6900">
                  <c:v>4.6778464254192402E-2</c:v>
                </c:pt>
                <c:pt idx="6901">
                  <c:v>4.5299145299145298E-2</c:v>
                </c:pt>
                <c:pt idx="6902">
                  <c:v>4.8893744878448497E-2</c:v>
                </c:pt>
                <c:pt idx="6903">
                  <c:v>5.0802139037433101E-2</c:v>
                </c:pt>
                <c:pt idx="6904">
                  <c:v>0.105465742879137</c:v>
                </c:pt>
                <c:pt idx="6905">
                  <c:v>4.3361244019138698E-2</c:v>
                </c:pt>
                <c:pt idx="6906">
                  <c:v>5.9453942332227602E-2</c:v>
                </c:pt>
                <c:pt idx="6907">
                  <c:v>5.6303213402911202E-2</c:v>
                </c:pt>
                <c:pt idx="6908">
                  <c:v>5.5749128919860599E-2</c:v>
                </c:pt>
                <c:pt idx="6909">
                  <c:v>5.60593569661995E-2</c:v>
                </c:pt>
                <c:pt idx="6910">
                  <c:v>4.7023647730361502E-2</c:v>
                </c:pt>
                <c:pt idx="6911">
                  <c:v>4.9753963914707398E-2</c:v>
                </c:pt>
                <c:pt idx="6912">
                  <c:v>5.4118901626233E-2</c:v>
                </c:pt>
                <c:pt idx="6913">
                  <c:v>5.1645705111051599E-2</c:v>
                </c:pt>
                <c:pt idx="6914">
                  <c:v>5.0230650948231599E-2</c:v>
                </c:pt>
                <c:pt idx="6915">
                  <c:v>4.5895096921322598E-2</c:v>
                </c:pt>
                <c:pt idx="6916">
                  <c:v>4.8780487804878002E-2</c:v>
                </c:pt>
                <c:pt idx="6917">
                  <c:v>5.2276559865092699E-2</c:v>
                </c:pt>
                <c:pt idx="6918">
                  <c:v>0.128489144882587</c:v>
                </c:pt>
                <c:pt idx="6919">
                  <c:v>9.9975375523270099E-2</c:v>
                </c:pt>
                <c:pt idx="6920">
                  <c:v>6.5573770491803199E-2</c:v>
                </c:pt>
                <c:pt idx="6921">
                  <c:v>6.3492063492063405E-2</c:v>
                </c:pt>
                <c:pt idx="6922">
                  <c:v>6.6422354557947705E-2</c:v>
                </c:pt>
                <c:pt idx="6923">
                  <c:v>6.6353887399463796E-2</c:v>
                </c:pt>
                <c:pt idx="6924">
                  <c:v>0.11338885329916699</c:v>
                </c:pt>
                <c:pt idx="6925">
                  <c:v>6.3926940639269403E-2</c:v>
                </c:pt>
                <c:pt idx="6926">
                  <c:v>6.7344345616264206E-2</c:v>
                </c:pt>
                <c:pt idx="6927">
                  <c:v>7.2660381696941806E-2</c:v>
                </c:pt>
                <c:pt idx="6928">
                  <c:v>7.0853822083147E-2</c:v>
                </c:pt>
                <c:pt idx="6929">
                  <c:v>7.2020248504371803E-2</c:v>
                </c:pt>
                <c:pt idx="6930">
                  <c:v>6.3437926330149996E-2</c:v>
                </c:pt>
                <c:pt idx="6931">
                  <c:v>6.5934065934065894E-2</c:v>
                </c:pt>
                <c:pt idx="6932">
                  <c:v>6.9916188795765305E-2</c:v>
                </c:pt>
                <c:pt idx="6933">
                  <c:v>6.6592178770949695E-2</c:v>
                </c:pt>
                <c:pt idx="6934">
                  <c:v>6.4412582923175601E-2</c:v>
                </c:pt>
                <c:pt idx="6935">
                  <c:v>6.3747895116670603E-2</c:v>
                </c:pt>
                <c:pt idx="6936">
                  <c:v>6.6022164583824497E-2</c:v>
                </c:pt>
                <c:pt idx="6937">
                  <c:v>6.95035460992907E-2</c:v>
                </c:pt>
                <c:pt idx="6938">
                  <c:v>0.124097055010187</c:v>
                </c:pt>
                <c:pt idx="6939">
                  <c:v>0.107758620689655</c:v>
                </c:pt>
                <c:pt idx="6940">
                  <c:v>6.5435786043985797E-2</c:v>
                </c:pt>
                <c:pt idx="6941">
                  <c:v>6.33710228766763E-2</c:v>
                </c:pt>
                <c:pt idx="6942">
                  <c:v>6.7285965352749097E-2</c:v>
                </c:pt>
                <c:pt idx="6943">
                  <c:v>6.7498165810711594E-2</c:v>
                </c:pt>
                <c:pt idx="6944">
                  <c:v>0.12088681446907799</c:v>
                </c:pt>
                <c:pt idx="6945">
                  <c:v>6.2776548672566296E-2</c:v>
                </c:pt>
                <c:pt idx="6946">
                  <c:v>7.4814126394051994E-2</c:v>
                </c:pt>
                <c:pt idx="6947">
                  <c:v>7.3103100579783198E-2</c:v>
                </c:pt>
                <c:pt idx="6948">
                  <c:v>7.3421439060205498E-2</c:v>
                </c:pt>
                <c:pt idx="6949">
                  <c:v>7.2617246596066498E-2</c:v>
                </c:pt>
                <c:pt idx="6950">
                  <c:v>6.3962170233947194E-2</c:v>
                </c:pt>
                <c:pt idx="6951">
                  <c:v>6.8627450980392093E-2</c:v>
                </c:pt>
                <c:pt idx="6952">
                  <c:v>7.2939460247994095E-2</c:v>
                </c:pt>
                <c:pt idx="6953">
                  <c:v>6.8543451652386705E-2</c:v>
                </c:pt>
                <c:pt idx="6954">
                  <c:v>6.6185038452575104E-2</c:v>
                </c:pt>
                <c:pt idx="6955">
                  <c:v>6.3650710152551193E-2</c:v>
                </c:pt>
                <c:pt idx="6956">
                  <c:v>6.6391113407388194E-2</c:v>
                </c:pt>
                <c:pt idx="6957">
                  <c:v>6.9930069930069894E-2</c:v>
                </c:pt>
                <c:pt idx="6958">
                  <c:v>0.13039137380191601</c:v>
                </c:pt>
                <c:pt idx="6959">
                  <c:v>0.114285714285714</c:v>
                </c:pt>
                <c:pt idx="6960">
                  <c:v>6.4133016627078293E-2</c:v>
                </c:pt>
                <c:pt idx="6961">
                  <c:v>6.2211981566820201E-2</c:v>
                </c:pt>
                <c:pt idx="6962">
                  <c:v>6.63091175036567E-2</c:v>
                </c:pt>
                <c:pt idx="6963">
                  <c:v>6.5892391561981498E-2</c:v>
                </c:pt>
                <c:pt idx="6964">
                  <c:v>0.118101294571882</c:v>
                </c:pt>
                <c:pt idx="6965">
                  <c:v>6.1575692390427497E-2</c:v>
                </c:pt>
                <c:pt idx="6966">
                  <c:v>7.2977858111161295E-2</c:v>
                </c:pt>
                <c:pt idx="6967">
                  <c:v>7.3266356285224196E-2</c:v>
                </c:pt>
                <c:pt idx="6968">
                  <c:v>7.1073205401563602E-2</c:v>
                </c:pt>
                <c:pt idx="6969">
                  <c:v>7.2794117647058801E-2</c:v>
                </c:pt>
                <c:pt idx="6970">
                  <c:v>6.2695924764890207E-2</c:v>
                </c:pt>
                <c:pt idx="6971">
                  <c:v>6.7089534032690898E-2</c:v>
                </c:pt>
                <c:pt idx="6972">
                  <c:v>7.2292012325195498E-2</c:v>
                </c:pt>
                <c:pt idx="6973">
                  <c:v>6.6650853889943004E-2</c:v>
                </c:pt>
                <c:pt idx="6974">
                  <c:v>6.4494229463679498E-2</c:v>
                </c:pt>
                <c:pt idx="6975">
                  <c:v>6.2483994878361003E-2</c:v>
                </c:pt>
                <c:pt idx="6976">
                  <c:v>6.5392354124748406E-2</c:v>
                </c:pt>
                <c:pt idx="6977">
                  <c:v>6.9644208932626794E-2</c:v>
                </c:pt>
                <c:pt idx="6978">
                  <c:v>0.127713671034617</c:v>
                </c:pt>
                <c:pt idx="6979">
                  <c:v>0.111933797909407</c:v>
                </c:pt>
                <c:pt idx="6980">
                  <c:v>6.4910374796306305E-2</c:v>
                </c:pt>
                <c:pt idx="6981">
                  <c:v>6.2861651762230394E-2</c:v>
                </c:pt>
                <c:pt idx="6982">
                  <c:v>6.7068575734739996E-2</c:v>
                </c:pt>
                <c:pt idx="6983">
                  <c:v>6.6503667481662504E-2</c:v>
                </c:pt>
                <c:pt idx="6984">
                  <c:v>0.120355223182986</c:v>
                </c:pt>
                <c:pt idx="6985">
                  <c:v>6.2240663900414897E-2</c:v>
                </c:pt>
                <c:pt idx="6986">
                  <c:v>7.4168797953964194E-2</c:v>
                </c:pt>
                <c:pt idx="6987">
                  <c:v>7.3429220287660801E-2</c:v>
                </c:pt>
                <c:pt idx="6988">
                  <c:v>7.2687224669603506E-2</c:v>
                </c:pt>
                <c:pt idx="6989">
                  <c:v>7.2401614530776995E-2</c:v>
                </c:pt>
                <c:pt idx="6990">
                  <c:v>6.3745019920318696E-2</c:v>
                </c:pt>
                <c:pt idx="6991">
                  <c:v>6.8410462776659894E-2</c:v>
                </c:pt>
                <c:pt idx="6992">
                  <c:v>7.3253833049403694E-2</c:v>
                </c:pt>
                <c:pt idx="6993">
                  <c:v>6.7547723935389103E-2</c:v>
                </c:pt>
                <c:pt idx="6994">
                  <c:v>6.55775962660443E-2</c:v>
                </c:pt>
                <c:pt idx="6995">
                  <c:v>6.3141278610891804E-2</c:v>
                </c:pt>
                <c:pt idx="6996">
                  <c:v>6.6166968208839494E-2</c:v>
                </c:pt>
                <c:pt idx="6997">
                  <c:v>6.9984447900466498E-2</c:v>
                </c:pt>
                <c:pt idx="6998">
                  <c:v>0.12965186074429699</c:v>
                </c:pt>
                <c:pt idx="6999">
                  <c:v>0.11392121754700001</c:v>
                </c:pt>
                <c:pt idx="7000">
                  <c:v>5.2406417112299403E-2</c:v>
                </c:pt>
                <c:pt idx="7001">
                  <c:v>5.0816696914700497E-2</c:v>
                </c:pt>
                <c:pt idx="7002">
                  <c:v>5.4374691052891701E-2</c:v>
                </c:pt>
                <c:pt idx="7003">
                  <c:v>5.5087803704594603E-2</c:v>
                </c:pt>
                <c:pt idx="7004">
                  <c:v>0.107225034514496</c:v>
                </c:pt>
                <c:pt idx="7005">
                  <c:v>5.0122582402615003E-2</c:v>
                </c:pt>
                <c:pt idx="7006">
                  <c:v>6.2585969738651895E-2</c:v>
                </c:pt>
                <c:pt idx="7007">
                  <c:v>6.1102831594634803E-2</c:v>
                </c:pt>
                <c:pt idx="7008">
                  <c:v>6.0096153846153799E-2</c:v>
                </c:pt>
                <c:pt idx="7009">
                  <c:v>6.1148396718866502E-2</c:v>
                </c:pt>
                <c:pt idx="7010">
                  <c:v>5.1652386780905703E-2</c:v>
                </c:pt>
                <c:pt idx="7011">
                  <c:v>5.5157061587929698E-2</c:v>
                </c:pt>
                <c:pt idx="7012">
                  <c:v>5.9543817527010802E-2</c:v>
                </c:pt>
                <c:pt idx="7013">
                  <c:v>5.5849783341357699E-2</c:v>
                </c:pt>
                <c:pt idx="7014">
                  <c:v>5.4165710351158997E-2</c:v>
                </c:pt>
                <c:pt idx="7015">
                  <c:v>5.1089211618257198E-2</c:v>
                </c:pt>
                <c:pt idx="7016">
                  <c:v>5.3744268976056997E-2</c:v>
                </c:pt>
                <c:pt idx="7017">
                  <c:v>5.7471264367816001E-2</c:v>
                </c:pt>
                <c:pt idx="7018">
                  <c:v>0.124925402824746</c:v>
                </c:pt>
                <c:pt idx="7019">
                  <c:v>0.101433296582138</c:v>
                </c:pt>
                <c:pt idx="7020">
                  <c:v>5.66343042071197E-2</c:v>
                </c:pt>
                <c:pt idx="7021">
                  <c:v>5.4858934169278999E-2</c:v>
                </c:pt>
                <c:pt idx="7022">
                  <c:v>5.7021912350597601E-2</c:v>
                </c:pt>
                <c:pt idx="7023">
                  <c:v>5.90379008746355E-2</c:v>
                </c:pt>
                <c:pt idx="7024">
                  <c:v>0.11134307585247</c:v>
                </c:pt>
                <c:pt idx="7025">
                  <c:v>5.4700384826827902E-2</c:v>
                </c:pt>
                <c:pt idx="7026">
                  <c:v>6.5051903114186793E-2</c:v>
                </c:pt>
                <c:pt idx="7027">
                  <c:v>6.5146579804560206E-2</c:v>
                </c:pt>
                <c:pt idx="7028">
                  <c:v>6.3881467087685204E-2</c:v>
                </c:pt>
                <c:pt idx="7029">
                  <c:v>6.5195586760280796E-2</c:v>
                </c:pt>
                <c:pt idx="7030">
                  <c:v>5.5637982195845599E-2</c:v>
                </c:pt>
                <c:pt idx="7031">
                  <c:v>5.8075772681954102E-2</c:v>
                </c:pt>
                <c:pt idx="7032">
                  <c:v>6.2952243125904403E-2</c:v>
                </c:pt>
                <c:pt idx="7033">
                  <c:v>5.95527467185221E-2</c:v>
                </c:pt>
                <c:pt idx="7034">
                  <c:v>5.7719054242002701E-2</c:v>
                </c:pt>
                <c:pt idx="7035">
                  <c:v>5.51345701593937E-2</c:v>
                </c:pt>
                <c:pt idx="7036">
                  <c:v>5.7736720554272501E-2</c:v>
                </c:pt>
                <c:pt idx="7037">
                  <c:v>6.1502830674215102E-2</c:v>
                </c:pt>
                <c:pt idx="7038">
                  <c:v>0.12792324605236799</c:v>
                </c:pt>
                <c:pt idx="7039">
                  <c:v>0.105333333333333</c:v>
                </c:pt>
                <c:pt idx="7040">
                  <c:v>6.2386746052290901E-2</c:v>
                </c:pt>
                <c:pt idx="7041">
                  <c:v>6.0545409056792503E-2</c:v>
                </c:pt>
                <c:pt idx="7042">
                  <c:v>6.4007642703606399E-2</c:v>
                </c:pt>
                <c:pt idx="7043">
                  <c:v>6.3884355327582104E-2</c:v>
                </c:pt>
                <c:pt idx="7044">
                  <c:v>0.114247610580128</c:v>
                </c:pt>
                <c:pt idx="7045">
                  <c:v>6.1256961018297501E-2</c:v>
                </c:pt>
                <c:pt idx="7046">
                  <c:v>6.9818824569155905E-2</c:v>
                </c:pt>
                <c:pt idx="7047">
                  <c:v>7.0452911574406904E-2</c:v>
                </c:pt>
                <c:pt idx="7048">
                  <c:v>6.9223573433114999E-2</c:v>
                </c:pt>
                <c:pt idx="7049">
                  <c:v>6.9834413246940202E-2</c:v>
                </c:pt>
                <c:pt idx="7050">
                  <c:v>6.1045130641330103E-2</c:v>
                </c:pt>
                <c:pt idx="7051">
                  <c:v>6.4516129032257993E-2</c:v>
                </c:pt>
                <c:pt idx="7052">
                  <c:v>6.5350578624914904E-2</c:v>
                </c:pt>
                <c:pt idx="7053">
                  <c:v>6.4629024731684498E-2</c:v>
                </c:pt>
                <c:pt idx="7054">
                  <c:v>6.2611806797853303E-2</c:v>
                </c:pt>
                <c:pt idx="7055">
                  <c:v>6.08108108108108E-2</c:v>
                </c:pt>
                <c:pt idx="7056">
                  <c:v>6.2714355707986197E-2</c:v>
                </c:pt>
                <c:pt idx="7057">
                  <c:v>6.6584766584766503E-2</c:v>
                </c:pt>
                <c:pt idx="7058">
                  <c:v>0.12485637686709999</c:v>
                </c:pt>
                <c:pt idx="7059">
                  <c:v>0.108431163287086</c:v>
                </c:pt>
                <c:pt idx="7060">
                  <c:v>5.8127301420305102E-2</c:v>
                </c:pt>
                <c:pt idx="7061">
                  <c:v>5.6348801631820503E-2</c:v>
                </c:pt>
                <c:pt idx="7062">
                  <c:v>6.0281964025279501E-2</c:v>
                </c:pt>
                <c:pt idx="7063">
                  <c:v>5.9782608695652099E-2</c:v>
                </c:pt>
                <c:pt idx="7064">
                  <c:v>0.112016293279022</c:v>
                </c:pt>
                <c:pt idx="7065">
                  <c:v>5.6032171581769402E-2</c:v>
                </c:pt>
                <c:pt idx="7066">
                  <c:v>6.7132236990313093E-2</c:v>
                </c:pt>
                <c:pt idx="7067">
                  <c:v>6.69272105520273E-2</c:v>
                </c:pt>
                <c:pt idx="7068">
                  <c:v>6.5248226950354593E-2</c:v>
                </c:pt>
                <c:pt idx="7069">
                  <c:v>6.61944308744504E-2</c:v>
                </c:pt>
                <c:pt idx="7070">
                  <c:v>5.7039711191335697E-2</c:v>
                </c:pt>
                <c:pt idx="7071">
                  <c:v>6.0797665369649798E-2</c:v>
                </c:pt>
                <c:pt idx="7072">
                  <c:v>6.5314784248997795E-2</c:v>
                </c:pt>
                <c:pt idx="7073">
                  <c:v>6.05344052967604E-2</c:v>
                </c:pt>
                <c:pt idx="7074">
                  <c:v>5.8943089430894297E-2</c:v>
                </c:pt>
                <c:pt idx="7075">
                  <c:v>5.66182096403978E-2</c:v>
                </c:pt>
                <c:pt idx="7076">
                  <c:v>5.9353869271224602E-2</c:v>
                </c:pt>
                <c:pt idx="7077">
                  <c:v>6.3300678221552303E-2</c:v>
                </c:pt>
                <c:pt idx="7078">
                  <c:v>0.125</c:v>
                </c:pt>
                <c:pt idx="7079">
                  <c:v>0.10611979166666601</c:v>
                </c:pt>
                <c:pt idx="7080">
                  <c:v>5.5928411633109597E-2</c:v>
                </c:pt>
                <c:pt idx="7081">
                  <c:v>5.4229934924078002E-2</c:v>
                </c:pt>
                <c:pt idx="7082">
                  <c:v>5.8091286307053902E-2</c:v>
                </c:pt>
                <c:pt idx="7083">
                  <c:v>5.7873485868102197E-2</c:v>
                </c:pt>
                <c:pt idx="7084">
                  <c:v>0.107404218682737</c:v>
                </c:pt>
                <c:pt idx="7085">
                  <c:v>5.37252914343639E-2</c:v>
                </c:pt>
                <c:pt idx="7086">
                  <c:v>6.44953931862009E-2</c:v>
                </c:pt>
                <c:pt idx="7087">
                  <c:v>6.4292321924144302E-2</c:v>
                </c:pt>
                <c:pt idx="7088">
                  <c:v>6.2738068563746294E-2</c:v>
                </c:pt>
                <c:pt idx="7089">
                  <c:v>6.3933287004864406E-2</c:v>
                </c:pt>
                <c:pt idx="7090">
                  <c:v>5.4960091220068397E-2</c:v>
                </c:pt>
                <c:pt idx="7091">
                  <c:v>5.8579335793357903E-2</c:v>
                </c:pt>
                <c:pt idx="7092">
                  <c:v>6.2444246208742102E-2</c:v>
                </c:pt>
                <c:pt idx="7093">
                  <c:v>5.8585858585858498E-2</c:v>
                </c:pt>
                <c:pt idx="7094">
                  <c:v>5.6854752199098899E-2</c:v>
                </c:pt>
                <c:pt idx="7095">
                  <c:v>5.4484088717454103E-2</c:v>
                </c:pt>
                <c:pt idx="7096">
                  <c:v>5.70279223852342E-2</c:v>
                </c:pt>
                <c:pt idx="7097">
                  <c:v>6.0749881347887898E-2</c:v>
                </c:pt>
                <c:pt idx="7098">
                  <c:v>0.119880306714045</c:v>
                </c:pt>
                <c:pt idx="7099">
                  <c:v>0.101964839710444</c:v>
                </c:pt>
                <c:pt idx="7100">
                  <c:v>5.0632911392405E-2</c:v>
                </c:pt>
                <c:pt idx="7101">
                  <c:v>4.9059689288634502E-2</c:v>
                </c:pt>
                <c:pt idx="7102">
                  <c:v>5.1836415733263801E-2</c:v>
                </c:pt>
                <c:pt idx="7103">
                  <c:v>5.4508405501782903E-2</c:v>
                </c:pt>
                <c:pt idx="7104">
                  <c:v>0.109108621529469</c:v>
                </c:pt>
                <c:pt idx="7105">
                  <c:v>4.8410197651102799E-2</c:v>
                </c:pt>
                <c:pt idx="7106">
                  <c:v>6.2545454545454501E-2</c:v>
                </c:pt>
                <c:pt idx="7107">
                  <c:v>6.0860440713536197E-2</c:v>
                </c:pt>
                <c:pt idx="7108">
                  <c:v>5.9948979591836697E-2</c:v>
                </c:pt>
                <c:pt idx="7109">
                  <c:v>6.0629921259842498E-2</c:v>
                </c:pt>
                <c:pt idx="7110">
                  <c:v>5.0777202072538802E-2</c:v>
                </c:pt>
                <c:pt idx="7111">
                  <c:v>5.3757828810020801E-2</c:v>
                </c:pt>
                <c:pt idx="7112">
                  <c:v>5.93155893536121E-2</c:v>
                </c:pt>
                <c:pt idx="7113">
                  <c:v>5.5314810094315499E-2</c:v>
                </c:pt>
                <c:pt idx="7114">
                  <c:v>5.3758209681342699E-2</c:v>
                </c:pt>
                <c:pt idx="7115">
                  <c:v>4.9059689288634502E-2</c:v>
                </c:pt>
                <c:pt idx="7116">
                  <c:v>5.2250803858520899E-2</c:v>
                </c:pt>
                <c:pt idx="7117">
                  <c:v>5.6735681634847997E-2</c:v>
                </c:pt>
                <c:pt idx="7118">
                  <c:v>0.12924884599244599</c:v>
                </c:pt>
                <c:pt idx="7119">
                  <c:v>0.103054325017486</c:v>
                </c:pt>
                <c:pt idx="7120">
                  <c:v>5.51093879811686E-2</c:v>
                </c:pt>
                <c:pt idx="7121">
                  <c:v>5.36624631070566E-2</c:v>
                </c:pt>
                <c:pt idx="7122">
                  <c:v>5.6652140476800797E-2</c:v>
                </c:pt>
                <c:pt idx="7123">
                  <c:v>5.8867735470941797E-2</c:v>
                </c:pt>
                <c:pt idx="7124">
                  <c:v>0.11387559808612401</c:v>
                </c:pt>
                <c:pt idx="7125">
                  <c:v>5.3047404063205399E-2</c:v>
                </c:pt>
                <c:pt idx="7126">
                  <c:v>6.66349357448833E-2</c:v>
                </c:pt>
                <c:pt idx="7127">
                  <c:v>6.5290322580645099E-2</c:v>
                </c:pt>
                <c:pt idx="7128">
                  <c:v>6.4491844416562097E-2</c:v>
                </c:pt>
                <c:pt idx="7129">
                  <c:v>6.5340909090909005E-2</c:v>
                </c:pt>
                <c:pt idx="7130">
                  <c:v>5.5045871559633003E-2</c:v>
                </c:pt>
                <c:pt idx="7131">
                  <c:v>5.85516178736517E-2</c:v>
                </c:pt>
                <c:pt idx="7132">
                  <c:v>6.3914449142004406E-2</c:v>
                </c:pt>
                <c:pt idx="7133">
                  <c:v>5.9664076209576297E-2</c:v>
                </c:pt>
                <c:pt idx="7134">
                  <c:v>5.7853215395648999E-2</c:v>
                </c:pt>
                <c:pt idx="7135">
                  <c:v>5.36624631070566E-2</c:v>
                </c:pt>
                <c:pt idx="7136">
                  <c:v>5.6126482213438703E-2</c:v>
                </c:pt>
                <c:pt idx="7137">
                  <c:v>6.0830468130124299E-2</c:v>
                </c:pt>
                <c:pt idx="7138">
                  <c:v>0.13171434451533201</c:v>
                </c:pt>
                <c:pt idx="7139">
                  <c:v>0.107322654462242</c:v>
                </c:pt>
                <c:pt idx="7140">
                  <c:v>5.9755419677598599E-2</c:v>
                </c:pt>
                <c:pt idx="7141">
                  <c:v>5.8158319870759201E-2</c:v>
                </c:pt>
                <c:pt idx="7142">
                  <c:v>6.1776061776061701E-2</c:v>
                </c:pt>
                <c:pt idx="7143">
                  <c:v>6.2814070351758705E-2</c:v>
                </c:pt>
                <c:pt idx="7144">
                  <c:v>0.118338934229476</c:v>
                </c:pt>
                <c:pt idx="7145">
                  <c:v>5.7474518686296702E-2</c:v>
                </c:pt>
                <c:pt idx="7146">
                  <c:v>7.0405727923627606E-2</c:v>
                </c:pt>
                <c:pt idx="7147">
                  <c:v>6.8546301086394201E-2</c:v>
                </c:pt>
                <c:pt idx="7148">
                  <c:v>6.8462119305310806E-2</c:v>
                </c:pt>
                <c:pt idx="7149">
                  <c:v>6.8876229932677294E-2</c:v>
                </c:pt>
                <c:pt idx="7150">
                  <c:v>5.9049079754601198E-2</c:v>
                </c:pt>
                <c:pt idx="7151">
                  <c:v>6.31443298969072E-2</c:v>
                </c:pt>
                <c:pt idx="7152">
                  <c:v>6.7314884068810699E-2</c:v>
                </c:pt>
                <c:pt idx="7153">
                  <c:v>6.3615790797083197E-2</c:v>
                </c:pt>
                <c:pt idx="7154">
                  <c:v>6.1615919443778401E-2</c:v>
                </c:pt>
                <c:pt idx="7155">
                  <c:v>5.8443307298680303E-2</c:v>
                </c:pt>
                <c:pt idx="7156">
                  <c:v>6.0830468130124299E-2</c:v>
                </c:pt>
                <c:pt idx="7157">
                  <c:v>6.4439140811455797E-2</c:v>
                </c:pt>
                <c:pt idx="7158">
                  <c:v>0.131167763157894</c:v>
                </c:pt>
                <c:pt idx="7159">
                  <c:v>0.11182548794489</c:v>
                </c:pt>
                <c:pt idx="7160">
                  <c:v>0.13496415014761701</c:v>
                </c:pt>
                <c:pt idx="7161">
                  <c:v>0.13082583810302501</c:v>
                </c:pt>
                <c:pt idx="7162">
                  <c:v>0.131609870740305</c:v>
                </c:pt>
                <c:pt idx="7163">
                  <c:v>0.127293577981651</c:v>
                </c:pt>
                <c:pt idx="7164">
                  <c:v>0.139342790447117</c:v>
                </c:pt>
                <c:pt idx="7165">
                  <c:v>0.133980582524271</c:v>
                </c:pt>
                <c:pt idx="7166">
                  <c:v>0.12753517266581399</c:v>
                </c:pt>
                <c:pt idx="7167">
                  <c:v>0.13203124999999999</c:v>
                </c:pt>
                <c:pt idx="7168">
                  <c:v>0.12879221522610099</c:v>
                </c:pt>
                <c:pt idx="7169">
                  <c:v>0.13064736945041999</c:v>
                </c:pt>
                <c:pt idx="7170">
                  <c:v>0.128210116731517</c:v>
                </c:pt>
                <c:pt idx="7171">
                  <c:v>0.13227513227513199</c:v>
                </c:pt>
                <c:pt idx="7172">
                  <c:v>0.12723214285714199</c:v>
                </c:pt>
                <c:pt idx="7173">
                  <c:v>0.127293577981651</c:v>
                </c:pt>
                <c:pt idx="7174">
                  <c:v>0.122790868924889</c:v>
                </c:pt>
                <c:pt idx="7175">
                  <c:v>0.131057043549376</c:v>
                </c:pt>
                <c:pt idx="7176">
                  <c:v>0.132518043303929</c:v>
                </c:pt>
                <c:pt idx="7177">
                  <c:v>0.133346701423701</c:v>
                </c:pt>
                <c:pt idx="7178">
                  <c:v>0.12546874999999999</c:v>
                </c:pt>
                <c:pt idx="7179">
                  <c:v>0.135304347826086</c:v>
                </c:pt>
                <c:pt idx="7180">
                  <c:v>0.115347950428979</c:v>
                </c:pt>
                <c:pt idx="7181">
                  <c:v>0.111597878718007</c:v>
                </c:pt>
                <c:pt idx="7182">
                  <c:v>0.114569536423841</c:v>
                </c:pt>
                <c:pt idx="7183">
                  <c:v>0.112497311249731</c:v>
                </c:pt>
                <c:pt idx="7184">
                  <c:v>0.136004857316332</c:v>
                </c:pt>
                <c:pt idx="7185">
                  <c:v>0.113221329437545</c:v>
                </c:pt>
                <c:pt idx="7186">
                  <c:v>0.115921214608124</c:v>
                </c:pt>
                <c:pt idx="7187">
                  <c:v>0.120521892967713</c:v>
                </c:pt>
                <c:pt idx="7188">
                  <c:v>0.11725473321858799</c:v>
                </c:pt>
                <c:pt idx="7189">
                  <c:v>0.11918475852902</c:v>
                </c:pt>
                <c:pt idx="7190">
                  <c:v>0.11096520026263899</c:v>
                </c:pt>
                <c:pt idx="7191">
                  <c:v>0.11604774535809</c:v>
                </c:pt>
                <c:pt idx="7192">
                  <c:v>0.119516846789574</c:v>
                </c:pt>
                <c:pt idx="7193">
                  <c:v>0.11345532831001</c:v>
                </c:pt>
                <c:pt idx="7194">
                  <c:v>0.109597523219814</c:v>
                </c:pt>
                <c:pt idx="7195">
                  <c:v>0.11185424354243501</c:v>
                </c:pt>
                <c:pt idx="7196">
                  <c:v>0.114401989599819</c:v>
                </c:pt>
                <c:pt idx="7197">
                  <c:v>0.11912865895166699</c:v>
                </c:pt>
                <c:pt idx="7198">
                  <c:v>0.13673110720562301</c:v>
                </c:pt>
                <c:pt idx="7199">
                  <c:v>0.12828499124002299</c:v>
                </c:pt>
                <c:pt idx="7200">
                  <c:v>0.12939554125488301</c:v>
                </c:pt>
                <c:pt idx="7201">
                  <c:v>0.12558659217877</c:v>
                </c:pt>
                <c:pt idx="7202">
                  <c:v>0.12613390928725701</c:v>
                </c:pt>
                <c:pt idx="7203">
                  <c:v>0.124841303427845</c:v>
                </c:pt>
                <c:pt idx="7204">
                  <c:v>0.14460244342078901</c:v>
                </c:pt>
                <c:pt idx="7205">
                  <c:v>0.12903225806451599</c:v>
                </c:pt>
                <c:pt idx="7206">
                  <c:v>0.126065773447015</c:v>
                </c:pt>
                <c:pt idx="7207">
                  <c:v>0.13165872672152401</c:v>
                </c:pt>
                <c:pt idx="7208">
                  <c:v>0.12753807106598899</c:v>
                </c:pt>
                <c:pt idx="7209">
                  <c:v>0.131179531656548</c:v>
                </c:pt>
                <c:pt idx="7210">
                  <c:v>0.124114236633025</c:v>
                </c:pt>
                <c:pt idx="7211">
                  <c:v>0.12613390928725701</c:v>
                </c:pt>
                <c:pt idx="7212">
                  <c:v>0.12657166806370401</c:v>
                </c:pt>
                <c:pt idx="7213">
                  <c:v>0.124841303427845</c:v>
                </c:pt>
                <c:pt idx="7214">
                  <c:v>0.120798533306172</c:v>
                </c:pt>
                <c:pt idx="7215">
                  <c:v>0.12583817612874301</c:v>
                </c:pt>
                <c:pt idx="7216">
                  <c:v>0.12739695834251699</c:v>
                </c:pt>
                <c:pt idx="7217">
                  <c:v>0.13030035335689</c:v>
                </c:pt>
                <c:pt idx="7218">
                  <c:v>0.133460603956959</c:v>
                </c:pt>
                <c:pt idx="7219">
                  <c:v>0.14025571483920901</c:v>
                </c:pt>
                <c:pt idx="7220">
                  <c:v>0.124584349368211</c:v>
                </c:pt>
                <c:pt idx="7221">
                  <c:v>0.121035598705501</c:v>
                </c:pt>
                <c:pt idx="7222">
                  <c:v>0.121483642425505</c:v>
                </c:pt>
                <c:pt idx="7223">
                  <c:v>0.12017955519281701</c:v>
                </c:pt>
                <c:pt idx="7224">
                  <c:v>0.13910862434883201</c:v>
                </c:pt>
                <c:pt idx="7225">
                  <c:v>0.12423900789177</c:v>
                </c:pt>
                <c:pt idx="7226">
                  <c:v>0.12133072407044999</c:v>
                </c:pt>
                <c:pt idx="7227">
                  <c:v>0.12703719180944401</c:v>
                </c:pt>
                <c:pt idx="7228">
                  <c:v>0.12270688952303301</c:v>
                </c:pt>
                <c:pt idx="7229">
                  <c:v>0.126569037656903</c:v>
                </c:pt>
                <c:pt idx="7230">
                  <c:v>0.119486436115137</c:v>
                </c:pt>
                <c:pt idx="7231">
                  <c:v>0.121483642425505</c:v>
                </c:pt>
                <c:pt idx="7232">
                  <c:v>0.121670702179176</c:v>
                </c:pt>
                <c:pt idx="7233">
                  <c:v>0.12017955519281701</c:v>
                </c:pt>
                <c:pt idx="7234">
                  <c:v>0.116169544740973</c:v>
                </c:pt>
                <c:pt idx="7235">
                  <c:v>0.121277514026758</c:v>
                </c:pt>
                <c:pt idx="7236">
                  <c:v>0.122765957446808</c:v>
                </c:pt>
                <c:pt idx="7237">
                  <c:v>0.12579957356076699</c:v>
                </c:pt>
                <c:pt idx="7238">
                  <c:v>0.128707893413775</c:v>
                </c:pt>
                <c:pt idx="7239">
                  <c:v>0.134862898712926</c:v>
                </c:pt>
                <c:pt idx="7240">
                  <c:v>0.127222692633361</c:v>
                </c:pt>
                <c:pt idx="7241">
                  <c:v>0.123609394313967</c:v>
                </c:pt>
                <c:pt idx="7242">
                  <c:v>0.121578738595795</c:v>
                </c:pt>
                <c:pt idx="7243">
                  <c:v>0.12164788184998</c:v>
                </c:pt>
                <c:pt idx="7244">
                  <c:v>0.139261436707697</c:v>
                </c:pt>
                <c:pt idx="7245">
                  <c:v>0.127343244990303</c:v>
                </c:pt>
                <c:pt idx="7246">
                  <c:v>0.122137404580152</c:v>
                </c:pt>
                <c:pt idx="7247">
                  <c:v>0.127536808595304</c:v>
                </c:pt>
                <c:pt idx="7248">
                  <c:v>0.123545384018619</c:v>
                </c:pt>
                <c:pt idx="7249">
                  <c:v>0.126867157936666</c:v>
                </c:pt>
                <c:pt idx="7250">
                  <c:v>0.12093115012823</c:v>
                </c:pt>
                <c:pt idx="7251">
                  <c:v>0.122692078618225</c:v>
                </c:pt>
                <c:pt idx="7252">
                  <c:v>0.122914669223394</c:v>
                </c:pt>
                <c:pt idx="7253">
                  <c:v>0.12164788184998</c:v>
                </c:pt>
                <c:pt idx="7254">
                  <c:v>0.11742707554225799</c:v>
                </c:pt>
                <c:pt idx="7255">
                  <c:v>0.12384092314032499</c:v>
                </c:pt>
                <c:pt idx="7256">
                  <c:v>0.124847746650426</c:v>
                </c:pt>
                <c:pt idx="7257">
                  <c:v>0.127516778523489</c:v>
                </c:pt>
                <c:pt idx="7258">
                  <c:v>0.12757793764988001</c:v>
                </c:pt>
                <c:pt idx="7259">
                  <c:v>0.135135135135135</c:v>
                </c:pt>
                <c:pt idx="7260">
                  <c:v>0.126708074534161</c:v>
                </c:pt>
                <c:pt idx="7261">
                  <c:v>0.12318548387096701</c:v>
                </c:pt>
                <c:pt idx="7262">
                  <c:v>0.12339681305868599</c:v>
                </c:pt>
                <c:pt idx="7263">
                  <c:v>0.119878603945371</c:v>
                </c:pt>
                <c:pt idx="7264">
                  <c:v>0.13631465517241301</c:v>
                </c:pt>
                <c:pt idx="7265">
                  <c:v>0.12665964172813399</c:v>
                </c:pt>
                <c:pt idx="7266">
                  <c:v>0.120560917865598</c:v>
                </c:pt>
                <c:pt idx="7267">
                  <c:v>0.12529137529137499</c:v>
                </c:pt>
                <c:pt idx="7268">
                  <c:v>0.121378526794167</c:v>
                </c:pt>
                <c:pt idx="7269">
                  <c:v>0.12441679626749599</c:v>
                </c:pt>
                <c:pt idx="7270">
                  <c:v>0.12030075187969901</c:v>
                </c:pt>
                <c:pt idx="7271">
                  <c:v>0.12339681305868599</c:v>
                </c:pt>
                <c:pt idx="7272">
                  <c:v>0.121621621621621</c:v>
                </c:pt>
                <c:pt idx="7273">
                  <c:v>0.119878603945371</c:v>
                </c:pt>
                <c:pt idx="7274">
                  <c:v>0.115743280307185</c:v>
                </c:pt>
                <c:pt idx="7275">
                  <c:v>0.123411978221415</c:v>
                </c:pt>
                <c:pt idx="7276">
                  <c:v>0.124329692154915</c:v>
                </c:pt>
                <c:pt idx="7277">
                  <c:v>0.12604373757455201</c:v>
                </c:pt>
                <c:pt idx="7278">
                  <c:v>0.124000627057532</c:v>
                </c:pt>
                <c:pt idx="7279">
                  <c:v>0.13243995823181301</c:v>
                </c:pt>
                <c:pt idx="7280">
                  <c:v>0.148364485981308</c:v>
                </c:pt>
                <c:pt idx="7281">
                  <c:v>0.144183402804092</c:v>
                </c:pt>
                <c:pt idx="7282">
                  <c:v>0.14270092946965501</c:v>
                </c:pt>
                <c:pt idx="7283">
                  <c:v>0.13734210994484899</c:v>
                </c:pt>
                <c:pt idx="7284">
                  <c:v>0.130650769995032</c:v>
                </c:pt>
                <c:pt idx="7285">
                  <c:v>0.15035799522672999</c:v>
                </c:pt>
                <c:pt idx="7286">
                  <c:v>0.13658869728529899</c:v>
                </c:pt>
                <c:pt idx="7287">
                  <c:v>0.14181950245142499</c:v>
                </c:pt>
                <c:pt idx="7288">
                  <c:v>0.13690370633090901</c:v>
                </c:pt>
                <c:pt idx="7289">
                  <c:v>0.14116790976896401</c:v>
                </c:pt>
                <c:pt idx="7290">
                  <c:v>0.13952225841476601</c:v>
                </c:pt>
                <c:pt idx="7291">
                  <c:v>0.14332603938730801</c:v>
                </c:pt>
                <c:pt idx="7292">
                  <c:v>0.13637949075688799</c:v>
                </c:pt>
                <c:pt idx="7293">
                  <c:v>0.13734210994484899</c:v>
                </c:pt>
                <c:pt idx="7294">
                  <c:v>0.132795052396495</c:v>
                </c:pt>
                <c:pt idx="7295">
                  <c:v>0.14440022740193201</c:v>
                </c:pt>
                <c:pt idx="7296">
                  <c:v>0.143921057531186</c:v>
                </c:pt>
                <c:pt idx="7297">
                  <c:v>0.144692737430167</c:v>
                </c:pt>
                <c:pt idx="7298">
                  <c:v>0.118829183049366</c:v>
                </c:pt>
                <c:pt idx="7299">
                  <c:v>0.12735166425470301</c:v>
                </c:pt>
                <c:pt idx="7300">
                  <c:v>0.12667450058754401</c:v>
                </c:pt>
                <c:pt idx="7301">
                  <c:v>0.122943327239488</c:v>
                </c:pt>
                <c:pt idx="7302">
                  <c:v>0.123508616880247</c:v>
                </c:pt>
                <c:pt idx="7303">
                  <c:v>0.12264355362946899</c:v>
                </c:pt>
                <c:pt idx="7304">
                  <c:v>0.142886513157894</c:v>
                </c:pt>
                <c:pt idx="7305">
                  <c:v>0.125358166189111</c:v>
                </c:pt>
                <c:pt idx="7306">
                  <c:v>0.1240632805995</c:v>
                </c:pt>
                <c:pt idx="7307">
                  <c:v>0.12940394416131101</c:v>
                </c:pt>
                <c:pt idx="7308">
                  <c:v>0.12524377031419201</c:v>
                </c:pt>
                <c:pt idx="7309">
                  <c:v>0.12891058353672</c:v>
                </c:pt>
                <c:pt idx="7310">
                  <c:v>0.121785007693998</c:v>
                </c:pt>
                <c:pt idx="7311">
                  <c:v>0.123508616880247</c:v>
                </c:pt>
                <c:pt idx="7312">
                  <c:v>0.123711340206185</c:v>
                </c:pt>
                <c:pt idx="7313">
                  <c:v>0.12264355362946899</c:v>
                </c:pt>
                <c:pt idx="7314">
                  <c:v>0.118888424571667</c:v>
                </c:pt>
                <c:pt idx="7315">
                  <c:v>0.12345679012345601</c:v>
                </c:pt>
                <c:pt idx="7316">
                  <c:v>0.12516914749661701</c:v>
                </c:pt>
                <c:pt idx="7317">
                  <c:v>0.12788070492543999</c:v>
                </c:pt>
                <c:pt idx="7318">
                  <c:v>0.13357142857142801</c:v>
                </c:pt>
                <c:pt idx="7319">
                  <c:v>0.13896078041011301</c:v>
                </c:pt>
                <c:pt idx="7320">
                  <c:v>0.12647521636506601</c:v>
                </c:pt>
                <c:pt idx="7321">
                  <c:v>0.12284730195177899</c:v>
                </c:pt>
                <c:pt idx="7322">
                  <c:v>0.122651933701657</c:v>
                </c:pt>
                <c:pt idx="7323">
                  <c:v>0.119596541786743</c:v>
                </c:pt>
                <c:pt idx="7324">
                  <c:v>0.134140105675813</c:v>
                </c:pt>
                <c:pt idx="7325">
                  <c:v>0.126503608660785</c:v>
                </c:pt>
                <c:pt idx="7326">
                  <c:v>0.11724137931034399</c:v>
                </c:pt>
                <c:pt idx="7327">
                  <c:v>0.12437902483900599</c:v>
                </c:pt>
                <c:pt idx="7328">
                  <c:v>0.121021399028951</c:v>
                </c:pt>
                <c:pt idx="7329">
                  <c:v>0.123825317855168</c:v>
                </c:pt>
                <c:pt idx="7330">
                  <c:v>0.11985361390667799</c:v>
                </c:pt>
                <c:pt idx="7331">
                  <c:v>0.122032026504693</c:v>
                </c:pt>
                <c:pt idx="7332">
                  <c:v>0.120219546742209</c:v>
                </c:pt>
                <c:pt idx="7333">
                  <c:v>0.119596541786743</c:v>
                </c:pt>
                <c:pt idx="7334">
                  <c:v>0.115418042760298</c:v>
                </c:pt>
                <c:pt idx="7335">
                  <c:v>0.123062200956937</c:v>
                </c:pt>
                <c:pt idx="7336">
                  <c:v>0.12365894974590599</c:v>
                </c:pt>
                <c:pt idx="7337">
                  <c:v>0.125070634771143</c:v>
                </c:pt>
                <c:pt idx="7338">
                  <c:v>0.12141577060931801</c:v>
                </c:pt>
                <c:pt idx="7339">
                  <c:v>0.13008264462809899</c:v>
                </c:pt>
                <c:pt idx="7340">
                  <c:v>0.13608335105251901</c:v>
                </c:pt>
                <c:pt idx="7341">
                  <c:v>0.13245033112582699</c:v>
                </c:pt>
                <c:pt idx="7342">
                  <c:v>0.13143199042680401</c:v>
                </c:pt>
                <c:pt idx="7343">
                  <c:v>0.12711699435468099</c:v>
                </c:pt>
                <c:pt idx="7344">
                  <c:v>0.14199229499174401</c:v>
                </c:pt>
                <c:pt idx="7345">
                  <c:v>0.13587191691908199</c:v>
                </c:pt>
                <c:pt idx="7346">
                  <c:v>0.12730661696178899</c:v>
                </c:pt>
                <c:pt idx="7347">
                  <c:v>0.12999403697078099</c:v>
                </c:pt>
                <c:pt idx="7348">
                  <c:v>0.128349514563106</c:v>
                </c:pt>
                <c:pt idx="7349">
                  <c:v>0.13045210117506401</c:v>
                </c:pt>
                <c:pt idx="7350">
                  <c:v>0.12804274688303899</c:v>
                </c:pt>
                <c:pt idx="7351">
                  <c:v>0.13188347964884201</c:v>
                </c:pt>
                <c:pt idx="7352">
                  <c:v>0.12744721689059499</c:v>
                </c:pt>
                <c:pt idx="7353">
                  <c:v>0.12711699435468099</c:v>
                </c:pt>
                <c:pt idx="7354">
                  <c:v>0.12212455582569599</c:v>
                </c:pt>
                <c:pt idx="7355">
                  <c:v>0.13268474435934499</c:v>
                </c:pt>
                <c:pt idx="7356">
                  <c:v>0.13194868662186901</c:v>
                </c:pt>
                <c:pt idx="7357">
                  <c:v>0.13163784333672399</c:v>
                </c:pt>
                <c:pt idx="7358">
                  <c:v>0.12750716332378201</c:v>
                </c:pt>
                <c:pt idx="7359">
                  <c:v>0.13763746009223099</c:v>
                </c:pt>
                <c:pt idx="7360">
                  <c:v>0.130525005187798</c:v>
                </c:pt>
                <c:pt idx="7361">
                  <c:v>0.126971289931257</c:v>
                </c:pt>
                <c:pt idx="7362">
                  <c:v>0.12697176241479999</c:v>
                </c:pt>
                <c:pt idx="7363">
                  <c:v>0.123217341699942</c:v>
                </c:pt>
                <c:pt idx="7364">
                  <c:v>0.13822894168466501</c:v>
                </c:pt>
                <c:pt idx="7365">
                  <c:v>0.13006756756756699</c:v>
                </c:pt>
                <c:pt idx="7366">
                  <c:v>0.123972977907613</c:v>
                </c:pt>
                <c:pt idx="7367">
                  <c:v>0.12842965557501401</c:v>
                </c:pt>
                <c:pt idx="7368">
                  <c:v>0.12386191198785999</c:v>
                </c:pt>
                <c:pt idx="7369">
                  <c:v>0.12777561355667999</c:v>
                </c:pt>
                <c:pt idx="7370">
                  <c:v>0.12362372030133199</c:v>
                </c:pt>
                <c:pt idx="7371">
                  <c:v>0.127191273860537</c:v>
                </c:pt>
                <c:pt idx="7372">
                  <c:v>0.124929444967074</c:v>
                </c:pt>
                <c:pt idx="7373">
                  <c:v>0.123217341699942</c:v>
                </c:pt>
                <c:pt idx="7374">
                  <c:v>0.11895161290322501</c:v>
                </c:pt>
                <c:pt idx="7375">
                  <c:v>0.12719919110212299</c:v>
                </c:pt>
                <c:pt idx="7376">
                  <c:v>0.12783751493428899</c:v>
                </c:pt>
                <c:pt idx="7377">
                  <c:v>0.129109384339509</c:v>
                </c:pt>
                <c:pt idx="7378">
                  <c:v>0.12570710245128799</c:v>
                </c:pt>
                <c:pt idx="7379">
                  <c:v>0.13428671084757501</c:v>
                </c:pt>
                <c:pt idx="7380">
                  <c:v>0.13482428115015899</c:v>
                </c:pt>
                <c:pt idx="7381">
                  <c:v>0.13121890547263601</c:v>
                </c:pt>
                <c:pt idx="7382">
                  <c:v>0.13069544364508301</c:v>
                </c:pt>
                <c:pt idx="7383">
                  <c:v>0.12617004680187199</c:v>
                </c:pt>
                <c:pt idx="7384">
                  <c:v>0.14107044325915</c:v>
                </c:pt>
                <c:pt idx="7385">
                  <c:v>0.13483633210491999</c:v>
                </c:pt>
                <c:pt idx="7386">
                  <c:v>0.12668161434977501</c:v>
                </c:pt>
                <c:pt idx="7387">
                  <c:v>0.13038277511961699</c:v>
                </c:pt>
                <c:pt idx="7388">
                  <c:v>0.126968695314019</c:v>
                </c:pt>
                <c:pt idx="7389">
                  <c:v>0.12948922585794001</c:v>
                </c:pt>
                <c:pt idx="7390">
                  <c:v>0.12730517549077899</c:v>
                </c:pt>
                <c:pt idx="7391">
                  <c:v>0.13114754098360601</c:v>
                </c:pt>
                <c:pt idx="7392">
                  <c:v>0.12694748990190399</c:v>
                </c:pt>
                <c:pt idx="7393">
                  <c:v>0.12617004680187199</c:v>
                </c:pt>
                <c:pt idx="7394">
                  <c:v>0.121553179516038</c:v>
                </c:pt>
                <c:pt idx="7395">
                  <c:v>0.13145345220816901</c:v>
                </c:pt>
                <c:pt idx="7396">
                  <c:v>0.13142857142857101</c:v>
                </c:pt>
                <c:pt idx="7397">
                  <c:v>0.13204081632653</c:v>
                </c:pt>
                <c:pt idx="7398">
                  <c:v>0.12733663524524599</c:v>
                </c:pt>
                <c:pt idx="7399">
                  <c:v>0.13688145247419001</c:v>
                </c:pt>
                <c:pt idx="7400">
                  <c:v>0.12389566680689899</c:v>
                </c:pt>
                <c:pt idx="7401">
                  <c:v>0.120467117393976</c:v>
                </c:pt>
                <c:pt idx="7402">
                  <c:v>0.120481927710843</c:v>
                </c:pt>
                <c:pt idx="7403">
                  <c:v>0.118555705734697</c:v>
                </c:pt>
                <c:pt idx="7404">
                  <c:v>0.13645509420157301</c:v>
                </c:pt>
                <c:pt idx="7405">
                  <c:v>0.123475283543762</c:v>
                </c:pt>
                <c:pt idx="7406">
                  <c:v>0.119369786839666</c:v>
                </c:pt>
                <c:pt idx="7407">
                  <c:v>0.12418429899149599</c:v>
                </c:pt>
                <c:pt idx="7408">
                  <c:v>0.12044709963384</c:v>
                </c:pt>
                <c:pt idx="7409">
                  <c:v>0.123515439429928</c:v>
                </c:pt>
                <c:pt idx="7410">
                  <c:v>0.117796942375539</c:v>
                </c:pt>
                <c:pt idx="7411">
                  <c:v>0.120481927710843</c:v>
                </c:pt>
                <c:pt idx="7412">
                  <c:v>0.120267686424474</c:v>
                </c:pt>
                <c:pt idx="7413">
                  <c:v>0.118555705734697</c:v>
                </c:pt>
                <c:pt idx="7414">
                  <c:v>0.114540721457791</c:v>
                </c:pt>
                <c:pt idx="7415">
                  <c:v>0.12069672131147501</c:v>
                </c:pt>
                <c:pt idx="7416">
                  <c:v>0.121744397334948</c:v>
                </c:pt>
                <c:pt idx="7417">
                  <c:v>0.12416582406471099</c:v>
                </c:pt>
                <c:pt idx="7418">
                  <c:v>0.12541886069889899</c:v>
                </c:pt>
                <c:pt idx="7419">
                  <c:v>0.13250664304694401</c:v>
                </c:pt>
                <c:pt idx="7420">
                  <c:v>0.12793899597542799</c:v>
                </c:pt>
                <c:pt idx="7421">
                  <c:v>0.12430426716141001</c:v>
                </c:pt>
                <c:pt idx="7422">
                  <c:v>0.12336114421930799</c:v>
                </c:pt>
                <c:pt idx="7423">
                  <c:v>0.12230215827338101</c:v>
                </c:pt>
                <c:pt idx="7424">
                  <c:v>0.139889705882352</c:v>
                </c:pt>
                <c:pt idx="7425">
                  <c:v>0.12782927355033399</c:v>
                </c:pt>
                <c:pt idx="7426">
                  <c:v>0.122346368715083</c:v>
                </c:pt>
                <c:pt idx="7427">
                  <c:v>0.12821023292852801</c:v>
                </c:pt>
                <c:pt idx="7428">
                  <c:v>0.124199495439549</c:v>
                </c:pt>
                <c:pt idx="7429">
                  <c:v>0.127540852929453</c:v>
                </c:pt>
                <c:pt idx="7430">
                  <c:v>0.12159494670351299</c:v>
                </c:pt>
                <c:pt idx="7431">
                  <c:v>0.124031007751937</c:v>
                </c:pt>
                <c:pt idx="7432">
                  <c:v>0.12356101304681499</c:v>
                </c:pt>
                <c:pt idx="7433">
                  <c:v>0.12230215827338101</c:v>
                </c:pt>
                <c:pt idx="7434">
                  <c:v>0.118054256314312</c:v>
                </c:pt>
                <c:pt idx="7435">
                  <c:v>0.124536082474226</c:v>
                </c:pt>
                <c:pt idx="7436">
                  <c:v>0.12553321145642901</c:v>
                </c:pt>
                <c:pt idx="7437">
                  <c:v>0.128205128205128</c:v>
                </c:pt>
                <c:pt idx="7438">
                  <c:v>0.12811900191938499</c:v>
                </c:pt>
                <c:pt idx="7439">
                  <c:v>0.13574097135740901</c:v>
                </c:pt>
                <c:pt idx="7440">
                  <c:v>0.13082039911308199</c:v>
                </c:pt>
                <c:pt idx="7441">
                  <c:v>0.126834997064004</c:v>
                </c:pt>
                <c:pt idx="7442">
                  <c:v>0.12627214474180101</c:v>
                </c:pt>
                <c:pt idx="7443">
                  <c:v>0.123065585851142</c:v>
                </c:pt>
                <c:pt idx="7444">
                  <c:v>0.134811990989429</c:v>
                </c:pt>
                <c:pt idx="7445">
                  <c:v>0.13132976533552901</c:v>
                </c:pt>
                <c:pt idx="7446">
                  <c:v>0.122819383259911</c:v>
                </c:pt>
                <c:pt idx="7447">
                  <c:v>0.127115456938698</c:v>
                </c:pt>
                <c:pt idx="7448">
                  <c:v>0.12396542210778</c:v>
                </c:pt>
                <c:pt idx="7449">
                  <c:v>0.12726244343891399</c:v>
                </c:pt>
                <c:pt idx="7450">
                  <c:v>0.123385133870061</c:v>
                </c:pt>
                <c:pt idx="7451">
                  <c:v>0.12627214474180101</c:v>
                </c:pt>
                <c:pt idx="7452">
                  <c:v>0.12068965517241299</c:v>
                </c:pt>
                <c:pt idx="7453">
                  <c:v>0.123065585851142</c:v>
                </c:pt>
                <c:pt idx="7454">
                  <c:v>0.118671167170012</c:v>
                </c:pt>
                <c:pt idx="7455">
                  <c:v>0.12705559906029701</c:v>
                </c:pt>
                <c:pt idx="7456">
                  <c:v>0.127164293959215</c:v>
                </c:pt>
                <c:pt idx="7457">
                  <c:v>0.12795843756013001</c:v>
                </c:pt>
                <c:pt idx="7458">
                  <c:v>0.12125793770789201</c:v>
                </c:pt>
                <c:pt idx="7459">
                  <c:v>0.130982367758186</c:v>
                </c:pt>
                <c:pt idx="7460">
                  <c:v>0.126708074534161</c:v>
                </c:pt>
                <c:pt idx="7461">
                  <c:v>0.12318548387096701</c:v>
                </c:pt>
                <c:pt idx="7462">
                  <c:v>0.12339681305868599</c:v>
                </c:pt>
                <c:pt idx="7463">
                  <c:v>0.119878603945371</c:v>
                </c:pt>
                <c:pt idx="7464">
                  <c:v>0.13631465517241301</c:v>
                </c:pt>
                <c:pt idx="7465">
                  <c:v>0.126422250316055</c:v>
                </c:pt>
                <c:pt idx="7466">
                  <c:v>0.120560917865598</c:v>
                </c:pt>
                <c:pt idx="7467">
                  <c:v>0.12529137529137499</c:v>
                </c:pt>
                <c:pt idx="7468">
                  <c:v>0.121378526794167</c:v>
                </c:pt>
                <c:pt idx="7469">
                  <c:v>0.12441679626749599</c:v>
                </c:pt>
                <c:pt idx="7470">
                  <c:v>0.12030075187969901</c:v>
                </c:pt>
                <c:pt idx="7471">
                  <c:v>0.12339681305868599</c:v>
                </c:pt>
                <c:pt idx="7472">
                  <c:v>0.121621621621621</c:v>
                </c:pt>
                <c:pt idx="7473">
                  <c:v>0.119878603945371</c:v>
                </c:pt>
                <c:pt idx="7474">
                  <c:v>0.115743280307185</c:v>
                </c:pt>
                <c:pt idx="7475">
                  <c:v>0.123411978221415</c:v>
                </c:pt>
                <c:pt idx="7476">
                  <c:v>0.124329692154915</c:v>
                </c:pt>
                <c:pt idx="7477">
                  <c:v>0.12604373757455201</c:v>
                </c:pt>
                <c:pt idx="7478">
                  <c:v>0.124000627057532</c:v>
                </c:pt>
                <c:pt idx="7479">
                  <c:v>0.13243995823181301</c:v>
                </c:pt>
                <c:pt idx="7480">
                  <c:v>0.121206109898829</c:v>
                </c:pt>
                <c:pt idx="7481">
                  <c:v>0.117897178198685</c:v>
                </c:pt>
                <c:pt idx="7482">
                  <c:v>0.118691588785046</c:v>
                </c:pt>
                <c:pt idx="7483">
                  <c:v>0.115743280307185</c:v>
                </c:pt>
                <c:pt idx="7484">
                  <c:v>0.13203613620569801</c:v>
                </c:pt>
                <c:pt idx="7485">
                  <c:v>0.120985659462734</c:v>
                </c:pt>
                <c:pt idx="7486">
                  <c:v>0.11642631023566601</c:v>
                </c:pt>
                <c:pt idx="7487">
                  <c:v>0.120380739081746</c:v>
                </c:pt>
                <c:pt idx="7488">
                  <c:v>0.117196056955093</c:v>
                </c:pt>
                <c:pt idx="7489">
                  <c:v>0.119880306714045</c:v>
                </c:pt>
                <c:pt idx="7490">
                  <c:v>0.11581291759465399</c:v>
                </c:pt>
                <c:pt idx="7491">
                  <c:v>0.118691588785046</c:v>
                </c:pt>
                <c:pt idx="7492">
                  <c:v>0.11656772800863401</c:v>
                </c:pt>
                <c:pt idx="7493">
                  <c:v>0.115743280307185</c:v>
                </c:pt>
                <c:pt idx="7494">
                  <c:v>0.111699311805187</c:v>
                </c:pt>
                <c:pt idx="7495">
                  <c:v>0.118113280494877</c:v>
                </c:pt>
                <c:pt idx="7496">
                  <c:v>0.119147316330414</c:v>
                </c:pt>
                <c:pt idx="7497">
                  <c:v>0.120571428571428</c:v>
                </c:pt>
                <c:pt idx="7498">
                  <c:v>0.12048743335872</c:v>
                </c:pt>
                <c:pt idx="7499">
                  <c:v>0.12841253791708701</c:v>
                </c:pt>
                <c:pt idx="7500">
                  <c:v>0.125832223701731</c:v>
                </c:pt>
                <c:pt idx="7501">
                  <c:v>0.122246220302375</c:v>
                </c:pt>
                <c:pt idx="7502">
                  <c:v>0.12195121951219499</c:v>
                </c:pt>
                <c:pt idx="7503">
                  <c:v>0.12178177360032599</c:v>
                </c:pt>
                <c:pt idx="7504">
                  <c:v>0.1415313225058</c:v>
                </c:pt>
                <c:pt idx="7505">
                  <c:v>0.1255079006772</c:v>
                </c:pt>
                <c:pt idx="7506">
                  <c:v>0.12286890064667801</c:v>
                </c:pt>
                <c:pt idx="7507">
                  <c:v>0.12892423608204201</c:v>
                </c:pt>
                <c:pt idx="7508">
                  <c:v>0.124540628828093</c:v>
                </c:pt>
                <c:pt idx="7509">
                  <c:v>0.12845766974014999</c:v>
                </c:pt>
                <c:pt idx="7510">
                  <c:v>0.12087912087912001</c:v>
                </c:pt>
                <c:pt idx="7511">
                  <c:v>0.122887544335489</c:v>
                </c:pt>
                <c:pt idx="7512">
                  <c:v>0.12416582406471099</c:v>
                </c:pt>
                <c:pt idx="7513">
                  <c:v>0.12178177360032599</c:v>
                </c:pt>
                <c:pt idx="7514">
                  <c:v>0.11770485360581601</c:v>
                </c:pt>
                <c:pt idx="7515">
                  <c:v>0.122246220302375</c:v>
                </c:pt>
                <c:pt idx="7516">
                  <c:v>0.12396166134185301</c:v>
                </c:pt>
                <c:pt idx="7517">
                  <c:v>0.127482383087764</c:v>
                </c:pt>
                <c:pt idx="7518">
                  <c:v>0.13079247817327</c:v>
                </c:pt>
                <c:pt idx="7519">
                  <c:v>0.137196261682243</c:v>
                </c:pt>
                <c:pt idx="7520">
                  <c:v>0.12916575909387901</c:v>
                </c:pt>
                <c:pt idx="7521">
                  <c:v>0.12547689699025</c:v>
                </c:pt>
                <c:pt idx="7522">
                  <c:v>0.125383514011045</c:v>
                </c:pt>
                <c:pt idx="7523">
                  <c:v>0.12462432378280899</c:v>
                </c:pt>
                <c:pt idx="7524">
                  <c:v>0.14345193035579101</c:v>
                </c:pt>
                <c:pt idx="7525">
                  <c:v>0.12873919787281099</c:v>
                </c:pt>
                <c:pt idx="7526">
                  <c:v>0.125071935545751</c:v>
                </c:pt>
                <c:pt idx="7527">
                  <c:v>0.130381303813038</c:v>
                </c:pt>
                <c:pt idx="7528">
                  <c:v>0.12687612567540499</c:v>
                </c:pt>
                <c:pt idx="7529">
                  <c:v>0.12992610837438401</c:v>
                </c:pt>
                <c:pt idx="7530">
                  <c:v>0.123627490849939</c:v>
                </c:pt>
                <c:pt idx="7531">
                  <c:v>0.126305015353121</c:v>
                </c:pt>
                <c:pt idx="7532">
                  <c:v>0.12685533346526801</c:v>
                </c:pt>
                <c:pt idx="7533">
                  <c:v>0.12462432378280899</c:v>
                </c:pt>
                <c:pt idx="7534">
                  <c:v>0.12016175621028299</c:v>
                </c:pt>
                <c:pt idx="7535">
                  <c:v>0.12547689699025</c:v>
                </c:pt>
                <c:pt idx="7536">
                  <c:v>0.126801754752454</c:v>
                </c:pt>
                <c:pt idx="7537">
                  <c:v>0.13002512562814</c:v>
                </c:pt>
                <c:pt idx="7538">
                  <c:v>0.13103448275862001</c:v>
                </c:pt>
                <c:pt idx="7539">
                  <c:v>0.13878222709818899</c:v>
                </c:pt>
                <c:pt idx="7540">
                  <c:v>0.134266345943581</c:v>
                </c:pt>
                <c:pt idx="7541">
                  <c:v>0.13066609917003599</c:v>
                </c:pt>
                <c:pt idx="7542">
                  <c:v>0.130622304374614</c:v>
                </c:pt>
                <c:pt idx="7543">
                  <c:v>0.12748444087532601</c:v>
                </c:pt>
                <c:pt idx="7544">
                  <c:v>0.144452858765619</c:v>
                </c:pt>
                <c:pt idx="7545">
                  <c:v>0.13392658509454899</c:v>
                </c:pt>
                <c:pt idx="7546">
                  <c:v>0.12781087833941901</c:v>
                </c:pt>
                <c:pt idx="7547">
                  <c:v>0.131228214066024</c:v>
                </c:pt>
                <c:pt idx="7548">
                  <c:v>0.12905811623246399</c:v>
                </c:pt>
                <c:pt idx="7549">
                  <c:v>0.13123844731977799</c:v>
                </c:pt>
                <c:pt idx="7550">
                  <c:v>0.12767693249031201</c:v>
                </c:pt>
                <c:pt idx="7551">
                  <c:v>0.13108691185535201</c:v>
                </c:pt>
                <c:pt idx="7552">
                  <c:v>0.127895466244308</c:v>
                </c:pt>
                <c:pt idx="7553">
                  <c:v>0.12748444087532601</c:v>
                </c:pt>
                <c:pt idx="7554">
                  <c:v>0.12268518518518499</c:v>
                </c:pt>
                <c:pt idx="7555">
                  <c:v>0.130906768837803</c:v>
                </c:pt>
                <c:pt idx="7556">
                  <c:v>0.131446540880503</c:v>
                </c:pt>
                <c:pt idx="7557">
                  <c:v>0.13160100586755999</c:v>
                </c:pt>
                <c:pt idx="7558">
                  <c:v>0.13004263693014101</c:v>
                </c:pt>
                <c:pt idx="7559">
                  <c:v>0.13995609220636601</c:v>
                </c:pt>
                <c:pt idx="7560">
                  <c:v>0.132160053129669</c:v>
                </c:pt>
                <c:pt idx="7561">
                  <c:v>0.12864077669902901</c:v>
                </c:pt>
                <c:pt idx="7562">
                  <c:v>0.12722725851828601</c:v>
                </c:pt>
                <c:pt idx="7563">
                  <c:v>0.12264584290307699</c:v>
                </c:pt>
                <c:pt idx="7564">
                  <c:v>0.117291936179387</c:v>
                </c:pt>
                <c:pt idx="7565">
                  <c:v>0.13429541595925201</c:v>
                </c:pt>
                <c:pt idx="7566">
                  <c:v>0.12140433692284899</c:v>
                </c:pt>
                <c:pt idx="7567">
                  <c:v>0.12552496500233301</c:v>
                </c:pt>
                <c:pt idx="7568">
                  <c:v>0.122364802933088</c:v>
                </c:pt>
                <c:pt idx="7569">
                  <c:v>0.12523393636930699</c:v>
                </c:pt>
                <c:pt idx="7570">
                  <c:v>0.124708443476908</c:v>
                </c:pt>
                <c:pt idx="7571">
                  <c:v>0.12775605942142201</c:v>
                </c:pt>
                <c:pt idx="7572">
                  <c:v>0.119762258543833</c:v>
                </c:pt>
                <c:pt idx="7573">
                  <c:v>0.12264584290307699</c:v>
                </c:pt>
                <c:pt idx="7574">
                  <c:v>0.119037004012483</c:v>
                </c:pt>
                <c:pt idx="7575">
                  <c:v>0.12882343421265499</c:v>
                </c:pt>
                <c:pt idx="7576">
                  <c:v>0.12780162136385301</c:v>
                </c:pt>
                <c:pt idx="7577">
                  <c:v>0.12756155679110401</c:v>
                </c:pt>
                <c:pt idx="7578">
                  <c:v>0.103708439897698</c:v>
                </c:pt>
                <c:pt idx="7579">
                  <c:v>0.114129673715165</c:v>
                </c:pt>
                <c:pt idx="7580">
                  <c:v>0.14333895446880199</c:v>
                </c:pt>
                <c:pt idx="7581">
                  <c:v>0.139288969917958</c:v>
                </c:pt>
                <c:pt idx="7582">
                  <c:v>0.138131268696111</c:v>
                </c:pt>
                <c:pt idx="7583">
                  <c:v>0.13305827746260901</c:v>
                </c:pt>
                <c:pt idx="7584">
                  <c:v>0.12710640346653801</c:v>
                </c:pt>
                <c:pt idx="7585">
                  <c:v>0.14575751771691201</c:v>
                </c:pt>
                <c:pt idx="7586">
                  <c:v>0.13218770654329101</c:v>
                </c:pt>
                <c:pt idx="7587">
                  <c:v>0.13715186547556399</c:v>
                </c:pt>
                <c:pt idx="7588">
                  <c:v>0.132647814910025</c:v>
                </c:pt>
                <c:pt idx="7589">
                  <c:v>0.13665905497979899</c:v>
                </c:pt>
                <c:pt idx="7590">
                  <c:v>0.135092624956308</c:v>
                </c:pt>
                <c:pt idx="7591">
                  <c:v>0.138732394366197</c:v>
                </c:pt>
                <c:pt idx="7592">
                  <c:v>0.13154362416107299</c:v>
                </c:pt>
                <c:pt idx="7593">
                  <c:v>0.13305827746260901</c:v>
                </c:pt>
                <c:pt idx="7594">
                  <c:v>0.128801728436097</c:v>
                </c:pt>
                <c:pt idx="7595">
                  <c:v>0.13949671772428801</c:v>
                </c:pt>
                <c:pt idx="7596">
                  <c:v>0.13856068743286701</c:v>
                </c:pt>
                <c:pt idx="7597">
                  <c:v>0.139505730659025</c:v>
                </c:pt>
                <c:pt idx="7598">
                  <c:v>0.115390060880645</c:v>
                </c:pt>
                <c:pt idx="7599">
                  <c:v>0.122954651706404</c:v>
                </c:pt>
                <c:pt idx="7600">
                  <c:v>0.102009666751462</c:v>
                </c:pt>
                <c:pt idx="7601">
                  <c:v>9.8643649815043102E-2</c:v>
                </c:pt>
                <c:pt idx="7602">
                  <c:v>9.9976252671574395E-2</c:v>
                </c:pt>
                <c:pt idx="7603">
                  <c:v>9.9140933364290695E-2</c:v>
                </c:pt>
                <c:pt idx="7604">
                  <c:v>0.13011889035667101</c:v>
                </c:pt>
                <c:pt idx="7605">
                  <c:v>0.101295336787564</c:v>
                </c:pt>
                <c:pt idx="7606">
                  <c:v>0.10406937958639</c:v>
                </c:pt>
                <c:pt idx="7607">
                  <c:v>0.106768350810295</c:v>
                </c:pt>
                <c:pt idx="7608">
                  <c:v>0.10364861724378301</c:v>
                </c:pt>
                <c:pt idx="7609">
                  <c:v>0.105941302791696</c:v>
                </c:pt>
                <c:pt idx="7610">
                  <c:v>9.79235488437942E-2</c:v>
                </c:pt>
                <c:pt idx="7611">
                  <c:v>0.100760456273764</c:v>
                </c:pt>
                <c:pt idx="7612">
                  <c:v>0.102534562211981</c:v>
                </c:pt>
                <c:pt idx="7613">
                  <c:v>0.100162677201952</c:v>
                </c:pt>
                <c:pt idx="7614">
                  <c:v>9.7234611953612798E-2</c:v>
                </c:pt>
                <c:pt idx="7615">
                  <c:v>9.8914652195362607E-2</c:v>
                </c:pt>
                <c:pt idx="7616">
                  <c:v>0.100509832483612</c:v>
                </c:pt>
                <c:pt idx="7617">
                  <c:v>0.104455807158509</c:v>
                </c:pt>
                <c:pt idx="7618">
                  <c:v>0.13921869015702701</c:v>
                </c:pt>
                <c:pt idx="7619">
                  <c:v>0.12230215827338101</c:v>
                </c:pt>
                <c:pt idx="7620">
                  <c:v>9.7919216646266793E-2</c:v>
                </c:pt>
                <c:pt idx="7621">
                  <c:v>9.4796863863150393E-2</c:v>
                </c:pt>
                <c:pt idx="7622">
                  <c:v>9.6021947873799696E-2</c:v>
                </c:pt>
                <c:pt idx="7623">
                  <c:v>9.5174262734584403E-2</c:v>
                </c:pt>
                <c:pt idx="7624">
                  <c:v>0.124841303427845</c:v>
                </c:pt>
                <c:pt idx="7625">
                  <c:v>9.7232610321615495E-2</c:v>
                </c:pt>
                <c:pt idx="7626">
                  <c:v>9.9893048128342196E-2</c:v>
                </c:pt>
                <c:pt idx="7627">
                  <c:v>0.102799449288664</c:v>
                </c:pt>
                <c:pt idx="7628">
                  <c:v>9.9441340782122897E-2</c:v>
                </c:pt>
                <c:pt idx="7629">
                  <c:v>0.10199862164024801</c:v>
                </c:pt>
                <c:pt idx="7630">
                  <c:v>9.4005449591280599E-2</c:v>
                </c:pt>
                <c:pt idx="7631">
                  <c:v>9.6774193548387094E-2</c:v>
                </c:pt>
                <c:pt idx="7632">
                  <c:v>9.8273572377158003E-2</c:v>
                </c:pt>
                <c:pt idx="7633">
                  <c:v>9.6153846153846104E-2</c:v>
                </c:pt>
                <c:pt idx="7634">
                  <c:v>9.3247588424437297E-2</c:v>
                </c:pt>
                <c:pt idx="7635">
                  <c:v>9.5057034220532299E-2</c:v>
                </c:pt>
                <c:pt idx="7636">
                  <c:v>9.6585594013096299E-2</c:v>
                </c:pt>
                <c:pt idx="7637">
                  <c:v>0.100633356790992</c:v>
                </c:pt>
                <c:pt idx="7638">
                  <c:v>0.133923630326508</c:v>
                </c:pt>
                <c:pt idx="7639">
                  <c:v>0.11730026428135799</c:v>
                </c:pt>
                <c:pt idx="7640">
                  <c:v>0.102570093457943</c:v>
                </c:pt>
                <c:pt idx="7641">
                  <c:v>9.9319727891156395E-2</c:v>
                </c:pt>
                <c:pt idx="7642">
                  <c:v>9.8563968668407304E-2</c:v>
                </c:pt>
                <c:pt idx="7643">
                  <c:v>9.9382847414343403E-2</c:v>
                </c:pt>
                <c:pt idx="7644">
                  <c:v>0.127115229653505</c:v>
                </c:pt>
                <c:pt idx="7645">
                  <c:v>0.101880504641751</c:v>
                </c:pt>
                <c:pt idx="7646">
                  <c:v>0.103399145125178</c:v>
                </c:pt>
                <c:pt idx="7647">
                  <c:v>0.106955380577427</c:v>
                </c:pt>
                <c:pt idx="7648">
                  <c:v>0.103617021276595</c:v>
                </c:pt>
                <c:pt idx="7649">
                  <c:v>0.106438896189224</c:v>
                </c:pt>
                <c:pt idx="7650">
                  <c:v>9.82258762440502E-2</c:v>
                </c:pt>
                <c:pt idx="7651">
                  <c:v>0.100479511769834</c:v>
                </c:pt>
                <c:pt idx="7652">
                  <c:v>0.10267199663370501</c:v>
                </c:pt>
                <c:pt idx="7653">
                  <c:v>0.100319488817891</c:v>
                </c:pt>
                <c:pt idx="7654">
                  <c:v>9.7261953412341604E-2</c:v>
                </c:pt>
                <c:pt idx="7655">
                  <c:v>9.9569063279655201E-2</c:v>
                </c:pt>
                <c:pt idx="7656">
                  <c:v>0.10107095046854001</c:v>
                </c:pt>
                <c:pt idx="7657">
                  <c:v>0.104945177892145</c:v>
                </c:pt>
                <c:pt idx="7658">
                  <c:v>0.13423645320197</c:v>
                </c:pt>
                <c:pt idx="7659">
                  <c:v>0.11976744186046499</c:v>
                </c:pt>
                <c:pt idx="7660">
                  <c:v>0.102710088818036</c:v>
                </c:pt>
                <c:pt idx="7661">
                  <c:v>9.9535500995355006E-2</c:v>
                </c:pt>
                <c:pt idx="7662">
                  <c:v>0.101403061224489</c:v>
                </c:pt>
                <c:pt idx="7663">
                  <c:v>9.9502487562189004E-2</c:v>
                </c:pt>
                <c:pt idx="7664">
                  <c:v>0.12581089050520899</c:v>
                </c:pt>
                <c:pt idx="7665">
                  <c:v>0.101856148491879</c:v>
                </c:pt>
                <c:pt idx="7666">
                  <c:v>0.10353736089030199</c:v>
                </c:pt>
                <c:pt idx="7667">
                  <c:v>0.10724946695095899</c:v>
                </c:pt>
                <c:pt idx="7668">
                  <c:v>0.10346257516068801</c:v>
                </c:pt>
                <c:pt idx="7669">
                  <c:v>0.106510138740661</c:v>
                </c:pt>
                <c:pt idx="7670">
                  <c:v>9.8440134907251203E-2</c:v>
                </c:pt>
                <c:pt idx="7671">
                  <c:v>0.102105934907466</c:v>
                </c:pt>
                <c:pt idx="7672">
                  <c:v>0.103930849969129</c:v>
                </c:pt>
                <c:pt idx="7673">
                  <c:v>0.10041493775933601</c:v>
                </c:pt>
                <c:pt idx="7674">
                  <c:v>9.7327483047466995E-2</c:v>
                </c:pt>
                <c:pt idx="7675">
                  <c:v>9.97787610619469E-2</c:v>
                </c:pt>
                <c:pt idx="7676">
                  <c:v>0.10141458106637601</c:v>
                </c:pt>
                <c:pt idx="7677">
                  <c:v>0.105435494433529</c:v>
                </c:pt>
                <c:pt idx="7678">
                  <c:v>0.13158801240096399</c:v>
                </c:pt>
                <c:pt idx="7679">
                  <c:v>0.11874999999999999</c:v>
                </c:pt>
                <c:pt idx="7680">
                  <c:v>0.13913418048675399</c:v>
                </c:pt>
                <c:pt idx="7681">
                  <c:v>0.13479623824451401</c:v>
                </c:pt>
                <c:pt idx="7682">
                  <c:v>0.13424163494289701</c:v>
                </c:pt>
                <c:pt idx="7683">
                  <c:v>0.12990818519242001</c:v>
                </c:pt>
                <c:pt idx="7684">
                  <c:v>0.12888001452169101</c:v>
                </c:pt>
                <c:pt idx="7685">
                  <c:v>0.140779907468605</c:v>
                </c:pt>
                <c:pt idx="7686">
                  <c:v>0.131101552272302</c:v>
                </c:pt>
                <c:pt idx="7687">
                  <c:v>0.13534586165533699</c:v>
                </c:pt>
                <c:pt idx="7688">
                  <c:v>0.13055339049103601</c:v>
                </c:pt>
                <c:pt idx="7689">
                  <c:v>0.134388143400761</c:v>
                </c:pt>
                <c:pt idx="7690">
                  <c:v>0.130815109343936</c:v>
                </c:pt>
                <c:pt idx="7691">
                  <c:v>0.135606820461384</c:v>
                </c:pt>
                <c:pt idx="7692">
                  <c:v>0.131695143021693</c:v>
                </c:pt>
                <c:pt idx="7693">
                  <c:v>0.13034981434434201</c:v>
                </c:pt>
                <c:pt idx="7694">
                  <c:v>0.12627022958223499</c:v>
                </c:pt>
                <c:pt idx="7695">
                  <c:v>0.13503344481605301</c:v>
                </c:pt>
                <c:pt idx="7696">
                  <c:v>0.134919007586631</c:v>
                </c:pt>
                <c:pt idx="7697">
                  <c:v>0.13669950738916201</c:v>
                </c:pt>
                <c:pt idx="7698">
                  <c:v>0.12607449856733499</c:v>
                </c:pt>
                <c:pt idx="7699">
                  <c:v>0.124538907430177</c:v>
                </c:pt>
                <c:pt idx="7700">
                  <c:v>9.7845834414741706E-2</c:v>
                </c:pt>
                <c:pt idx="7701">
                  <c:v>9.4614997483643604E-2</c:v>
                </c:pt>
                <c:pt idx="7702">
                  <c:v>9.5468863581293903E-2</c:v>
                </c:pt>
                <c:pt idx="7703">
                  <c:v>9.5113851992409806E-2</c:v>
                </c:pt>
                <c:pt idx="7704">
                  <c:v>0.12703068592057701</c:v>
                </c:pt>
                <c:pt idx="7705">
                  <c:v>9.5803642121931903E-2</c:v>
                </c:pt>
                <c:pt idx="7706">
                  <c:v>0.100591715976331</c:v>
                </c:pt>
                <c:pt idx="7707">
                  <c:v>0.102651423011432</c:v>
                </c:pt>
                <c:pt idx="7708">
                  <c:v>9.9524940617577204E-2</c:v>
                </c:pt>
                <c:pt idx="7709">
                  <c:v>0.10180224062347699</c:v>
                </c:pt>
                <c:pt idx="7710">
                  <c:v>9.3998553868402002E-2</c:v>
                </c:pt>
                <c:pt idx="7711">
                  <c:v>9.6265761396702204E-2</c:v>
                </c:pt>
                <c:pt idx="7712">
                  <c:v>9.8302687411598297E-2</c:v>
                </c:pt>
                <c:pt idx="7713">
                  <c:v>9.6153846153846104E-2</c:v>
                </c:pt>
                <c:pt idx="7714">
                  <c:v>9.3585939283268596E-2</c:v>
                </c:pt>
                <c:pt idx="7715">
                  <c:v>9.4890510948905105E-2</c:v>
                </c:pt>
                <c:pt idx="7716">
                  <c:v>9.6382556987115897E-2</c:v>
                </c:pt>
                <c:pt idx="7717">
                  <c:v>0.10039761431411499</c:v>
                </c:pt>
                <c:pt idx="7718">
                  <c:v>0.13768686073957501</c:v>
                </c:pt>
                <c:pt idx="7719">
                  <c:v>0.11938354677664401</c:v>
                </c:pt>
                <c:pt idx="7720">
                  <c:v>0.107312851579402</c:v>
                </c:pt>
                <c:pt idx="7721">
                  <c:v>0.103904282115869</c:v>
                </c:pt>
                <c:pt idx="7722">
                  <c:v>0.104913411196133</c:v>
                </c:pt>
                <c:pt idx="7723">
                  <c:v>0.102871754523996</c:v>
                </c:pt>
                <c:pt idx="7724">
                  <c:v>0.12590799031476901</c:v>
                </c:pt>
                <c:pt idx="7725">
                  <c:v>0.107111307420494</c:v>
                </c:pt>
                <c:pt idx="7726">
                  <c:v>0.102328201276755</c:v>
                </c:pt>
                <c:pt idx="7727">
                  <c:v>0.11016949152542301</c:v>
                </c:pt>
                <c:pt idx="7728">
                  <c:v>0.105977192292567</c:v>
                </c:pt>
                <c:pt idx="7729">
                  <c:v>0.109090909090909</c:v>
                </c:pt>
                <c:pt idx="7730">
                  <c:v>0.10197960407918399</c:v>
                </c:pt>
                <c:pt idx="7731">
                  <c:v>0.104468599033816</c:v>
                </c:pt>
                <c:pt idx="7732">
                  <c:v>0.105813953488372</c:v>
                </c:pt>
                <c:pt idx="7733">
                  <c:v>0.10308872712964701</c:v>
                </c:pt>
                <c:pt idx="7734">
                  <c:v>9.9791706116265796E-2</c:v>
                </c:pt>
                <c:pt idx="7735">
                  <c:v>0.104136048708796</c:v>
                </c:pt>
                <c:pt idx="7736">
                  <c:v>0.105360824742268</c:v>
                </c:pt>
                <c:pt idx="7737">
                  <c:v>0.108951829646475</c:v>
                </c:pt>
                <c:pt idx="7738">
                  <c:v>0.129296235679214</c:v>
                </c:pt>
                <c:pt idx="7739">
                  <c:v>0.11893639956881</c:v>
                </c:pt>
                <c:pt idx="7740">
                  <c:v>0.114063969896519</c:v>
                </c:pt>
                <c:pt idx="7741">
                  <c:v>0.110705318420451</c:v>
                </c:pt>
                <c:pt idx="7742">
                  <c:v>0.112403951701427</c:v>
                </c:pt>
                <c:pt idx="7743">
                  <c:v>0.110539845758354</c:v>
                </c:pt>
                <c:pt idx="7744">
                  <c:v>0.134006054490413</c:v>
                </c:pt>
                <c:pt idx="7745">
                  <c:v>0.113320555821753</c:v>
                </c:pt>
                <c:pt idx="7746">
                  <c:v>0.114022517911975</c:v>
                </c:pt>
                <c:pt idx="7747">
                  <c:v>0.11552822314957099</c:v>
                </c:pt>
                <c:pt idx="7748">
                  <c:v>0.11384549539910099</c:v>
                </c:pt>
                <c:pt idx="7749">
                  <c:v>0.115266168059832</c:v>
                </c:pt>
                <c:pt idx="7750">
                  <c:v>0.108837614279495</c:v>
                </c:pt>
                <c:pt idx="7751">
                  <c:v>0.113626373626373</c:v>
                </c:pt>
                <c:pt idx="7752">
                  <c:v>0.11561306745863301</c:v>
                </c:pt>
                <c:pt idx="7753">
                  <c:v>0.11125401929260401</c:v>
                </c:pt>
                <c:pt idx="7754">
                  <c:v>0.107370149866557</c:v>
                </c:pt>
                <c:pt idx="7755">
                  <c:v>0.110958904109589</c:v>
                </c:pt>
                <c:pt idx="7756">
                  <c:v>0.112283853581854</c:v>
                </c:pt>
                <c:pt idx="7757">
                  <c:v>0.115713642503376</c:v>
                </c:pt>
                <c:pt idx="7758">
                  <c:v>0.136515178101421</c:v>
                </c:pt>
                <c:pt idx="7759">
                  <c:v>0.12623618382780599</c:v>
                </c:pt>
                <c:pt idx="7760">
                  <c:v>0.109053497942386</c:v>
                </c:pt>
                <c:pt idx="7761">
                  <c:v>0.105754276827371</c:v>
                </c:pt>
                <c:pt idx="7762">
                  <c:v>0.10779082177161101</c:v>
                </c:pt>
                <c:pt idx="7763">
                  <c:v>0.10555902560899399</c:v>
                </c:pt>
                <c:pt idx="7764">
                  <c:v>0.13003157063930501</c:v>
                </c:pt>
                <c:pt idx="7765">
                  <c:v>0.108057755006986</c:v>
                </c:pt>
                <c:pt idx="7766">
                  <c:v>0.10891681627767801</c:v>
                </c:pt>
                <c:pt idx="7767">
                  <c:v>0.112965340179717</c:v>
                </c:pt>
                <c:pt idx="7768">
                  <c:v>0.108614232209737</c:v>
                </c:pt>
                <c:pt idx="7769">
                  <c:v>0.11199143468950699</c:v>
                </c:pt>
                <c:pt idx="7770">
                  <c:v>0.104294478527607</c:v>
                </c:pt>
                <c:pt idx="7771">
                  <c:v>0.10850064075181499</c:v>
                </c:pt>
                <c:pt idx="7772">
                  <c:v>0.110651499482936</c:v>
                </c:pt>
                <c:pt idx="7773">
                  <c:v>0.105789254477301</c:v>
                </c:pt>
                <c:pt idx="7774">
                  <c:v>0.10248198558847001</c:v>
                </c:pt>
                <c:pt idx="7775">
                  <c:v>0.106</c:v>
                </c:pt>
                <c:pt idx="7776">
                  <c:v>0.107783121993878</c:v>
                </c:pt>
                <c:pt idx="7777">
                  <c:v>0.11184210526315699</c:v>
                </c:pt>
                <c:pt idx="7778">
                  <c:v>0.133413876423886</c:v>
                </c:pt>
                <c:pt idx="7779">
                  <c:v>0.122790344041056</c:v>
                </c:pt>
                <c:pt idx="7780">
                  <c:v>0.112891821824181</c:v>
                </c:pt>
                <c:pt idx="7781">
                  <c:v>0.109560841720036</c:v>
                </c:pt>
                <c:pt idx="7782">
                  <c:v>0.111551155115511</c:v>
                </c:pt>
                <c:pt idx="7783">
                  <c:v>0.109465550547327</c:v>
                </c:pt>
                <c:pt idx="7784">
                  <c:v>0.133198380566801</c:v>
                </c:pt>
                <c:pt idx="7785">
                  <c:v>0.112124849939975</c:v>
                </c:pt>
                <c:pt idx="7786">
                  <c:v>0.11261538461538401</c:v>
                </c:pt>
                <c:pt idx="7787">
                  <c:v>0.11541850220264301</c:v>
                </c:pt>
                <c:pt idx="7788">
                  <c:v>0.112540192926045</c:v>
                </c:pt>
                <c:pt idx="7789">
                  <c:v>0.114663726571113</c:v>
                </c:pt>
                <c:pt idx="7790">
                  <c:v>0.107984293193717</c:v>
                </c:pt>
                <c:pt idx="7791">
                  <c:v>0.112775330396475</c:v>
                </c:pt>
                <c:pt idx="7792">
                  <c:v>0.114322141946451</c:v>
                </c:pt>
                <c:pt idx="7793">
                  <c:v>0.109942022761434</c:v>
                </c:pt>
                <c:pt idx="7794">
                  <c:v>0.106238418777022</c:v>
                </c:pt>
                <c:pt idx="7795">
                  <c:v>0.109814687714481</c:v>
                </c:pt>
                <c:pt idx="7796">
                  <c:v>0.111411208642808</c:v>
                </c:pt>
                <c:pt idx="7797">
                  <c:v>0.115098171970209</c:v>
                </c:pt>
                <c:pt idx="7798">
                  <c:v>0.13596336738288101</c:v>
                </c:pt>
                <c:pt idx="7799">
                  <c:v>0.125584112149532</c:v>
                </c:pt>
                <c:pt idx="7800">
                  <c:v>9.9119962945808202E-2</c:v>
                </c:pt>
                <c:pt idx="7801">
                  <c:v>9.6062992125984195E-2</c:v>
                </c:pt>
                <c:pt idx="7802">
                  <c:v>9.7513513513513506E-2</c:v>
                </c:pt>
                <c:pt idx="7803">
                  <c:v>9.6202531645569606E-2</c:v>
                </c:pt>
                <c:pt idx="7804">
                  <c:v>0.123874324594756</c:v>
                </c:pt>
                <c:pt idx="7805">
                  <c:v>9.8372257607926394E-2</c:v>
                </c:pt>
                <c:pt idx="7806">
                  <c:v>0.10028305701577001</c:v>
                </c:pt>
                <c:pt idx="7807">
                  <c:v>0.103209019947961</c:v>
                </c:pt>
                <c:pt idx="7808">
                  <c:v>0.100168705187684</c:v>
                </c:pt>
                <c:pt idx="7809">
                  <c:v>0.102692140686061</c:v>
                </c:pt>
                <c:pt idx="7810">
                  <c:v>9.5003216813210306E-2</c:v>
                </c:pt>
                <c:pt idx="7811">
                  <c:v>9.82258762440502E-2</c:v>
                </c:pt>
                <c:pt idx="7812">
                  <c:v>9.99371464487743E-2</c:v>
                </c:pt>
                <c:pt idx="7813">
                  <c:v>9.7128378378378302E-2</c:v>
                </c:pt>
                <c:pt idx="7814">
                  <c:v>9.4060409487127503E-2</c:v>
                </c:pt>
                <c:pt idx="7815">
                  <c:v>9.6309630963096304E-2</c:v>
                </c:pt>
                <c:pt idx="7816">
                  <c:v>9.7852557006862906E-2</c:v>
                </c:pt>
                <c:pt idx="7817">
                  <c:v>0.10144284128745799</c:v>
                </c:pt>
                <c:pt idx="7818">
                  <c:v>0.13163891323400501</c:v>
                </c:pt>
                <c:pt idx="7819">
                  <c:v>0.116763005780346</c:v>
                </c:pt>
                <c:pt idx="7820">
                  <c:v>0.10411792232101</c:v>
                </c:pt>
                <c:pt idx="7821">
                  <c:v>0.100817438692098</c:v>
                </c:pt>
                <c:pt idx="7822">
                  <c:v>0.101199563794983</c:v>
                </c:pt>
                <c:pt idx="7823">
                  <c:v>0.100788408267632</c:v>
                </c:pt>
                <c:pt idx="7824">
                  <c:v>0.12847922549415</c:v>
                </c:pt>
                <c:pt idx="7825">
                  <c:v>0.103456495828367</c:v>
                </c:pt>
                <c:pt idx="7826">
                  <c:v>0.103848503359804</c:v>
                </c:pt>
                <c:pt idx="7827">
                  <c:v>0.108409986859395</c:v>
                </c:pt>
                <c:pt idx="7828">
                  <c:v>0.10479233226836999</c:v>
                </c:pt>
                <c:pt idx="7829">
                  <c:v>0.107894736842105</c:v>
                </c:pt>
                <c:pt idx="7830">
                  <c:v>9.9653379549393406E-2</c:v>
                </c:pt>
                <c:pt idx="7831">
                  <c:v>0.10240174672489</c:v>
                </c:pt>
                <c:pt idx="7832">
                  <c:v>0.103833192923336</c:v>
                </c:pt>
                <c:pt idx="7833">
                  <c:v>0.101492537313432</c:v>
                </c:pt>
                <c:pt idx="7834">
                  <c:v>9.8384127633462798E-2</c:v>
                </c:pt>
                <c:pt idx="7835">
                  <c:v>0.10106745400863</c:v>
                </c:pt>
                <c:pt idx="7836">
                  <c:v>0.10254691689008</c:v>
                </c:pt>
                <c:pt idx="7837">
                  <c:v>0.106430652027784</c:v>
                </c:pt>
                <c:pt idx="7838">
                  <c:v>0.134835416299947</c:v>
                </c:pt>
                <c:pt idx="7839">
                  <c:v>0.12107101280558701</c:v>
                </c:pt>
                <c:pt idx="7840">
                  <c:v>0.11295755670334599</c:v>
                </c:pt>
                <c:pt idx="7841">
                  <c:v>0.109106715931319</c:v>
                </c:pt>
                <c:pt idx="7842">
                  <c:v>0.11013767209011199</c:v>
                </c:pt>
                <c:pt idx="7843">
                  <c:v>0.10812461820403101</c:v>
                </c:pt>
                <c:pt idx="7844">
                  <c:v>0.13039309683604899</c:v>
                </c:pt>
                <c:pt idx="7845">
                  <c:v>0.11328125</c:v>
                </c:pt>
                <c:pt idx="7846">
                  <c:v>0.11072261072261</c:v>
                </c:pt>
                <c:pt idx="7847">
                  <c:v>0.115754283326368</c:v>
                </c:pt>
                <c:pt idx="7848">
                  <c:v>0.111858190709046</c:v>
                </c:pt>
                <c:pt idx="7849">
                  <c:v>0.115183246073298</c:v>
                </c:pt>
                <c:pt idx="7850">
                  <c:v>0.107290803645401</c:v>
                </c:pt>
                <c:pt idx="7851">
                  <c:v>0.110601001669449</c:v>
                </c:pt>
                <c:pt idx="7852">
                  <c:v>0.108747514910536</c:v>
                </c:pt>
                <c:pt idx="7853">
                  <c:v>0.10880195599022</c:v>
                </c:pt>
                <c:pt idx="7854">
                  <c:v>0.105170387779083</c:v>
                </c:pt>
                <c:pt idx="7855">
                  <c:v>0.10934782608695599</c:v>
                </c:pt>
                <c:pt idx="7856">
                  <c:v>0.11028156996587</c:v>
                </c:pt>
                <c:pt idx="7857">
                  <c:v>0.114249037227214</c:v>
                </c:pt>
                <c:pt idx="7858">
                  <c:v>0.13039117352056101</c:v>
                </c:pt>
                <c:pt idx="7859">
                  <c:v>0.123199113409678</c:v>
                </c:pt>
                <c:pt idx="7860">
                  <c:v>0.10371552313653901</c:v>
                </c:pt>
                <c:pt idx="7861">
                  <c:v>0.100509187513836</c:v>
                </c:pt>
                <c:pt idx="7862">
                  <c:v>0.102340425531914</c:v>
                </c:pt>
                <c:pt idx="7863">
                  <c:v>0.10041493775933601</c:v>
                </c:pt>
                <c:pt idx="7864">
                  <c:v>0.12625368731563399</c:v>
                </c:pt>
                <c:pt idx="7865">
                  <c:v>0.102879702740362</c:v>
                </c:pt>
                <c:pt idx="7866">
                  <c:v>0.103756708407871</c:v>
                </c:pt>
                <c:pt idx="7867">
                  <c:v>0.108194622279129</c:v>
                </c:pt>
                <c:pt idx="7868">
                  <c:v>0.10369141435089101</c:v>
                </c:pt>
                <c:pt idx="7869">
                  <c:v>0.107219137120888</c:v>
                </c:pt>
                <c:pt idx="7870">
                  <c:v>9.9367088607594897E-2</c:v>
                </c:pt>
                <c:pt idx="7871">
                  <c:v>0.102809706257982</c:v>
                </c:pt>
                <c:pt idx="7872">
                  <c:v>0.10461285008237201</c:v>
                </c:pt>
                <c:pt idx="7873">
                  <c:v>0.100643286989001</c:v>
                </c:pt>
                <c:pt idx="7874">
                  <c:v>9.75463794135248E-2</c:v>
                </c:pt>
                <c:pt idx="7875">
                  <c:v>0.10075287865367499</c:v>
                </c:pt>
                <c:pt idx="7876">
                  <c:v>0.10237421041167501</c:v>
                </c:pt>
                <c:pt idx="7877">
                  <c:v>0.106401573082805</c:v>
                </c:pt>
                <c:pt idx="7878">
                  <c:v>0.13158801240096399</c:v>
                </c:pt>
                <c:pt idx="7879">
                  <c:v>0.11917392951875699</c:v>
                </c:pt>
                <c:pt idx="7880">
                  <c:v>0.10010881392818199</c:v>
                </c:pt>
                <c:pt idx="7881">
                  <c:v>9.7081218274111605E-2</c:v>
                </c:pt>
                <c:pt idx="7882">
                  <c:v>9.9143206854345106E-2</c:v>
                </c:pt>
                <c:pt idx="7883">
                  <c:v>9.7269284432927997E-2</c:v>
                </c:pt>
                <c:pt idx="7884">
                  <c:v>0.122510904608382</c:v>
                </c:pt>
                <c:pt idx="7885">
                  <c:v>9.9378881987577605E-2</c:v>
                </c:pt>
                <c:pt idx="7886">
                  <c:v>0.100459242250287</c:v>
                </c:pt>
                <c:pt idx="7887">
                  <c:v>0.104392236976506</c:v>
                </c:pt>
                <c:pt idx="7888">
                  <c:v>0.100418410041841</c:v>
                </c:pt>
                <c:pt idx="7889">
                  <c:v>0.103582395087001</c:v>
                </c:pt>
                <c:pt idx="7890">
                  <c:v>9.6153846153846104E-2</c:v>
                </c:pt>
                <c:pt idx="7891">
                  <c:v>9.9591836734693795E-2</c:v>
                </c:pt>
                <c:pt idx="7892">
                  <c:v>0.100452132887753</c:v>
                </c:pt>
                <c:pt idx="7893">
                  <c:v>9.7488038277511901E-2</c:v>
                </c:pt>
                <c:pt idx="7894">
                  <c:v>9.4625719769673697E-2</c:v>
                </c:pt>
                <c:pt idx="7895">
                  <c:v>9.7313306536915598E-2</c:v>
                </c:pt>
                <c:pt idx="7896">
                  <c:v>9.8793677204658897E-2</c:v>
                </c:pt>
                <c:pt idx="7897">
                  <c:v>0.10239833159541099</c:v>
                </c:pt>
                <c:pt idx="7898">
                  <c:v>0.127627627627627</c:v>
                </c:pt>
                <c:pt idx="7899">
                  <c:v>0.11580680570801299</c:v>
                </c:pt>
                <c:pt idx="7900">
                  <c:v>9.9264705882352894E-2</c:v>
                </c:pt>
                <c:pt idx="7901">
                  <c:v>9.6098953377735497E-2</c:v>
                </c:pt>
                <c:pt idx="7902">
                  <c:v>9.6523330283623004E-2</c:v>
                </c:pt>
                <c:pt idx="7903">
                  <c:v>9.6889684493175199E-2</c:v>
                </c:pt>
                <c:pt idx="7904">
                  <c:v>0.12746553552491999</c:v>
                </c:pt>
                <c:pt idx="7905">
                  <c:v>9.8327926129273699E-2</c:v>
                </c:pt>
                <c:pt idx="7906">
                  <c:v>0.101542416452442</c:v>
                </c:pt>
                <c:pt idx="7907">
                  <c:v>0.104827586206896</c:v>
                </c:pt>
                <c:pt idx="7908">
                  <c:v>0.101410342511752</c:v>
                </c:pt>
                <c:pt idx="7909">
                  <c:v>0.104027617951668</c:v>
                </c:pt>
                <c:pt idx="7910">
                  <c:v>9.5497953615279602E-2</c:v>
                </c:pt>
                <c:pt idx="7911">
                  <c:v>9.8281786941580698E-2</c:v>
                </c:pt>
                <c:pt idx="7912">
                  <c:v>0.10095407144441899</c:v>
                </c:pt>
                <c:pt idx="7913">
                  <c:v>9.7872340425531903E-2</c:v>
                </c:pt>
                <c:pt idx="7914">
                  <c:v>9.4890510948905105E-2</c:v>
                </c:pt>
                <c:pt idx="7915">
                  <c:v>9.6098953377735497E-2</c:v>
                </c:pt>
                <c:pt idx="7916">
                  <c:v>9.7869351439943797E-2</c:v>
                </c:pt>
                <c:pt idx="7917">
                  <c:v>0.102443609022556</c:v>
                </c:pt>
                <c:pt idx="7918">
                  <c:v>0.1362292051756</c:v>
                </c:pt>
                <c:pt idx="7919">
                  <c:v>0.119804400977995</c:v>
                </c:pt>
                <c:pt idx="7920">
                  <c:v>0.103705486044273</c:v>
                </c:pt>
                <c:pt idx="7921">
                  <c:v>0.100396918048097</c:v>
                </c:pt>
                <c:pt idx="7922">
                  <c:v>0.101257296811854</c:v>
                </c:pt>
                <c:pt idx="7923">
                  <c:v>0.10120746432491699</c:v>
                </c:pt>
                <c:pt idx="7924">
                  <c:v>0.130606312292358</c:v>
                </c:pt>
                <c:pt idx="7925">
                  <c:v>0.102670913991668</c:v>
                </c:pt>
                <c:pt idx="7926">
                  <c:v>0.105561385099685</c:v>
                </c:pt>
                <c:pt idx="7927">
                  <c:v>0.10893098782138</c:v>
                </c:pt>
                <c:pt idx="7928">
                  <c:v>0.105887521968365</c:v>
                </c:pt>
                <c:pt idx="7929">
                  <c:v>0.10840108401084</c:v>
                </c:pt>
                <c:pt idx="7930">
                  <c:v>9.9732262382864798E-2</c:v>
                </c:pt>
                <c:pt idx="7931">
                  <c:v>0.102990780301326</c:v>
                </c:pt>
                <c:pt idx="7932">
                  <c:v>0.105606258148631</c:v>
                </c:pt>
                <c:pt idx="7933">
                  <c:v>0.102175346077785</c:v>
                </c:pt>
                <c:pt idx="7934">
                  <c:v>9.8947368421052603E-2</c:v>
                </c:pt>
                <c:pt idx="7935">
                  <c:v>0.100396918048097</c:v>
                </c:pt>
                <c:pt idx="7936">
                  <c:v>0.102251838235294</c:v>
                </c:pt>
                <c:pt idx="7937">
                  <c:v>0.106500691562932</c:v>
                </c:pt>
                <c:pt idx="7938">
                  <c:v>0.13781877373846901</c:v>
                </c:pt>
                <c:pt idx="7939">
                  <c:v>0.122831505483549</c:v>
                </c:pt>
                <c:pt idx="7940">
                  <c:v>0.110036275695284</c:v>
                </c:pt>
                <c:pt idx="7941">
                  <c:v>0.106782445435343</c:v>
                </c:pt>
                <c:pt idx="7942">
                  <c:v>0.10815082411379499</c:v>
                </c:pt>
                <c:pt idx="7943">
                  <c:v>0.106969563299514</c:v>
                </c:pt>
                <c:pt idx="7944">
                  <c:v>0.133818938605619</c:v>
                </c:pt>
                <c:pt idx="7945">
                  <c:v>0.10938654841093801</c:v>
                </c:pt>
                <c:pt idx="7946">
                  <c:v>0.110853530031612</c:v>
                </c:pt>
                <c:pt idx="7947">
                  <c:v>0.113878197871858</c:v>
                </c:pt>
                <c:pt idx="7948">
                  <c:v>0.111429832303618</c:v>
                </c:pt>
                <c:pt idx="7949">
                  <c:v>0.11360544217687001</c:v>
                </c:pt>
                <c:pt idx="7950">
                  <c:v>0.105333930972658</c:v>
                </c:pt>
                <c:pt idx="7951">
                  <c:v>0.10940325497287499</c:v>
                </c:pt>
                <c:pt idx="7952">
                  <c:v>0.11132940406024799</c:v>
                </c:pt>
                <c:pt idx="7953">
                  <c:v>0.107947019867549</c:v>
                </c:pt>
                <c:pt idx="7954">
                  <c:v>0.104228329809725</c:v>
                </c:pt>
                <c:pt idx="7955">
                  <c:v>0.10704225352112599</c:v>
                </c:pt>
                <c:pt idx="7956">
                  <c:v>0.108289078734703</c:v>
                </c:pt>
                <c:pt idx="7957">
                  <c:v>0.11206297754109699</c:v>
                </c:pt>
                <c:pt idx="7958">
                  <c:v>0.13877329473493699</c:v>
                </c:pt>
                <c:pt idx="7959">
                  <c:v>0.12589928057553901</c:v>
                </c:pt>
                <c:pt idx="7960">
                  <c:v>0.14078294431170699</c:v>
                </c:pt>
                <c:pt idx="7961">
                  <c:v>0.13665594855305399</c:v>
                </c:pt>
                <c:pt idx="7962">
                  <c:v>0.13499570077386</c:v>
                </c:pt>
                <c:pt idx="7963">
                  <c:v>0.130171543895055</c:v>
                </c:pt>
                <c:pt idx="7964">
                  <c:v>0.124352331606217</c:v>
                </c:pt>
                <c:pt idx="7965">
                  <c:v>0.14350282485875701</c:v>
                </c:pt>
                <c:pt idx="7966">
                  <c:v>0.12924071082390901</c:v>
                </c:pt>
                <c:pt idx="7967">
                  <c:v>0.134052388289676</c:v>
                </c:pt>
                <c:pt idx="7968">
                  <c:v>0.12984398590840401</c:v>
                </c:pt>
                <c:pt idx="7969">
                  <c:v>0.13356223175965601</c:v>
                </c:pt>
                <c:pt idx="7970">
                  <c:v>0.132181942544459</c:v>
                </c:pt>
                <c:pt idx="7971">
                  <c:v>0.13558155540261499</c:v>
                </c:pt>
                <c:pt idx="7972">
                  <c:v>0.12793733681462099</c:v>
                </c:pt>
                <c:pt idx="7973">
                  <c:v>0.130171543895055</c:v>
                </c:pt>
                <c:pt idx="7974">
                  <c:v>0.12615985674751701</c:v>
                </c:pt>
                <c:pt idx="7975">
                  <c:v>0.136859031624084</c:v>
                </c:pt>
                <c:pt idx="7976">
                  <c:v>0.135575407251707</c:v>
                </c:pt>
                <c:pt idx="7977">
                  <c:v>0.13649903627124499</c:v>
                </c:pt>
                <c:pt idx="7978">
                  <c:v>0.11313159355913301</c:v>
                </c:pt>
                <c:pt idx="7979">
                  <c:v>0.120366132723112</c:v>
                </c:pt>
                <c:pt idx="7980">
                  <c:v>0.13024691358024601</c:v>
                </c:pt>
                <c:pt idx="7981">
                  <c:v>0.12619808306709199</c:v>
                </c:pt>
                <c:pt idx="7982">
                  <c:v>0.12629757785467099</c:v>
                </c:pt>
                <c:pt idx="7983">
                  <c:v>0.122326454033771</c:v>
                </c:pt>
                <c:pt idx="7984">
                  <c:v>0.124276950043821</c:v>
                </c:pt>
                <c:pt idx="7985">
                  <c:v>0.13178947368421001</c:v>
                </c:pt>
                <c:pt idx="7986">
                  <c:v>0.12365010799136</c:v>
                </c:pt>
                <c:pt idx="7987">
                  <c:v>0.127227438206552</c:v>
                </c:pt>
                <c:pt idx="7988">
                  <c:v>0.122964626614261</c:v>
                </c:pt>
                <c:pt idx="7989">
                  <c:v>0.12644119907763199</c:v>
                </c:pt>
                <c:pt idx="7990">
                  <c:v>0.123068116771608</c:v>
                </c:pt>
                <c:pt idx="7991">
                  <c:v>0.12759815242494199</c:v>
                </c:pt>
                <c:pt idx="7992">
                  <c:v>0.12348623853210999</c:v>
                </c:pt>
                <c:pt idx="7993">
                  <c:v>0.12274774774774699</c:v>
                </c:pt>
                <c:pt idx="7994">
                  <c:v>0.119095022624434</c:v>
                </c:pt>
                <c:pt idx="7995">
                  <c:v>0.12642300778909499</c:v>
                </c:pt>
                <c:pt idx="7996">
                  <c:v>0.12632197414806101</c:v>
                </c:pt>
                <c:pt idx="7997">
                  <c:v>0.12801411487943501</c:v>
                </c:pt>
                <c:pt idx="7998">
                  <c:v>0.121759259259259</c:v>
                </c:pt>
                <c:pt idx="7999">
                  <c:v>0.11851475076296999</c:v>
                </c:pt>
              </c:numCache>
            </c:numRef>
          </c:xVal>
          <c:yVal>
            <c:numRef>
              <c:f>data!$P$2:$P$8001</c:f>
              <c:numCache>
                <c:formatCode>General</c:formatCode>
                <c:ptCount val="8000"/>
                <c:pt idx="0">
                  <c:v>0.138211382113821</c:v>
                </c:pt>
                <c:pt idx="1">
                  <c:v>0.16577540106951799</c:v>
                </c:pt>
                <c:pt idx="2">
                  <c:v>0.137681159420289</c:v>
                </c:pt>
                <c:pt idx="3">
                  <c:v>0.161137440758293</c:v>
                </c:pt>
                <c:pt idx="4">
                  <c:v>0.29197080291970801</c:v>
                </c:pt>
                <c:pt idx="5">
                  <c:v>0.112637362637362</c:v>
                </c:pt>
                <c:pt idx="6">
                  <c:v>0.180555555555555</c:v>
                </c:pt>
                <c:pt idx="7">
                  <c:v>0.22020725388601001</c:v>
                </c:pt>
                <c:pt idx="8">
                  <c:v>0.20393120393120301</c:v>
                </c:pt>
                <c:pt idx="9">
                  <c:v>0.21391752577319501</c:v>
                </c:pt>
                <c:pt idx="10">
                  <c:v>0.21391752577319501</c:v>
                </c:pt>
                <c:pt idx="11">
                  <c:v>0.154411764705882</c:v>
                </c:pt>
                <c:pt idx="12">
                  <c:v>0.23770491803278601</c:v>
                </c:pt>
                <c:pt idx="13">
                  <c:v>0.180722891566265</c:v>
                </c:pt>
                <c:pt idx="14">
                  <c:v>0.16703296703296699</c:v>
                </c:pt>
                <c:pt idx="15">
                  <c:v>0.13246753246753201</c:v>
                </c:pt>
                <c:pt idx="16">
                  <c:v>0.158567774936061</c:v>
                </c:pt>
                <c:pt idx="17">
                  <c:v>0.195250659630606</c:v>
                </c:pt>
                <c:pt idx="18">
                  <c:v>0.30434782608695599</c:v>
                </c:pt>
                <c:pt idx="19">
                  <c:v>0.26255707762557001</c:v>
                </c:pt>
                <c:pt idx="20">
                  <c:v>0.16577540106951799</c:v>
                </c:pt>
                <c:pt idx="21">
                  <c:v>0.195250659630606</c:v>
                </c:pt>
                <c:pt idx="22">
                  <c:v>0.163895486935866</c:v>
                </c:pt>
                <c:pt idx="23">
                  <c:v>0.186046511627906</c:v>
                </c:pt>
                <c:pt idx="24">
                  <c:v>0.32932692307692302</c:v>
                </c:pt>
                <c:pt idx="25">
                  <c:v>0.138211382113821</c:v>
                </c:pt>
                <c:pt idx="26">
                  <c:v>0.209567198177676</c:v>
                </c:pt>
                <c:pt idx="27">
                  <c:v>0.25319693094629098</c:v>
                </c:pt>
                <c:pt idx="28">
                  <c:v>0.234866828087167</c:v>
                </c:pt>
                <c:pt idx="29">
                  <c:v>0.24681933842239101</c:v>
                </c:pt>
                <c:pt idx="30">
                  <c:v>0.24681933842239101</c:v>
                </c:pt>
                <c:pt idx="31">
                  <c:v>0.18357487922705301</c:v>
                </c:pt>
                <c:pt idx="32">
                  <c:v>0.27297297297297202</c:v>
                </c:pt>
                <c:pt idx="33">
                  <c:v>0.205673758865248</c:v>
                </c:pt>
                <c:pt idx="34">
                  <c:v>0.19181034482758599</c:v>
                </c:pt>
                <c:pt idx="35">
                  <c:v>0.158567774936061</c:v>
                </c:pt>
                <c:pt idx="36">
                  <c:v>0.18639798488664899</c:v>
                </c:pt>
                <c:pt idx="37">
                  <c:v>0.2265625</c:v>
                </c:pt>
                <c:pt idx="38">
                  <c:v>0.335470085470085</c:v>
                </c:pt>
                <c:pt idx="39">
                  <c:v>0.29438202247190998</c:v>
                </c:pt>
                <c:pt idx="40">
                  <c:v>0.14320388349514501</c:v>
                </c:pt>
                <c:pt idx="41">
                  <c:v>0.16945107398567999</c:v>
                </c:pt>
                <c:pt idx="42">
                  <c:v>0.13948497854077199</c:v>
                </c:pt>
                <c:pt idx="43">
                  <c:v>0.16176470588235201</c:v>
                </c:pt>
                <c:pt idx="44">
                  <c:v>0.273885350318471</c:v>
                </c:pt>
                <c:pt idx="45">
                  <c:v>0.118518518518518</c:v>
                </c:pt>
                <c:pt idx="46">
                  <c:v>0.17551020408163201</c:v>
                </c:pt>
                <c:pt idx="47">
                  <c:v>0.21788990825688001</c:v>
                </c:pt>
                <c:pt idx="48">
                  <c:v>0.19956616052060699</c:v>
                </c:pt>
                <c:pt idx="49">
                  <c:v>0.209567198177676</c:v>
                </c:pt>
                <c:pt idx="50">
                  <c:v>0.209567198177676</c:v>
                </c:pt>
                <c:pt idx="51">
                  <c:v>0.15184381778741801</c:v>
                </c:pt>
                <c:pt idx="52">
                  <c:v>0.234866828087167</c:v>
                </c:pt>
                <c:pt idx="53">
                  <c:v>0.17910447761194001</c:v>
                </c:pt>
                <c:pt idx="54">
                  <c:v>0.16504854368932001</c:v>
                </c:pt>
                <c:pt idx="55">
                  <c:v>0.13689095127610201</c:v>
                </c:pt>
                <c:pt idx="56">
                  <c:v>0.16173120728929299</c:v>
                </c:pt>
                <c:pt idx="57">
                  <c:v>0.19718309859154901</c:v>
                </c:pt>
                <c:pt idx="58">
                  <c:v>0.28166351606805201</c:v>
                </c:pt>
                <c:pt idx="59">
                  <c:v>0.24750499001995999</c:v>
                </c:pt>
                <c:pt idx="60">
                  <c:v>0.16945107398567999</c:v>
                </c:pt>
                <c:pt idx="61">
                  <c:v>0.19437939110070199</c:v>
                </c:pt>
                <c:pt idx="62">
                  <c:v>0.164210526315789</c:v>
                </c:pt>
                <c:pt idx="63">
                  <c:v>0.182751540041067</c:v>
                </c:pt>
                <c:pt idx="64">
                  <c:v>0.30480167014613702</c:v>
                </c:pt>
                <c:pt idx="65">
                  <c:v>0.14320388349514501</c:v>
                </c:pt>
                <c:pt idx="66">
                  <c:v>0.20240480961923801</c:v>
                </c:pt>
                <c:pt idx="67">
                  <c:v>0.24269662921348301</c:v>
                </c:pt>
                <c:pt idx="68">
                  <c:v>0.22553191489361701</c:v>
                </c:pt>
                <c:pt idx="69">
                  <c:v>0.23713646532438401</c:v>
                </c:pt>
                <c:pt idx="70">
                  <c:v>0.23713646532438401</c:v>
                </c:pt>
                <c:pt idx="71">
                  <c:v>0.17910447761194001</c:v>
                </c:pt>
                <c:pt idx="72">
                  <c:v>0.26730310262529799</c:v>
                </c:pt>
                <c:pt idx="73">
                  <c:v>0.2</c:v>
                </c:pt>
                <c:pt idx="74">
                  <c:v>0.18595825426944901</c:v>
                </c:pt>
                <c:pt idx="75">
                  <c:v>0.16173120728929299</c:v>
                </c:pt>
                <c:pt idx="76">
                  <c:v>0.18526785714285701</c:v>
                </c:pt>
                <c:pt idx="77">
                  <c:v>0.22068965517241301</c:v>
                </c:pt>
                <c:pt idx="78">
                  <c:v>0.30740740740740702</c:v>
                </c:pt>
                <c:pt idx="79">
                  <c:v>0.27397260273972601</c:v>
                </c:pt>
                <c:pt idx="80">
                  <c:v>0.32089552238805902</c:v>
                </c:pt>
                <c:pt idx="81">
                  <c:v>0.35872235872235803</c:v>
                </c:pt>
                <c:pt idx="82">
                  <c:v>0.29310344827586199</c:v>
                </c:pt>
                <c:pt idx="83">
                  <c:v>0.32135306553911203</c:v>
                </c:pt>
                <c:pt idx="84">
                  <c:v>0.42736842105263101</c:v>
                </c:pt>
                <c:pt idx="85">
                  <c:v>0.28463476070528898</c:v>
                </c:pt>
                <c:pt idx="86">
                  <c:v>0.34226804123711302</c:v>
                </c:pt>
                <c:pt idx="87">
                  <c:v>0.43198090692124103</c:v>
                </c:pt>
                <c:pt idx="88">
                  <c:v>0.391982182628062</c:v>
                </c:pt>
                <c:pt idx="89">
                  <c:v>0.42517814726840802</c:v>
                </c:pt>
                <c:pt idx="90">
                  <c:v>0.41509433962264097</c:v>
                </c:pt>
                <c:pt idx="91">
                  <c:v>0.31291028446389402</c:v>
                </c:pt>
                <c:pt idx="92">
                  <c:v>0.45822784810126499</c:v>
                </c:pt>
                <c:pt idx="93">
                  <c:v>0.34120171673819699</c:v>
                </c:pt>
                <c:pt idx="94">
                  <c:v>0.32421875</c:v>
                </c:pt>
                <c:pt idx="95">
                  <c:v>0.304245283018867</c:v>
                </c:pt>
                <c:pt idx="96">
                  <c:v>0.33953488372092999</c:v>
                </c:pt>
                <c:pt idx="97">
                  <c:v>0.39805825242718401</c:v>
                </c:pt>
                <c:pt idx="98">
                  <c:v>0.403669724770642</c:v>
                </c:pt>
                <c:pt idx="99">
                  <c:v>0.40637450199203101</c:v>
                </c:pt>
                <c:pt idx="100">
                  <c:v>0.112637362637362</c:v>
                </c:pt>
                <c:pt idx="101">
                  <c:v>0.138211382113821</c:v>
                </c:pt>
                <c:pt idx="102">
                  <c:v>0.113022113022113</c:v>
                </c:pt>
                <c:pt idx="103">
                  <c:v>0.134939759036144</c:v>
                </c:pt>
                <c:pt idx="104">
                  <c:v>0.25615763546797998</c:v>
                </c:pt>
                <c:pt idx="105">
                  <c:v>8.9136490250696296E-2</c:v>
                </c:pt>
                <c:pt idx="106">
                  <c:v>0.152941176470588</c:v>
                </c:pt>
                <c:pt idx="107">
                  <c:v>0.18897637795275499</c:v>
                </c:pt>
                <c:pt idx="108">
                  <c:v>0.17456359102244301</c:v>
                </c:pt>
                <c:pt idx="109">
                  <c:v>0.182767624020887</c:v>
                </c:pt>
                <c:pt idx="110">
                  <c:v>0.182767624020887</c:v>
                </c:pt>
                <c:pt idx="111">
                  <c:v>0.12686567164179099</c:v>
                </c:pt>
                <c:pt idx="112">
                  <c:v>0.20441988950276199</c:v>
                </c:pt>
                <c:pt idx="113">
                  <c:v>0.15158924205378899</c:v>
                </c:pt>
                <c:pt idx="114">
                  <c:v>0.14349775784753299</c:v>
                </c:pt>
                <c:pt idx="115">
                  <c:v>0.108179419525065</c:v>
                </c:pt>
                <c:pt idx="116">
                  <c:v>0.13246753246753201</c:v>
                </c:pt>
                <c:pt idx="117">
                  <c:v>0.16577540106951799</c:v>
                </c:pt>
                <c:pt idx="118">
                  <c:v>0.27152317880794702</c:v>
                </c:pt>
                <c:pt idx="119">
                  <c:v>0.23201856148491801</c:v>
                </c:pt>
                <c:pt idx="120">
                  <c:v>0.19437939110070199</c:v>
                </c:pt>
                <c:pt idx="121">
                  <c:v>0.223502304147465</c:v>
                </c:pt>
                <c:pt idx="122">
                  <c:v>0.182751540041067</c:v>
                </c:pt>
                <c:pt idx="123">
                  <c:v>0.207243460764587</c:v>
                </c:pt>
                <c:pt idx="124">
                  <c:v>0.32857142857142801</c:v>
                </c:pt>
                <c:pt idx="125">
                  <c:v>0.16666666666666599</c:v>
                </c:pt>
                <c:pt idx="126">
                  <c:v>0.22309197651663401</c:v>
                </c:pt>
                <c:pt idx="127">
                  <c:v>0.27716186252771602</c:v>
                </c:pt>
                <c:pt idx="128">
                  <c:v>0.255230125523012</c:v>
                </c:pt>
                <c:pt idx="129">
                  <c:v>0.26872246696035201</c:v>
                </c:pt>
                <c:pt idx="130">
                  <c:v>0.26872246696035201</c:v>
                </c:pt>
                <c:pt idx="131">
                  <c:v>0.195020746887966</c:v>
                </c:pt>
                <c:pt idx="132">
                  <c:v>0.29508196721311403</c:v>
                </c:pt>
                <c:pt idx="133">
                  <c:v>0.22448979591836701</c:v>
                </c:pt>
                <c:pt idx="134">
                  <c:v>0.21003717472118899</c:v>
                </c:pt>
                <c:pt idx="135">
                  <c:v>0.18526785714285701</c:v>
                </c:pt>
                <c:pt idx="136">
                  <c:v>0.212719298245614</c:v>
                </c:pt>
                <c:pt idx="137">
                  <c:v>0.25396825396825301</c:v>
                </c:pt>
                <c:pt idx="138">
                  <c:v>0.32194244604316502</c:v>
                </c:pt>
                <c:pt idx="139">
                  <c:v>0.29885057471264298</c:v>
                </c:pt>
                <c:pt idx="140">
                  <c:v>0.2265625</c:v>
                </c:pt>
                <c:pt idx="141">
                  <c:v>0.25964010282776301</c:v>
                </c:pt>
                <c:pt idx="142">
                  <c:v>0.21788990825688001</c:v>
                </c:pt>
                <c:pt idx="143">
                  <c:v>0.23991031390134501</c:v>
                </c:pt>
                <c:pt idx="144">
                  <c:v>0.40515222482435598</c:v>
                </c:pt>
                <c:pt idx="145">
                  <c:v>0.195250659630606</c:v>
                </c:pt>
                <c:pt idx="146">
                  <c:v>0.26872246696035201</c:v>
                </c:pt>
                <c:pt idx="147">
                  <c:v>0.324189526184538</c:v>
                </c:pt>
                <c:pt idx="148">
                  <c:v>0.30117647058823499</c:v>
                </c:pt>
                <c:pt idx="149">
                  <c:v>0.317617866004962</c:v>
                </c:pt>
                <c:pt idx="150">
                  <c:v>0.317617866004962</c:v>
                </c:pt>
                <c:pt idx="151">
                  <c:v>0.240654205607476</c:v>
                </c:pt>
                <c:pt idx="152">
                  <c:v>0.34920634920634902</c:v>
                </c:pt>
                <c:pt idx="153">
                  <c:v>0.25968109339407702</c:v>
                </c:pt>
                <c:pt idx="154">
                  <c:v>0.244813278008298</c:v>
                </c:pt>
                <c:pt idx="155">
                  <c:v>0.21588089330024801</c:v>
                </c:pt>
                <c:pt idx="156">
                  <c:v>0.24694376528117301</c:v>
                </c:pt>
                <c:pt idx="157">
                  <c:v>0.294416243654822</c:v>
                </c:pt>
                <c:pt idx="158">
                  <c:v>0.392197125256673</c:v>
                </c:pt>
                <c:pt idx="159">
                  <c:v>0.361655773420479</c:v>
                </c:pt>
                <c:pt idx="160">
                  <c:v>0.21287128712871201</c:v>
                </c:pt>
                <c:pt idx="161">
                  <c:v>0.24390243902438999</c:v>
                </c:pt>
                <c:pt idx="162">
                  <c:v>0.20217391304347801</c:v>
                </c:pt>
                <c:pt idx="163">
                  <c:v>0.22553191489361701</c:v>
                </c:pt>
                <c:pt idx="164">
                  <c:v>0.36761487964988998</c:v>
                </c:pt>
                <c:pt idx="165">
                  <c:v>0.183417085427135</c:v>
                </c:pt>
                <c:pt idx="166">
                  <c:v>0.25</c:v>
                </c:pt>
                <c:pt idx="167">
                  <c:v>0.304245283018867</c:v>
                </c:pt>
                <c:pt idx="168">
                  <c:v>0.28285077951002202</c:v>
                </c:pt>
                <c:pt idx="169">
                  <c:v>0.298122065727699</c:v>
                </c:pt>
                <c:pt idx="170">
                  <c:v>0.298122065727699</c:v>
                </c:pt>
                <c:pt idx="171">
                  <c:v>0.22075055187637899</c:v>
                </c:pt>
                <c:pt idx="172">
                  <c:v>0.32750000000000001</c:v>
                </c:pt>
                <c:pt idx="173">
                  <c:v>0.24406047516198701</c:v>
                </c:pt>
                <c:pt idx="174">
                  <c:v>0.23031496062992099</c:v>
                </c:pt>
                <c:pt idx="175">
                  <c:v>0.20283018867924499</c:v>
                </c:pt>
                <c:pt idx="176">
                  <c:v>0.23201856148491801</c:v>
                </c:pt>
                <c:pt idx="177">
                  <c:v>0.27644230769230699</c:v>
                </c:pt>
                <c:pt idx="178">
                  <c:v>0.360308285163776</c:v>
                </c:pt>
                <c:pt idx="179">
                  <c:v>0.33401639344262202</c:v>
                </c:pt>
                <c:pt idx="180">
                  <c:v>0.2265625</c:v>
                </c:pt>
                <c:pt idx="181">
                  <c:v>0.25964010282776301</c:v>
                </c:pt>
                <c:pt idx="182">
                  <c:v>0.21510297482837501</c:v>
                </c:pt>
                <c:pt idx="183">
                  <c:v>0.23991031390134501</c:v>
                </c:pt>
                <c:pt idx="184">
                  <c:v>0.39860139860139798</c:v>
                </c:pt>
                <c:pt idx="185">
                  <c:v>0.195250659630606</c:v>
                </c:pt>
                <c:pt idx="186">
                  <c:v>0.26593406593406499</c:v>
                </c:pt>
                <c:pt idx="187">
                  <c:v>0.324189526184538</c:v>
                </c:pt>
                <c:pt idx="188">
                  <c:v>0.30117647058823499</c:v>
                </c:pt>
                <c:pt idx="189">
                  <c:v>0.317617866004962</c:v>
                </c:pt>
                <c:pt idx="190">
                  <c:v>0.317617866004962</c:v>
                </c:pt>
                <c:pt idx="191">
                  <c:v>0.23488372093023199</c:v>
                </c:pt>
                <c:pt idx="192">
                  <c:v>0.34920634920634902</c:v>
                </c:pt>
                <c:pt idx="193">
                  <c:v>0.25968109339407702</c:v>
                </c:pt>
                <c:pt idx="194">
                  <c:v>0.244813278008298</c:v>
                </c:pt>
                <c:pt idx="195">
                  <c:v>0.21588089330024801</c:v>
                </c:pt>
                <c:pt idx="196">
                  <c:v>0.24694376528117301</c:v>
                </c:pt>
                <c:pt idx="197">
                  <c:v>0.294416243654822</c:v>
                </c:pt>
                <c:pt idx="198">
                  <c:v>0.38934426229508101</c:v>
                </c:pt>
                <c:pt idx="199">
                  <c:v>0.361655773420479</c:v>
                </c:pt>
                <c:pt idx="200">
                  <c:v>0.22337662337662301</c:v>
                </c:pt>
                <c:pt idx="201">
                  <c:v>0.256410256410256</c:v>
                </c:pt>
                <c:pt idx="202">
                  <c:v>0.21232876712328699</c:v>
                </c:pt>
                <c:pt idx="203">
                  <c:v>0.23713646532438401</c:v>
                </c:pt>
                <c:pt idx="204">
                  <c:v>0.38888888888888801</c:v>
                </c:pt>
                <c:pt idx="205">
                  <c:v>0.192105263157894</c:v>
                </c:pt>
                <c:pt idx="206">
                  <c:v>0.26315789473684198</c:v>
                </c:pt>
                <c:pt idx="207">
                  <c:v>0.32089552238805902</c:v>
                </c:pt>
                <c:pt idx="208">
                  <c:v>0.298122065727699</c:v>
                </c:pt>
                <c:pt idx="209">
                  <c:v>0.31435643564356403</c:v>
                </c:pt>
                <c:pt idx="210">
                  <c:v>0.31435643564356403</c:v>
                </c:pt>
                <c:pt idx="211">
                  <c:v>0.23201856148491801</c:v>
                </c:pt>
                <c:pt idx="212">
                  <c:v>0.345646437994722</c:v>
                </c:pt>
                <c:pt idx="213">
                  <c:v>0.256818181818181</c:v>
                </c:pt>
                <c:pt idx="214">
                  <c:v>0.24223602484472001</c:v>
                </c:pt>
                <c:pt idx="215">
                  <c:v>0.21287128712871201</c:v>
                </c:pt>
                <c:pt idx="216">
                  <c:v>0.24390243902438999</c:v>
                </c:pt>
                <c:pt idx="217">
                  <c:v>0.291139240506329</c:v>
                </c:pt>
                <c:pt idx="218">
                  <c:v>0.380855397148676</c:v>
                </c:pt>
                <c:pt idx="219">
                  <c:v>0.35281385281385202</c:v>
                </c:pt>
                <c:pt idx="220">
                  <c:v>0.16584158415841499</c:v>
                </c:pt>
                <c:pt idx="221">
                  <c:v>0.19512195121951201</c:v>
                </c:pt>
                <c:pt idx="222">
                  <c:v>0.15686274509803899</c:v>
                </c:pt>
                <c:pt idx="223">
                  <c:v>0.18415417558886499</c:v>
                </c:pt>
                <c:pt idx="224">
                  <c:v>0.29870129870129802</c:v>
                </c:pt>
                <c:pt idx="225">
                  <c:v>0.138190954773869</c:v>
                </c:pt>
                <c:pt idx="226">
                  <c:v>0.19254658385093101</c:v>
                </c:pt>
                <c:pt idx="227">
                  <c:v>0.24647887323943601</c:v>
                </c:pt>
                <c:pt idx="228">
                  <c:v>0.223451327433628</c:v>
                </c:pt>
                <c:pt idx="229">
                  <c:v>0.23488372093023199</c:v>
                </c:pt>
                <c:pt idx="230">
                  <c:v>0.23488372093023199</c:v>
                </c:pt>
                <c:pt idx="231">
                  <c:v>0.16447368421052599</c:v>
                </c:pt>
                <c:pt idx="232">
                  <c:v>0.25925925925925902</c:v>
                </c:pt>
                <c:pt idx="233">
                  <c:v>0.19438444924406001</c:v>
                </c:pt>
                <c:pt idx="234">
                  <c:v>0.185770750988142</c:v>
                </c:pt>
                <c:pt idx="235">
                  <c:v>0.15839243498817901</c:v>
                </c:pt>
                <c:pt idx="236">
                  <c:v>0.186046511627906</c:v>
                </c:pt>
                <c:pt idx="237">
                  <c:v>0.22596153846153799</c:v>
                </c:pt>
                <c:pt idx="238">
                  <c:v>0.30384615384615299</c:v>
                </c:pt>
                <c:pt idx="239">
                  <c:v>0.27032520325203202</c:v>
                </c:pt>
                <c:pt idx="240">
                  <c:v>0.23433242506811899</c:v>
                </c:pt>
                <c:pt idx="241">
                  <c:v>0.269541778975741</c:v>
                </c:pt>
                <c:pt idx="242">
                  <c:v>0.22596153846153799</c:v>
                </c:pt>
                <c:pt idx="243">
                  <c:v>0.249411764705882</c:v>
                </c:pt>
                <c:pt idx="244">
                  <c:v>0.41871921182265998</c:v>
                </c:pt>
                <c:pt idx="245">
                  <c:v>0.20110192837465499</c:v>
                </c:pt>
                <c:pt idx="246">
                  <c:v>0.27419354838709598</c:v>
                </c:pt>
                <c:pt idx="247">
                  <c:v>0.33858267716535401</c:v>
                </c:pt>
                <c:pt idx="248">
                  <c:v>0.31111111111111101</c:v>
                </c:pt>
                <c:pt idx="249">
                  <c:v>0.33159268929503899</c:v>
                </c:pt>
                <c:pt idx="250">
                  <c:v>0.328125</c:v>
                </c:pt>
                <c:pt idx="251">
                  <c:v>0.24694376528117301</c:v>
                </c:pt>
                <c:pt idx="252">
                  <c:v>0.34615384615384598</c:v>
                </c:pt>
                <c:pt idx="253">
                  <c:v>0.26730310262529799</c:v>
                </c:pt>
                <c:pt idx="254">
                  <c:v>0.25490196078431299</c:v>
                </c:pt>
                <c:pt idx="255">
                  <c:v>0.22337662337662301</c:v>
                </c:pt>
                <c:pt idx="256">
                  <c:v>0.256410256410256</c:v>
                </c:pt>
                <c:pt idx="257">
                  <c:v>0.30666666666666598</c:v>
                </c:pt>
                <c:pt idx="258">
                  <c:v>0.40301724137931</c:v>
                </c:pt>
                <c:pt idx="259">
                  <c:v>0.36986301369863001</c:v>
                </c:pt>
                <c:pt idx="260">
                  <c:v>0.19512195121951201</c:v>
                </c:pt>
                <c:pt idx="261">
                  <c:v>0.22009569377990401</c:v>
                </c:pt>
                <c:pt idx="262">
                  <c:v>0.18415417558886499</c:v>
                </c:pt>
                <c:pt idx="263">
                  <c:v>0.205020920502092</c:v>
                </c:pt>
                <c:pt idx="264">
                  <c:v>0.329787234042553</c:v>
                </c:pt>
                <c:pt idx="265">
                  <c:v>0.16584158415841499</c:v>
                </c:pt>
                <c:pt idx="266">
                  <c:v>0.22199592668024401</c:v>
                </c:pt>
                <c:pt idx="267">
                  <c:v>0.26834862385321101</c:v>
                </c:pt>
                <c:pt idx="268">
                  <c:v>0.24945770065075901</c:v>
                </c:pt>
                <c:pt idx="269">
                  <c:v>0.26255707762557001</c:v>
                </c:pt>
                <c:pt idx="270">
                  <c:v>0.26255707762557001</c:v>
                </c:pt>
                <c:pt idx="271">
                  <c:v>0.19438444924406001</c:v>
                </c:pt>
                <c:pt idx="272">
                  <c:v>0.29512195121951201</c:v>
                </c:pt>
                <c:pt idx="273">
                  <c:v>0.215189873417721</c:v>
                </c:pt>
                <c:pt idx="274">
                  <c:v>0.20656370656370601</c:v>
                </c:pt>
                <c:pt idx="275">
                  <c:v>0.186046511627906</c:v>
                </c:pt>
                <c:pt idx="276">
                  <c:v>0.209567198177676</c:v>
                </c:pt>
                <c:pt idx="277">
                  <c:v>0.24647887323943601</c:v>
                </c:pt>
                <c:pt idx="278">
                  <c:v>0.32706766917293201</c:v>
                </c:pt>
                <c:pt idx="279">
                  <c:v>0.29681274900398402</c:v>
                </c:pt>
                <c:pt idx="280">
                  <c:v>0.17218543046357601</c:v>
                </c:pt>
                <c:pt idx="281">
                  <c:v>0.19696969696969599</c:v>
                </c:pt>
                <c:pt idx="282">
                  <c:v>0.16504854368932001</c:v>
                </c:pt>
                <c:pt idx="283">
                  <c:v>0.18371212121212099</c:v>
                </c:pt>
                <c:pt idx="284">
                  <c:v>0.30384615384615299</c:v>
                </c:pt>
                <c:pt idx="285">
                  <c:v>0.14864864864864799</c:v>
                </c:pt>
                <c:pt idx="286">
                  <c:v>0.203327171903881</c:v>
                </c:pt>
                <c:pt idx="287">
                  <c:v>0.244813278008298</c:v>
                </c:pt>
                <c:pt idx="288">
                  <c:v>0.227897838899803</c:v>
                </c:pt>
                <c:pt idx="289">
                  <c:v>0.23966942148760301</c:v>
                </c:pt>
                <c:pt idx="290">
                  <c:v>0.23966942148760301</c:v>
                </c:pt>
                <c:pt idx="291">
                  <c:v>0.181102362204724</c:v>
                </c:pt>
                <c:pt idx="292">
                  <c:v>0.26315789473684198</c:v>
                </c:pt>
                <c:pt idx="293">
                  <c:v>0.19961612284069</c:v>
                </c:pt>
                <c:pt idx="294">
                  <c:v>0.18739054290717999</c:v>
                </c:pt>
                <c:pt idx="295">
                  <c:v>0.164210526315789</c:v>
                </c:pt>
                <c:pt idx="296">
                  <c:v>0.187628865979381</c:v>
                </c:pt>
                <c:pt idx="297">
                  <c:v>0.22292993630573199</c:v>
                </c:pt>
                <c:pt idx="298">
                  <c:v>0.30102040816326497</c:v>
                </c:pt>
                <c:pt idx="299">
                  <c:v>0.27436823104693098</c:v>
                </c:pt>
                <c:pt idx="300">
                  <c:v>0.13246753246753201</c:v>
                </c:pt>
                <c:pt idx="301">
                  <c:v>0.158567774936061</c:v>
                </c:pt>
                <c:pt idx="302">
                  <c:v>0.13163972286374101</c:v>
                </c:pt>
                <c:pt idx="303">
                  <c:v>0.15384615384615299</c:v>
                </c:pt>
                <c:pt idx="304">
                  <c:v>0.27713625866050801</c:v>
                </c:pt>
                <c:pt idx="305">
                  <c:v>0.108179419525065</c:v>
                </c:pt>
                <c:pt idx="306">
                  <c:v>0.17218543046357601</c:v>
                </c:pt>
                <c:pt idx="307">
                  <c:v>0.209876543209876</c:v>
                </c:pt>
                <c:pt idx="308">
                  <c:v>0.19437939110070199</c:v>
                </c:pt>
                <c:pt idx="309">
                  <c:v>0.20393120393120301</c:v>
                </c:pt>
                <c:pt idx="310">
                  <c:v>0.20393120393120301</c:v>
                </c:pt>
                <c:pt idx="311">
                  <c:v>0.14754098360655701</c:v>
                </c:pt>
                <c:pt idx="312">
                  <c:v>0.2265625</c:v>
                </c:pt>
                <c:pt idx="313">
                  <c:v>0.17241379310344801</c:v>
                </c:pt>
                <c:pt idx="314">
                  <c:v>0.15932914046121499</c:v>
                </c:pt>
                <c:pt idx="315">
                  <c:v>0.12686567164179099</c:v>
                </c:pt>
                <c:pt idx="316">
                  <c:v>0.15158924205378899</c:v>
                </c:pt>
                <c:pt idx="317">
                  <c:v>0.18639798488664899</c:v>
                </c:pt>
                <c:pt idx="318">
                  <c:v>0.28865979381443202</c:v>
                </c:pt>
                <c:pt idx="319">
                  <c:v>0.24945770065075901</c:v>
                </c:pt>
                <c:pt idx="320">
                  <c:v>0.158567774936061</c:v>
                </c:pt>
                <c:pt idx="321">
                  <c:v>0.18639798488664899</c:v>
                </c:pt>
                <c:pt idx="322">
                  <c:v>0.156462585034013</c:v>
                </c:pt>
                <c:pt idx="323">
                  <c:v>0.17738359201773801</c:v>
                </c:pt>
                <c:pt idx="324">
                  <c:v>0.31207289293849599</c:v>
                </c:pt>
                <c:pt idx="325">
                  <c:v>0.13246753246753201</c:v>
                </c:pt>
                <c:pt idx="326">
                  <c:v>0.19956616052060699</c:v>
                </c:pt>
                <c:pt idx="327">
                  <c:v>0.240875912408759</c:v>
                </c:pt>
                <c:pt idx="328">
                  <c:v>0.223502304147465</c:v>
                </c:pt>
                <c:pt idx="329">
                  <c:v>0.234866828087167</c:v>
                </c:pt>
                <c:pt idx="330">
                  <c:v>0.234866828087167</c:v>
                </c:pt>
                <c:pt idx="331">
                  <c:v>0.17511520737327099</c:v>
                </c:pt>
                <c:pt idx="332">
                  <c:v>0.25964010282776301</c:v>
                </c:pt>
                <c:pt idx="333">
                  <c:v>0.195945945945945</c:v>
                </c:pt>
                <c:pt idx="334">
                  <c:v>0.182751540041067</c:v>
                </c:pt>
                <c:pt idx="335">
                  <c:v>0.15158924205378899</c:v>
                </c:pt>
                <c:pt idx="336">
                  <c:v>0.177884615384615</c:v>
                </c:pt>
                <c:pt idx="337">
                  <c:v>0.21588089330024801</c:v>
                </c:pt>
                <c:pt idx="338">
                  <c:v>0.31781376518218601</c:v>
                </c:pt>
                <c:pt idx="339">
                  <c:v>0.27931769722814498</c:v>
                </c:pt>
                <c:pt idx="340">
                  <c:v>0.195250659630606</c:v>
                </c:pt>
                <c:pt idx="341">
                  <c:v>0.2265625</c:v>
                </c:pt>
                <c:pt idx="342">
                  <c:v>0.19158878504672799</c:v>
                </c:pt>
                <c:pt idx="343">
                  <c:v>0.21232876712328699</c:v>
                </c:pt>
                <c:pt idx="344">
                  <c:v>0.36817102137767199</c:v>
                </c:pt>
                <c:pt idx="345">
                  <c:v>0.16577540106951799</c:v>
                </c:pt>
                <c:pt idx="346">
                  <c:v>0.23991031390134501</c:v>
                </c:pt>
                <c:pt idx="347">
                  <c:v>0.28787878787878701</c:v>
                </c:pt>
                <c:pt idx="348">
                  <c:v>0.26730310262529799</c:v>
                </c:pt>
                <c:pt idx="349">
                  <c:v>0.28140703517587901</c:v>
                </c:pt>
                <c:pt idx="350">
                  <c:v>0.28140703517587901</c:v>
                </c:pt>
                <c:pt idx="351">
                  <c:v>0.214285714285714</c:v>
                </c:pt>
                <c:pt idx="352">
                  <c:v>0.31016042780748598</c:v>
                </c:pt>
                <c:pt idx="353">
                  <c:v>0.23201856148491801</c:v>
                </c:pt>
                <c:pt idx="354">
                  <c:v>0.217758985200845</c:v>
                </c:pt>
                <c:pt idx="355">
                  <c:v>0.18639798488664899</c:v>
                </c:pt>
                <c:pt idx="356">
                  <c:v>0.21588089330024801</c:v>
                </c:pt>
                <c:pt idx="357">
                  <c:v>0.25964010282776301</c:v>
                </c:pt>
                <c:pt idx="358">
                  <c:v>0.36764705882352899</c:v>
                </c:pt>
                <c:pt idx="359">
                  <c:v>0.32743362831858402</c:v>
                </c:pt>
                <c:pt idx="360">
                  <c:v>0.34529147982062702</c:v>
                </c:pt>
                <c:pt idx="361">
                  <c:v>0.376651982378854</c:v>
                </c:pt>
                <c:pt idx="362">
                  <c:v>0.30888030888030799</c:v>
                </c:pt>
                <c:pt idx="363">
                  <c:v>0.33207547169811302</c:v>
                </c:pt>
                <c:pt idx="364">
                  <c:v>0.39853747714808002</c:v>
                </c:pt>
                <c:pt idx="365">
                  <c:v>0.31207289293849599</c:v>
                </c:pt>
                <c:pt idx="366">
                  <c:v>0.34369287020109601</c:v>
                </c:pt>
                <c:pt idx="367">
                  <c:v>0.42736842105263101</c:v>
                </c:pt>
                <c:pt idx="368">
                  <c:v>0.38976377952755897</c:v>
                </c:pt>
                <c:pt idx="369">
                  <c:v>0.418410041841004</c:v>
                </c:pt>
                <c:pt idx="370">
                  <c:v>0.41249999999999998</c:v>
                </c:pt>
                <c:pt idx="371">
                  <c:v>0.32681017612524399</c:v>
                </c:pt>
                <c:pt idx="372">
                  <c:v>0.45964125560538099</c:v>
                </c:pt>
                <c:pt idx="373">
                  <c:v>0.34732824427480902</c:v>
                </c:pt>
                <c:pt idx="374">
                  <c:v>0.33043478260869502</c:v>
                </c:pt>
                <c:pt idx="375">
                  <c:v>0.32696390658174002</c:v>
                </c:pt>
                <c:pt idx="376">
                  <c:v>0.35625000000000001</c:v>
                </c:pt>
                <c:pt idx="377">
                  <c:v>0.40604751619870399</c:v>
                </c:pt>
                <c:pt idx="378">
                  <c:v>0.35377358490566002</c:v>
                </c:pt>
                <c:pt idx="379">
                  <c:v>0.38194444444444398</c:v>
                </c:pt>
                <c:pt idx="380">
                  <c:v>0.280092592592592</c:v>
                </c:pt>
                <c:pt idx="381">
                  <c:v>0.31207289293849599</c:v>
                </c:pt>
                <c:pt idx="382">
                  <c:v>0.25754527162977803</c:v>
                </c:pt>
                <c:pt idx="383">
                  <c:v>0.28149606299212598</c:v>
                </c:pt>
                <c:pt idx="384">
                  <c:v>0.40079365079364998</c:v>
                </c:pt>
                <c:pt idx="385">
                  <c:v>0.249411764705882</c:v>
                </c:pt>
                <c:pt idx="386">
                  <c:v>0.30384615384615299</c:v>
                </c:pt>
                <c:pt idx="387">
                  <c:v>0.37362637362637302</c:v>
                </c:pt>
                <c:pt idx="388">
                  <c:v>0.34504132231404899</c:v>
                </c:pt>
                <c:pt idx="389">
                  <c:v>0.36761487964988998</c:v>
                </c:pt>
                <c:pt idx="390">
                  <c:v>0.36462882096069799</c:v>
                </c:pt>
                <c:pt idx="391">
                  <c:v>0.27551020408163202</c:v>
                </c:pt>
                <c:pt idx="392">
                  <c:v>0.39211136890951198</c:v>
                </c:pt>
                <c:pt idx="393">
                  <c:v>0.29940119760479</c:v>
                </c:pt>
                <c:pt idx="394">
                  <c:v>0.28363636363636302</c:v>
                </c:pt>
                <c:pt idx="395">
                  <c:v>0.26593406593406499</c:v>
                </c:pt>
                <c:pt idx="396">
                  <c:v>0.29589632829373602</c:v>
                </c:pt>
                <c:pt idx="397">
                  <c:v>0.34529147982062702</c:v>
                </c:pt>
                <c:pt idx="398">
                  <c:v>0.37954939341421101</c:v>
                </c:pt>
                <c:pt idx="399">
                  <c:v>0.37383177570093401</c:v>
                </c:pt>
                <c:pt idx="400">
                  <c:v>0.16266666666666599</c:v>
                </c:pt>
                <c:pt idx="401">
                  <c:v>0.192105263157894</c:v>
                </c:pt>
                <c:pt idx="402">
                  <c:v>0.15839243498817901</c:v>
                </c:pt>
                <c:pt idx="403">
                  <c:v>0.18329466357308499</c:v>
                </c:pt>
                <c:pt idx="404">
                  <c:v>0.31042654028436001</c:v>
                </c:pt>
                <c:pt idx="405">
                  <c:v>0.135135135135135</c:v>
                </c:pt>
                <c:pt idx="406">
                  <c:v>0.20135746606334801</c:v>
                </c:pt>
                <c:pt idx="407">
                  <c:v>0.25</c:v>
                </c:pt>
                <c:pt idx="408">
                  <c:v>0.22891566265060201</c:v>
                </c:pt>
                <c:pt idx="409">
                  <c:v>0.243654822335025</c:v>
                </c:pt>
                <c:pt idx="410">
                  <c:v>0.240506329113924</c:v>
                </c:pt>
                <c:pt idx="411">
                  <c:v>0.17505995203836899</c:v>
                </c:pt>
                <c:pt idx="412">
                  <c:v>0.269541778975741</c:v>
                </c:pt>
                <c:pt idx="413">
                  <c:v>0.20283018867924499</c:v>
                </c:pt>
                <c:pt idx="414">
                  <c:v>0.18924731182795601</c:v>
                </c:pt>
                <c:pt idx="415">
                  <c:v>0.155612244897959</c:v>
                </c:pt>
                <c:pt idx="416">
                  <c:v>0.183417085427135</c:v>
                </c:pt>
                <c:pt idx="417">
                  <c:v>0.22337662337662301</c:v>
                </c:pt>
                <c:pt idx="418">
                  <c:v>0.31856540084388102</c:v>
                </c:pt>
                <c:pt idx="419">
                  <c:v>0.28000000000000003</c:v>
                </c:pt>
                <c:pt idx="420">
                  <c:v>0.192105263157894</c:v>
                </c:pt>
                <c:pt idx="421">
                  <c:v>0.22337662337662301</c:v>
                </c:pt>
                <c:pt idx="422">
                  <c:v>0.186046511627906</c:v>
                </c:pt>
                <c:pt idx="423">
                  <c:v>0.209567198177676</c:v>
                </c:pt>
                <c:pt idx="424">
                  <c:v>0.34894613583138101</c:v>
                </c:pt>
                <c:pt idx="425">
                  <c:v>0.16266666666666599</c:v>
                </c:pt>
                <c:pt idx="426">
                  <c:v>0.23162583518930899</c:v>
                </c:pt>
                <c:pt idx="427">
                  <c:v>0.28463476070528898</c:v>
                </c:pt>
                <c:pt idx="428">
                  <c:v>0.26128266033254099</c:v>
                </c:pt>
                <c:pt idx="429">
                  <c:v>0.278195488721804</c:v>
                </c:pt>
                <c:pt idx="430">
                  <c:v>0.27500000000000002</c:v>
                </c:pt>
                <c:pt idx="431">
                  <c:v>0.205673758865248</c:v>
                </c:pt>
                <c:pt idx="432">
                  <c:v>0.30666666666666598</c:v>
                </c:pt>
                <c:pt idx="433">
                  <c:v>0.22916666666666599</c:v>
                </c:pt>
                <c:pt idx="434">
                  <c:v>0.215189873417721</c:v>
                </c:pt>
                <c:pt idx="435">
                  <c:v>0.183417085427135</c:v>
                </c:pt>
                <c:pt idx="436">
                  <c:v>0.21287128712871201</c:v>
                </c:pt>
                <c:pt idx="437">
                  <c:v>0.256410256410256</c:v>
                </c:pt>
                <c:pt idx="438">
                  <c:v>0.35062240663900401</c:v>
                </c:pt>
                <c:pt idx="439">
                  <c:v>0.31291028446389402</c:v>
                </c:pt>
                <c:pt idx="440">
                  <c:v>0.16666666666666599</c:v>
                </c:pt>
                <c:pt idx="441">
                  <c:v>0.19437939110070199</c:v>
                </c:pt>
                <c:pt idx="442">
                  <c:v>0.15932914046121499</c:v>
                </c:pt>
                <c:pt idx="443">
                  <c:v>0.182751540041067</c:v>
                </c:pt>
                <c:pt idx="444">
                  <c:v>0.29132231404958597</c:v>
                </c:pt>
                <c:pt idx="445">
                  <c:v>0.140435835351089</c:v>
                </c:pt>
                <c:pt idx="446">
                  <c:v>0.19521912350597601</c:v>
                </c:pt>
                <c:pt idx="447">
                  <c:v>0.24549549549549499</c:v>
                </c:pt>
                <c:pt idx="448">
                  <c:v>0.22292993630573199</c:v>
                </c:pt>
                <c:pt idx="449">
                  <c:v>0.23713646532438401</c:v>
                </c:pt>
                <c:pt idx="450">
                  <c:v>0.234375</c:v>
                </c:pt>
                <c:pt idx="451">
                  <c:v>0.17161016949152499</c:v>
                </c:pt>
                <c:pt idx="452">
                  <c:v>0.26428571428571401</c:v>
                </c:pt>
                <c:pt idx="453">
                  <c:v>0.2</c:v>
                </c:pt>
                <c:pt idx="454">
                  <c:v>0.18595825426944901</c:v>
                </c:pt>
                <c:pt idx="455">
                  <c:v>0.15909090909090901</c:v>
                </c:pt>
                <c:pt idx="456">
                  <c:v>0.18526785714285701</c:v>
                </c:pt>
                <c:pt idx="457">
                  <c:v>0.223502304147465</c:v>
                </c:pt>
                <c:pt idx="458">
                  <c:v>0.29541284403669699</c:v>
                </c:pt>
                <c:pt idx="459">
                  <c:v>0.26407766990291198</c:v>
                </c:pt>
                <c:pt idx="460">
                  <c:v>0.19158878504672799</c:v>
                </c:pt>
                <c:pt idx="461">
                  <c:v>0.21788990825688001</c:v>
                </c:pt>
                <c:pt idx="462">
                  <c:v>0.182751540041067</c:v>
                </c:pt>
                <c:pt idx="463">
                  <c:v>0.20240480961923801</c:v>
                </c:pt>
                <c:pt idx="464">
                  <c:v>0.32048681541582102</c:v>
                </c:pt>
                <c:pt idx="465">
                  <c:v>0.163895486935866</c:v>
                </c:pt>
                <c:pt idx="466">
                  <c:v>0.220703125</c:v>
                </c:pt>
                <c:pt idx="467">
                  <c:v>0.26872246696035201</c:v>
                </c:pt>
                <c:pt idx="468">
                  <c:v>0.247401247401247</c:v>
                </c:pt>
                <c:pt idx="469">
                  <c:v>0.26315789473684198</c:v>
                </c:pt>
                <c:pt idx="470">
                  <c:v>0.26039387308533901</c:v>
                </c:pt>
                <c:pt idx="471">
                  <c:v>0.19750519750519699</c:v>
                </c:pt>
                <c:pt idx="472">
                  <c:v>0.29508196721311403</c:v>
                </c:pt>
                <c:pt idx="473">
                  <c:v>0.219512195121951</c:v>
                </c:pt>
                <c:pt idx="474">
                  <c:v>0.20555555555555499</c:v>
                </c:pt>
                <c:pt idx="475">
                  <c:v>0.18262806236080101</c:v>
                </c:pt>
                <c:pt idx="476">
                  <c:v>0.20742358078602599</c:v>
                </c:pt>
                <c:pt idx="477">
                  <c:v>0.24549549549549499</c:v>
                </c:pt>
                <c:pt idx="478">
                  <c:v>0.31956912028725298</c:v>
                </c:pt>
                <c:pt idx="479">
                  <c:v>0.288973384030418</c:v>
                </c:pt>
                <c:pt idx="480">
                  <c:v>0.355392156862745</c:v>
                </c:pt>
                <c:pt idx="481">
                  <c:v>0.39467312348668199</c:v>
                </c:pt>
                <c:pt idx="482">
                  <c:v>0.32135306553911203</c:v>
                </c:pt>
                <c:pt idx="483">
                  <c:v>0.35062240663900401</c:v>
                </c:pt>
                <c:pt idx="484">
                  <c:v>0.42626262626262601</c:v>
                </c:pt>
                <c:pt idx="485">
                  <c:v>0.317617866004962</c:v>
                </c:pt>
                <c:pt idx="486">
                  <c:v>0.36418511066398301</c:v>
                </c:pt>
                <c:pt idx="487">
                  <c:v>0.46370023419203699</c:v>
                </c:pt>
                <c:pt idx="488">
                  <c:v>0.412147505422993</c:v>
                </c:pt>
                <c:pt idx="489">
                  <c:v>0.44675925925925902</c:v>
                </c:pt>
                <c:pt idx="490">
                  <c:v>0.43678160919540199</c:v>
                </c:pt>
                <c:pt idx="491">
                  <c:v>0.33832976445396101</c:v>
                </c:pt>
                <c:pt idx="492">
                  <c:v>0.49253731343283502</c:v>
                </c:pt>
                <c:pt idx="493">
                  <c:v>0.36764705882352899</c:v>
                </c:pt>
                <c:pt idx="494">
                  <c:v>0.35249042145593801</c:v>
                </c:pt>
                <c:pt idx="495">
                  <c:v>0.33642691415313197</c:v>
                </c:pt>
                <c:pt idx="496">
                  <c:v>0.37299771167048001</c:v>
                </c:pt>
                <c:pt idx="497">
                  <c:v>0.43540669856459302</c:v>
                </c:pt>
                <c:pt idx="498">
                  <c:v>0.40140845070422498</c:v>
                </c:pt>
                <c:pt idx="499">
                  <c:v>0.40535372848948298</c:v>
                </c:pt>
                <c:pt idx="500">
                  <c:v>0.135135135135135</c:v>
                </c:pt>
                <c:pt idx="501">
                  <c:v>0.16266666666666599</c:v>
                </c:pt>
                <c:pt idx="502">
                  <c:v>0.13221153846153799</c:v>
                </c:pt>
                <c:pt idx="503">
                  <c:v>0.15566037735849</c:v>
                </c:pt>
                <c:pt idx="504">
                  <c:v>0.27338129496402802</c:v>
                </c:pt>
                <c:pt idx="505">
                  <c:v>0.10958904109589</c:v>
                </c:pt>
                <c:pt idx="506">
                  <c:v>0.17241379310344801</c:v>
                </c:pt>
                <c:pt idx="507">
                  <c:v>0.217054263565891</c:v>
                </c:pt>
                <c:pt idx="508">
                  <c:v>0.19804400977995101</c:v>
                </c:pt>
                <c:pt idx="509">
                  <c:v>0.21079691516709501</c:v>
                </c:pt>
                <c:pt idx="510">
                  <c:v>0.20769230769230701</c:v>
                </c:pt>
                <c:pt idx="511">
                  <c:v>0.145985401459854</c:v>
                </c:pt>
                <c:pt idx="512">
                  <c:v>0.23433242506811899</c:v>
                </c:pt>
                <c:pt idx="513">
                  <c:v>0.17224880382775101</c:v>
                </c:pt>
                <c:pt idx="514">
                  <c:v>0.16447368421052599</c:v>
                </c:pt>
                <c:pt idx="515">
                  <c:v>0.12953367875647601</c:v>
                </c:pt>
                <c:pt idx="516">
                  <c:v>0.155612244897959</c:v>
                </c:pt>
                <c:pt idx="517">
                  <c:v>0.192105263157894</c:v>
                </c:pt>
                <c:pt idx="518">
                  <c:v>0.28479657387580298</c:v>
                </c:pt>
                <c:pt idx="519">
                  <c:v>0.24830699774266299</c:v>
                </c:pt>
                <c:pt idx="520">
                  <c:v>0.22068965517241301</c:v>
                </c:pt>
                <c:pt idx="521">
                  <c:v>0.25113122171945701</c:v>
                </c:pt>
                <c:pt idx="522">
                  <c:v>0.20481927710843301</c:v>
                </c:pt>
                <c:pt idx="523">
                  <c:v>0.23031496062992099</c:v>
                </c:pt>
                <c:pt idx="524">
                  <c:v>0.34523809523809501</c:v>
                </c:pt>
                <c:pt idx="525">
                  <c:v>0.19158878504672799</c:v>
                </c:pt>
                <c:pt idx="526">
                  <c:v>0.24236641221374</c:v>
                </c:pt>
                <c:pt idx="527">
                  <c:v>0.30718954248365998</c:v>
                </c:pt>
                <c:pt idx="528">
                  <c:v>0.27811860940695299</c:v>
                </c:pt>
                <c:pt idx="529">
                  <c:v>0.29870129870129802</c:v>
                </c:pt>
                <c:pt idx="530">
                  <c:v>0.29310344827586199</c:v>
                </c:pt>
                <c:pt idx="531">
                  <c:v>0.21703853955375199</c:v>
                </c:pt>
                <c:pt idx="532">
                  <c:v>0.32718894009216498</c:v>
                </c:pt>
                <c:pt idx="533">
                  <c:v>0.24750499001995999</c:v>
                </c:pt>
                <c:pt idx="534">
                  <c:v>0.23272727272727201</c:v>
                </c:pt>
                <c:pt idx="535">
                  <c:v>0.21006564551422299</c:v>
                </c:pt>
                <c:pt idx="536">
                  <c:v>0.238709677419354</c:v>
                </c:pt>
                <c:pt idx="537">
                  <c:v>0.28285077951002202</c:v>
                </c:pt>
                <c:pt idx="538">
                  <c:v>0.33507853403141302</c:v>
                </c:pt>
                <c:pt idx="539">
                  <c:v>0.314711359404096</c:v>
                </c:pt>
                <c:pt idx="540">
                  <c:v>0.256410256410256</c:v>
                </c:pt>
                <c:pt idx="541">
                  <c:v>0.291139240506329</c:v>
                </c:pt>
                <c:pt idx="542">
                  <c:v>0.24269662921348301</c:v>
                </c:pt>
                <c:pt idx="543">
                  <c:v>0.26593406593406499</c:v>
                </c:pt>
                <c:pt idx="544">
                  <c:v>0.42045454545454503</c:v>
                </c:pt>
                <c:pt idx="545">
                  <c:v>0.22337662337662301</c:v>
                </c:pt>
                <c:pt idx="546">
                  <c:v>0.29310344827586199</c:v>
                </c:pt>
                <c:pt idx="547">
                  <c:v>0.35872235872235803</c:v>
                </c:pt>
                <c:pt idx="548">
                  <c:v>0.33025404157043797</c:v>
                </c:pt>
                <c:pt idx="549">
                  <c:v>0.35207823960880102</c:v>
                </c:pt>
                <c:pt idx="550">
                  <c:v>0.34878048780487803</c:v>
                </c:pt>
                <c:pt idx="551">
                  <c:v>0.265446224256292</c:v>
                </c:pt>
                <c:pt idx="552">
                  <c:v>0.38642297650130503</c:v>
                </c:pt>
                <c:pt idx="553">
                  <c:v>0.28571428571428498</c:v>
                </c:pt>
                <c:pt idx="554">
                  <c:v>0.27032520325203202</c:v>
                </c:pt>
                <c:pt idx="555">
                  <c:v>0.24390243902438999</c:v>
                </c:pt>
                <c:pt idx="556">
                  <c:v>0.27644230769230699</c:v>
                </c:pt>
                <c:pt idx="557">
                  <c:v>0.32750000000000001</c:v>
                </c:pt>
                <c:pt idx="558">
                  <c:v>0.40357852882703699</c:v>
                </c:pt>
                <c:pt idx="559">
                  <c:v>0.38216560509554098</c:v>
                </c:pt>
                <c:pt idx="560">
                  <c:v>0.240875912408759</c:v>
                </c:pt>
                <c:pt idx="561">
                  <c:v>0.27338129496402802</c:v>
                </c:pt>
                <c:pt idx="562">
                  <c:v>0.22553191489361701</c:v>
                </c:pt>
                <c:pt idx="563">
                  <c:v>0.25</c:v>
                </c:pt>
                <c:pt idx="564">
                  <c:v>0.38216560509554098</c:v>
                </c:pt>
                <c:pt idx="565">
                  <c:v>0.209876543209876</c:v>
                </c:pt>
                <c:pt idx="566">
                  <c:v>0.27032520325203202</c:v>
                </c:pt>
                <c:pt idx="567">
                  <c:v>0.33642691415313197</c:v>
                </c:pt>
                <c:pt idx="568">
                  <c:v>0.30718954248365998</c:v>
                </c:pt>
                <c:pt idx="569">
                  <c:v>0.33025404157043797</c:v>
                </c:pt>
                <c:pt idx="570">
                  <c:v>0.32413793103448202</c:v>
                </c:pt>
                <c:pt idx="571">
                  <c:v>0.24406047516198701</c:v>
                </c:pt>
                <c:pt idx="572">
                  <c:v>0.36206896551724099</c:v>
                </c:pt>
                <c:pt idx="573">
                  <c:v>0.268498942917547</c:v>
                </c:pt>
                <c:pt idx="574">
                  <c:v>0.25433526011560598</c:v>
                </c:pt>
                <c:pt idx="575">
                  <c:v>0.22916666666666599</c:v>
                </c:pt>
                <c:pt idx="576">
                  <c:v>0.25968109339407702</c:v>
                </c:pt>
                <c:pt idx="577">
                  <c:v>0.30732860520094502</c:v>
                </c:pt>
                <c:pt idx="578">
                  <c:v>0.37126865671641701</c:v>
                </c:pt>
                <c:pt idx="579">
                  <c:v>0.35059760956175301</c:v>
                </c:pt>
                <c:pt idx="580">
                  <c:v>0.256410256410256</c:v>
                </c:pt>
                <c:pt idx="581">
                  <c:v>0.291139240506329</c:v>
                </c:pt>
                <c:pt idx="582">
                  <c:v>0.23991031390134501</c:v>
                </c:pt>
                <c:pt idx="583">
                  <c:v>0.26593406593406499</c:v>
                </c:pt>
                <c:pt idx="584">
                  <c:v>0.414027149321266</c:v>
                </c:pt>
                <c:pt idx="585">
                  <c:v>0.22337662337662301</c:v>
                </c:pt>
                <c:pt idx="586">
                  <c:v>0.29032258064516098</c:v>
                </c:pt>
                <c:pt idx="587">
                  <c:v>0.35872235872235803</c:v>
                </c:pt>
                <c:pt idx="588">
                  <c:v>0.33025404157043797</c:v>
                </c:pt>
                <c:pt idx="589">
                  <c:v>0.35207823960880102</c:v>
                </c:pt>
                <c:pt idx="590">
                  <c:v>0.34878048780487803</c:v>
                </c:pt>
                <c:pt idx="591">
                  <c:v>0.25968109339407702</c:v>
                </c:pt>
                <c:pt idx="592">
                  <c:v>0.38642297650130503</c:v>
                </c:pt>
                <c:pt idx="593">
                  <c:v>0.28571428571428498</c:v>
                </c:pt>
                <c:pt idx="594">
                  <c:v>0.27032520325203202</c:v>
                </c:pt>
                <c:pt idx="595">
                  <c:v>0.24390243902438999</c:v>
                </c:pt>
                <c:pt idx="596">
                  <c:v>0.27644230769230699</c:v>
                </c:pt>
                <c:pt idx="597">
                  <c:v>0.32750000000000001</c:v>
                </c:pt>
                <c:pt idx="598">
                  <c:v>0.40079365079364998</c:v>
                </c:pt>
                <c:pt idx="599">
                  <c:v>0.37923728813559299</c:v>
                </c:pt>
                <c:pt idx="600">
                  <c:v>0.25319693094629098</c:v>
                </c:pt>
                <c:pt idx="601">
                  <c:v>0.28787878787878701</c:v>
                </c:pt>
                <c:pt idx="602">
                  <c:v>0.23713646532438401</c:v>
                </c:pt>
                <c:pt idx="603">
                  <c:v>0.26315789473684198</c:v>
                </c:pt>
                <c:pt idx="604">
                  <c:v>0.40449438202247101</c:v>
                </c:pt>
                <c:pt idx="605">
                  <c:v>0.22020725388601001</c:v>
                </c:pt>
                <c:pt idx="606">
                  <c:v>0.28479657387580298</c:v>
                </c:pt>
                <c:pt idx="607">
                  <c:v>0.355392156862745</c:v>
                </c:pt>
                <c:pt idx="608">
                  <c:v>0.32413793103448202</c:v>
                </c:pt>
                <c:pt idx="609">
                  <c:v>0.34878048780487803</c:v>
                </c:pt>
                <c:pt idx="610">
                  <c:v>0.34223300970873699</c:v>
                </c:pt>
                <c:pt idx="611">
                  <c:v>0.256818181818181</c:v>
                </c:pt>
                <c:pt idx="612">
                  <c:v>0.3828125</c:v>
                </c:pt>
                <c:pt idx="613">
                  <c:v>0.28285077951002202</c:v>
                </c:pt>
                <c:pt idx="614">
                  <c:v>0.267748478701825</c:v>
                </c:pt>
                <c:pt idx="615">
                  <c:v>0.240875912408759</c:v>
                </c:pt>
                <c:pt idx="616">
                  <c:v>0.27338129496402802</c:v>
                </c:pt>
                <c:pt idx="617">
                  <c:v>0.324189526184538</c:v>
                </c:pt>
                <c:pt idx="618">
                  <c:v>0.39250493096646899</c:v>
                </c:pt>
                <c:pt idx="619">
                  <c:v>0.37052631578947298</c:v>
                </c:pt>
                <c:pt idx="620">
                  <c:v>0.192214111922141</c:v>
                </c:pt>
                <c:pt idx="621">
                  <c:v>0.22302158273381201</c:v>
                </c:pt>
                <c:pt idx="622">
                  <c:v>0.17910447761194001</c:v>
                </c:pt>
                <c:pt idx="623">
                  <c:v>0.20754716981131999</c:v>
                </c:pt>
                <c:pt idx="624">
                  <c:v>0.31578947368421001</c:v>
                </c:pt>
                <c:pt idx="625">
                  <c:v>0.162962962962962</c:v>
                </c:pt>
                <c:pt idx="626">
                  <c:v>0.21457489878542499</c:v>
                </c:pt>
                <c:pt idx="627">
                  <c:v>0.27419354838709598</c:v>
                </c:pt>
                <c:pt idx="628">
                  <c:v>0.24945770065075901</c:v>
                </c:pt>
                <c:pt idx="629">
                  <c:v>0.265446224256292</c:v>
                </c:pt>
                <c:pt idx="630">
                  <c:v>0.26255707762557001</c:v>
                </c:pt>
                <c:pt idx="631">
                  <c:v>0.186695278969957</c:v>
                </c:pt>
                <c:pt idx="632">
                  <c:v>0.28883495145631</c:v>
                </c:pt>
                <c:pt idx="633">
                  <c:v>0.217758985200845</c:v>
                </c:pt>
                <c:pt idx="634">
                  <c:v>0.20889748549323001</c:v>
                </c:pt>
                <c:pt idx="635">
                  <c:v>0.18329466357308499</c:v>
                </c:pt>
                <c:pt idx="636">
                  <c:v>0.21232876712328699</c:v>
                </c:pt>
                <c:pt idx="637">
                  <c:v>0.25235849056603699</c:v>
                </c:pt>
                <c:pt idx="638">
                  <c:v>0.31716417910447697</c:v>
                </c:pt>
                <c:pt idx="639">
                  <c:v>0.28656126482213401</c:v>
                </c:pt>
                <c:pt idx="640">
                  <c:v>0.266129032258064</c:v>
                </c:pt>
                <c:pt idx="641">
                  <c:v>0.30319148936170198</c:v>
                </c:pt>
                <c:pt idx="642">
                  <c:v>0.25235849056603699</c:v>
                </c:pt>
                <c:pt idx="643">
                  <c:v>0.27713625866050801</c:v>
                </c:pt>
                <c:pt idx="644">
                  <c:v>0.44230769230769201</c:v>
                </c:pt>
                <c:pt idx="645">
                  <c:v>0.23097826086956499</c:v>
                </c:pt>
                <c:pt idx="646">
                  <c:v>0.30022573363431099</c:v>
                </c:pt>
                <c:pt idx="647">
                  <c:v>0.375647668393782</c:v>
                </c:pt>
                <c:pt idx="648">
                  <c:v>0.34223300970873699</c:v>
                </c:pt>
                <c:pt idx="649">
                  <c:v>0.36855670103092703</c:v>
                </c:pt>
                <c:pt idx="650">
                  <c:v>0.36153846153846098</c:v>
                </c:pt>
                <c:pt idx="651">
                  <c:v>0.27338129496402802</c:v>
                </c:pt>
                <c:pt idx="652">
                  <c:v>0.38586956521739102</c:v>
                </c:pt>
                <c:pt idx="653">
                  <c:v>0.29508196721311403</c:v>
                </c:pt>
                <c:pt idx="654">
                  <c:v>0.28205128205128199</c:v>
                </c:pt>
                <c:pt idx="655">
                  <c:v>0.25319693094629098</c:v>
                </c:pt>
                <c:pt idx="656">
                  <c:v>0.28787878787878701</c:v>
                </c:pt>
                <c:pt idx="657">
                  <c:v>0.34210526315789402</c:v>
                </c:pt>
                <c:pt idx="658">
                  <c:v>0.418410041841004</c:v>
                </c:pt>
                <c:pt idx="659">
                  <c:v>0.391982182628062</c:v>
                </c:pt>
                <c:pt idx="660">
                  <c:v>0.21718377088305399</c:v>
                </c:pt>
                <c:pt idx="661">
                  <c:v>0.243559718969555</c:v>
                </c:pt>
                <c:pt idx="662">
                  <c:v>0.20250521920667999</c:v>
                </c:pt>
                <c:pt idx="663">
                  <c:v>0.22448979591836701</c:v>
                </c:pt>
                <c:pt idx="664">
                  <c:v>0.34226804123711302</c:v>
                </c:pt>
                <c:pt idx="665">
                  <c:v>0.186440677966101</c:v>
                </c:pt>
                <c:pt idx="666">
                  <c:v>0.240079365079365</c:v>
                </c:pt>
                <c:pt idx="667">
                  <c:v>0.29438202247190998</c:v>
                </c:pt>
                <c:pt idx="668">
                  <c:v>0.27118644067796599</c:v>
                </c:pt>
                <c:pt idx="669">
                  <c:v>0.288590604026845</c:v>
                </c:pt>
                <c:pt idx="670">
                  <c:v>0.28571428571428498</c:v>
                </c:pt>
                <c:pt idx="671">
                  <c:v>0.21263157894736801</c:v>
                </c:pt>
                <c:pt idx="672">
                  <c:v>0.31980906921240998</c:v>
                </c:pt>
                <c:pt idx="673">
                  <c:v>0.234567901234567</c:v>
                </c:pt>
                <c:pt idx="674">
                  <c:v>0.225988700564971</c:v>
                </c:pt>
                <c:pt idx="675">
                  <c:v>0.20681818181818101</c:v>
                </c:pt>
                <c:pt idx="676">
                  <c:v>0.23162583518930899</c:v>
                </c:pt>
                <c:pt idx="677">
                  <c:v>0.27126436781609198</c:v>
                </c:pt>
                <c:pt idx="678">
                  <c:v>0.33879781420764998</c:v>
                </c:pt>
                <c:pt idx="679">
                  <c:v>0.30888030888030799</c:v>
                </c:pt>
                <c:pt idx="680">
                  <c:v>0.19438444924406001</c:v>
                </c:pt>
                <c:pt idx="681">
                  <c:v>0.22033898305084701</c:v>
                </c:pt>
                <c:pt idx="682">
                  <c:v>0.18371212121212099</c:v>
                </c:pt>
                <c:pt idx="683">
                  <c:v>0.203327171903881</c:v>
                </c:pt>
                <c:pt idx="684">
                  <c:v>0.31962616822429901</c:v>
                </c:pt>
                <c:pt idx="685">
                  <c:v>0.16960352422907399</c:v>
                </c:pt>
                <c:pt idx="686">
                  <c:v>0.221621621621621</c:v>
                </c:pt>
                <c:pt idx="687">
                  <c:v>0.27032520325203202</c:v>
                </c:pt>
                <c:pt idx="688">
                  <c:v>0.24952015355086299</c:v>
                </c:pt>
                <c:pt idx="689">
                  <c:v>0.26518218623481699</c:v>
                </c:pt>
                <c:pt idx="690">
                  <c:v>0.26262626262626199</c:v>
                </c:pt>
                <c:pt idx="691">
                  <c:v>0.19961612284069</c:v>
                </c:pt>
                <c:pt idx="692">
                  <c:v>0.29032258064516098</c:v>
                </c:pt>
                <c:pt idx="693">
                  <c:v>0.21910112359550499</c:v>
                </c:pt>
                <c:pt idx="694">
                  <c:v>0.20683760683760599</c:v>
                </c:pt>
                <c:pt idx="695">
                  <c:v>0.18518518518518501</c:v>
                </c:pt>
                <c:pt idx="696">
                  <c:v>0.209677419354838</c:v>
                </c:pt>
                <c:pt idx="697">
                  <c:v>0.247401247401247</c:v>
                </c:pt>
                <c:pt idx="698">
                  <c:v>0.313531353135313</c:v>
                </c:pt>
                <c:pt idx="699">
                  <c:v>0.28947368421052599</c:v>
                </c:pt>
                <c:pt idx="700">
                  <c:v>0.155612244897959</c:v>
                </c:pt>
                <c:pt idx="701">
                  <c:v>0.183417085427135</c:v>
                </c:pt>
                <c:pt idx="702">
                  <c:v>0.15124153498871301</c:v>
                </c:pt>
                <c:pt idx="703">
                  <c:v>0.17477876106194601</c:v>
                </c:pt>
                <c:pt idx="704">
                  <c:v>0.29438202247190998</c:v>
                </c:pt>
                <c:pt idx="705">
                  <c:v>0.12953367875647601</c:v>
                </c:pt>
                <c:pt idx="706">
                  <c:v>0.19181034482758599</c:v>
                </c:pt>
                <c:pt idx="707">
                  <c:v>0.237864077669902</c:v>
                </c:pt>
                <c:pt idx="708">
                  <c:v>0.21788990825688001</c:v>
                </c:pt>
                <c:pt idx="709">
                  <c:v>0.231884057971014</c:v>
                </c:pt>
                <c:pt idx="710">
                  <c:v>0.22891566265060201</c:v>
                </c:pt>
                <c:pt idx="711">
                  <c:v>0.16704805491990801</c:v>
                </c:pt>
                <c:pt idx="712">
                  <c:v>0.256410256410256</c:v>
                </c:pt>
                <c:pt idx="713">
                  <c:v>0.193258426966292</c:v>
                </c:pt>
                <c:pt idx="714">
                  <c:v>0.18032786885245899</c:v>
                </c:pt>
                <c:pt idx="715">
                  <c:v>0.14878048780487799</c:v>
                </c:pt>
                <c:pt idx="716">
                  <c:v>0.17505995203836899</c:v>
                </c:pt>
                <c:pt idx="717">
                  <c:v>0.21287128712871201</c:v>
                </c:pt>
                <c:pt idx="718">
                  <c:v>0.30199999999999999</c:v>
                </c:pt>
                <c:pt idx="719">
                  <c:v>0.265822784810126</c:v>
                </c:pt>
                <c:pt idx="720">
                  <c:v>0.183417085427135</c:v>
                </c:pt>
                <c:pt idx="721">
                  <c:v>0.21287128712871201</c:v>
                </c:pt>
                <c:pt idx="722">
                  <c:v>0.17738359201773801</c:v>
                </c:pt>
                <c:pt idx="723">
                  <c:v>0.19956616052060699</c:v>
                </c:pt>
                <c:pt idx="724">
                  <c:v>0.33037694013303698</c:v>
                </c:pt>
                <c:pt idx="725">
                  <c:v>0.155612244897959</c:v>
                </c:pt>
                <c:pt idx="726">
                  <c:v>0.22033898305084701</c:v>
                </c:pt>
                <c:pt idx="727">
                  <c:v>0.27033492822966498</c:v>
                </c:pt>
                <c:pt idx="728">
                  <c:v>0.24830699774266299</c:v>
                </c:pt>
                <c:pt idx="729">
                  <c:v>0.26428571428571401</c:v>
                </c:pt>
                <c:pt idx="730">
                  <c:v>0.26128266033254099</c:v>
                </c:pt>
                <c:pt idx="731">
                  <c:v>0.195945945945945</c:v>
                </c:pt>
                <c:pt idx="732">
                  <c:v>0.291139240506329</c:v>
                </c:pt>
                <c:pt idx="733">
                  <c:v>0.21806167400880999</c:v>
                </c:pt>
                <c:pt idx="734">
                  <c:v>0.20481927710843301</c:v>
                </c:pt>
                <c:pt idx="735">
                  <c:v>0.17505995203836899</c:v>
                </c:pt>
                <c:pt idx="736">
                  <c:v>0.20283018867924499</c:v>
                </c:pt>
                <c:pt idx="737">
                  <c:v>0.24390243902438999</c:v>
                </c:pt>
                <c:pt idx="738">
                  <c:v>0.33202357563850599</c:v>
                </c:pt>
                <c:pt idx="739">
                  <c:v>0.29668049792531098</c:v>
                </c:pt>
                <c:pt idx="740">
                  <c:v>0.22337662337662301</c:v>
                </c:pt>
                <c:pt idx="741">
                  <c:v>0.256410256410256</c:v>
                </c:pt>
                <c:pt idx="742">
                  <c:v>0.21510297482837501</c:v>
                </c:pt>
                <c:pt idx="743">
                  <c:v>0.23713646532438401</c:v>
                </c:pt>
                <c:pt idx="744">
                  <c:v>0.38888888888888801</c:v>
                </c:pt>
                <c:pt idx="745">
                  <c:v>0.192105263157894</c:v>
                </c:pt>
                <c:pt idx="746">
                  <c:v>0.26315789473684198</c:v>
                </c:pt>
                <c:pt idx="747">
                  <c:v>0.32089552238805902</c:v>
                </c:pt>
                <c:pt idx="748">
                  <c:v>0.29508196721311403</c:v>
                </c:pt>
                <c:pt idx="749">
                  <c:v>0.31435643564356403</c:v>
                </c:pt>
                <c:pt idx="750">
                  <c:v>0.31111111111111101</c:v>
                </c:pt>
                <c:pt idx="751">
                  <c:v>0.23776223776223701</c:v>
                </c:pt>
                <c:pt idx="752">
                  <c:v>0.345646437994722</c:v>
                </c:pt>
                <c:pt idx="753">
                  <c:v>0.256818181818181</c:v>
                </c:pt>
                <c:pt idx="754">
                  <c:v>0.24223602484472001</c:v>
                </c:pt>
                <c:pt idx="755">
                  <c:v>0.21287128712871201</c:v>
                </c:pt>
                <c:pt idx="756">
                  <c:v>0.24390243902438999</c:v>
                </c:pt>
                <c:pt idx="757">
                  <c:v>0.291139240506329</c:v>
                </c:pt>
                <c:pt idx="758">
                  <c:v>0.380855397148676</c:v>
                </c:pt>
                <c:pt idx="759">
                  <c:v>0.346982758620689</c:v>
                </c:pt>
                <c:pt idx="760">
                  <c:v>0.376651982378854</c:v>
                </c:pt>
                <c:pt idx="761">
                  <c:v>0.40909090909090901</c:v>
                </c:pt>
                <c:pt idx="762">
                  <c:v>0.33459357277882701</c:v>
                </c:pt>
                <c:pt idx="763">
                  <c:v>0.35859519408502699</c:v>
                </c:pt>
                <c:pt idx="764">
                  <c:v>0.39894551845342702</c:v>
                </c:pt>
                <c:pt idx="765">
                  <c:v>0.34228187919462999</c:v>
                </c:pt>
                <c:pt idx="766">
                  <c:v>0.35879218472468899</c:v>
                </c:pt>
                <c:pt idx="767">
                  <c:v>0.43495934959349503</c:v>
                </c:pt>
                <c:pt idx="768">
                  <c:v>0.39733840304182499</c:v>
                </c:pt>
                <c:pt idx="769">
                  <c:v>0.42626262626262601</c:v>
                </c:pt>
                <c:pt idx="770">
                  <c:v>0.42052313883299702</c:v>
                </c:pt>
                <c:pt idx="771">
                  <c:v>0.34990439770554399</c:v>
                </c:pt>
                <c:pt idx="772">
                  <c:v>0.49010989010988998</c:v>
                </c:pt>
                <c:pt idx="773">
                  <c:v>0.37126865671641701</c:v>
                </c:pt>
                <c:pt idx="774">
                  <c:v>0.34915254237288101</c:v>
                </c:pt>
                <c:pt idx="775">
                  <c:v>0.35625000000000001</c:v>
                </c:pt>
                <c:pt idx="776">
                  <c:v>0.38650306748466201</c:v>
                </c:pt>
                <c:pt idx="777">
                  <c:v>0.430379746835443</c:v>
                </c:pt>
                <c:pt idx="778">
                  <c:v>0.35196374622356402</c:v>
                </c:pt>
                <c:pt idx="779">
                  <c:v>0.38230383973288801</c:v>
                </c:pt>
                <c:pt idx="780">
                  <c:v>0.30909090909090903</c:v>
                </c:pt>
                <c:pt idx="781">
                  <c:v>0.34228187919462999</c:v>
                </c:pt>
                <c:pt idx="782">
                  <c:v>0.28149606299212598</c:v>
                </c:pt>
                <c:pt idx="783">
                  <c:v>0.30635838150289002</c:v>
                </c:pt>
                <c:pt idx="784">
                  <c:v>0.40267175572518998</c:v>
                </c:pt>
                <c:pt idx="785">
                  <c:v>0.27713625866050801</c:v>
                </c:pt>
                <c:pt idx="786">
                  <c:v>0.32457786116322701</c:v>
                </c:pt>
                <c:pt idx="787">
                  <c:v>0.40604751619870399</c:v>
                </c:pt>
                <c:pt idx="788">
                  <c:v>0.36969696969696902</c:v>
                </c:pt>
                <c:pt idx="789">
                  <c:v>0.4</c:v>
                </c:pt>
                <c:pt idx="790">
                  <c:v>0.39102564102564102</c:v>
                </c:pt>
                <c:pt idx="791">
                  <c:v>0.29940119760479</c:v>
                </c:pt>
                <c:pt idx="792">
                  <c:v>0.42369020501138899</c:v>
                </c:pt>
                <c:pt idx="793">
                  <c:v>0.32421875</c:v>
                </c:pt>
                <c:pt idx="794">
                  <c:v>0.30782918149466099</c:v>
                </c:pt>
                <c:pt idx="795">
                  <c:v>0.29310344827586199</c:v>
                </c:pt>
                <c:pt idx="796">
                  <c:v>0.32415254237288099</c:v>
                </c:pt>
                <c:pt idx="797">
                  <c:v>0.376651982378854</c:v>
                </c:pt>
                <c:pt idx="798">
                  <c:v>0.38</c:v>
                </c:pt>
                <c:pt idx="799">
                  <c:v>0.38086642599277898</c:v>
                </c:pt>
                <c:pt idx="800">
                  <c:v>0.13221153846153799</c:v>
                </c:pt>
                <c:pt idx="801">
                  <c:v>0.15566037735849</c:v>
                </c:pt>
                <c:pt idx="802">
                  <c:v>0.12978723404255299</c:v>
                </c:pt>
                <c:pt idx="803">
                  <c:v>0.149688149688149</c:v>
                </c:pt>
                <c:pt idx="804">
                  <c:v>0.26050420168067201</c:v>
                </c:pt>
                <c:pt idx="805">
                  <c:v>0.110294117647058</c:v>
                </c:pt>
                <c:pt idx="806">
                  <c:v>0.165991902834008</c:v>
                </c:pt>
                <c:pt idx="807">
                  <c:v>0.20135746606334801</c:v>
                </c:pt>
                <c:pt idx="808">
                  <c:v>0.186695278969957</c:v>
                </c:pt>
                <c:pt idx="809">
                  <c:v>0.195945945945945</c:v>
                </c:pt>
                <c:pt idx="810">
                  <c:v>0.195945945945945</c:v>
                </c:pt>
                <c:pt idx="811">
                  <c:v>0.14439655172413701</c:v>
                </c:pt>
                <c:pt idx="812">
                  <c:v>0.21718377088305399</c:v>
                </c:pt>
                <c:pt idx="813">
                  <c:v>0.16666666666666599</c:v>
                </c:pt>
                <c:pt idx="814">
                  <c:v>0.15384615384615299</c:v>
                </c:pt>
                <c:pt idx="815">
                  <c:v>0.126436781609195</c:v>
                </c:pt>
                <c:pt idx="816">
                  <c:v>0.14864864864864799</c:v>
                </c:pt>
                <c:pt idx="817">
                  <c:v>0.180555555555555</c:v>
                </c:pt>
                <c:pt idx="818">
                  <c:v>0.26966292134831399</c:v>
                </c:pt>
                <c:pt idx="819">
                  <c:v>0.235177865612648</c:v>
                </c:pt>
                <c:pt idx="820">
                  <c:v>0.15839243498817901</c:v>
                </c:pt>
                <c:pt idx="821">
                  <c:v>0.18329466357308499</c:v>
                </c:pt>
                <c:pt idx="822">
                  <c:v>0.15448851774530201</c:v>
                </c:pt>
                <c:pt idx="823">
                  <c:v>0.17311608961303401</c:v>
                </c:pt>
                <c:pt idx="824">
                  <c:v>0.29399585921325</c:v>
                </c:pt>
                <c:pt idx="825">
                  <c:v>0.134939759036144</c:v>
                </c:pt>
                <c:pt idx="826">
                  <c:v>0.192842942345924</c:v>
                </c:pt>
                <c:pt idx="827">
                  <c:v>0.23162583518930899</c:v>
                </c:pt>
                <c:pt idx="828">
                  <c:v>0.215189873417721</c:v>
                </c:pt>
                <c:pt idx="829">
                  <c:v>0.22616407982261599</c:v>
                </c:pt>
                <c:pt idx="830">
                  <c:v>0.22616407982261599</c:v>
                </c:pt>
                <c:pt idx="831">
                  <c:v>0.17161016949152499</c:v>
                </c:pt>
                <c:pt idx="832">
                  <c:v>0.249411764705882</c:v>
                </c:pt>
                <c:pt idx="833">
                  <c:v>0.19008264462809901</c:v>
                </c:pt>
                <c:pt idx="834">
                  <c:v>0.177024482109227</c:v>
                </c:pt>
                <c:pt idx="835">
                  <c:v>0.15124153498871301</c:v>
                </c:pt>
                <c:pt idx="836">
                  <c:v>0.17477876106194601</c:v>
                </c:pt>
                <c:pt idx="837">
                  <c:v>0.209567198177676</c:v>
                </c:pt>
                <c:pt idx="838">
                  <c:v>0.29779411764705799</c:v>
                </c:pt>
                <c:pt idx="839">
                  <c:v>0.26407766990291198</c:v>
                </c:pt>
                <c:pt idx="840">
                  <c:v>0.134615384615384</c:v>
                </c:pt>
                <c:pt idx="841">
                  <c:v>0.15690376569037601</c:v>
                </c:pt>
                <c:pt idx="842">
                  <c:v>0.129943502824858</c:v>
                </c:pt>
                <c:pt idx="843">
                  <c:v>0.14889705882352899</c:v>
                </c:pt>
                <c:pt idx="844">
                  <c:v>0.24403669724770599</c:v>
                </c:pt>
                <c:pt idx="845">
                  <c:v>0.11353711790392999</c:v>
                </c:pt>
                <c:pt idx="846">
                  <c:v>0.16042780748663099</c:v>
                </c:pt>
                <c:pt idx="847">
                  <c:v>0.19760479041916101</c:v>
                </c:pt>
                <c:pt idx="848">
                  <c:v>0.181474480151228</c:v>
                </c:pt>
                <c:pt idx="849">
                  <c:v>0.19047619047618999</c:v>
                </c:pt>
                <c:pt idx="850">
                  <c:v>0.19047619047618999</c:v>
                </c:pt>
                <c:pt idx="851">
                  <c:v>0.14068441064638701</c:v>
                </c:pt>
                <c:pt idx="852">
                  <c:v>0.21008403361344499</c:v>
                </c:pt>
                <c:pt idx="853">
                  <c:v>0.16387337057728099</c:v>
                </c:pt>
                <c:pt idx="854">
                  <c:v>0.15110356536502501</c:v>
                </c:pt>
                <c:pt idx="855">
                  <c:v>0.128571428571428</c:v>
                </c:pt>
                <c:pt idx="856">
                  <c:v>0.149700598802395</c:v>
                </c:pt>
                <c:pt idx="857">
                  <c:v>0.18032786885245899</c:v>
                </c:pt>
                <c:pt idx="858">
                  <c:v>0.24796084828711201</c:v>
                </c:pt>
                <c:pt idx="859">
                  <c:v>0.22145328719723101</c:v>
                </c:pt>
                <c:pt idx="860">
                  <c:v>0.15932914046121499</c:v>
                </c:pt>
                <c:pt idx="861">
                  <c:v>0.18032786885245899</c:v>
                </c:pt>
                <c:pt idx="862">
                  <c:v>0.15313653136531299</c:v>
                </c:pt>
                <c:pt idx="863">
                  <c:v>0.16876122082585199</c:v>
                </c:pt>
                <c:pt idx="864">
                  <c:v>0.27207207207207201</c:v>
                </c:pt>
                <c:pt idx="865">
                  <c:v>0.13704496788008499</c:v>
                </c:pt>
                <c:pt idx="866">
                  <c:v>0.18531468531468501</c:v>
                </c:pt>
                <c:pt idx="867">
                  <c:v>0.220703125</c:v>
                </c:pt>
                <c:pt idx="868">
                  <c:v>0.20555555555555499</c:v>
                </c:pt>
                <c:pt idx="869">
                  <c:v>0.21595330739299601</c:v>
                </c:pt>
                <c:pt idx="870">
                  <c:v>0.21595330739299601</c:v>
                </c:pt>
                <c:pt idx="871">
                  <c:v>0.16604477611940299</c:v>
                </c:pt>
                <c:pt idx="872">
                  <c:v>0.23966942148760301</c:v>
                </c:pt>
                <c:pt idx="873">
                  <c:v>0.18363636363636299</c:v>
                </c:pt>
                <c:pt idx="874">
                  <c:v>0.17081260364842399</c:v>
                </c:pt>
                <c:pt idx="875">
                  <c:v>0.152</c:v>
                </c:pt>
                <c:pt idx="876">
                  <c:v>0.171875</c:v>
                </c:pt>
                <c:pt idx="877">
                  <c:v>0.20240480961923801</c:v>
                </c:pt>
                <c:pt idx="878">
                  <c:v>0.26953748006379502</c:v>
                </c:pt>
                <c:pt idx="879">
                  <c:v>0.24576271186440601</c:v>
                </c:pt>
                <c:pt idx="880">
                  <c:v>0.28755364806866901</c:v>
                </c:pt>
                <c:pt idx="881">
                  <c:v>0.31856540084388102</c:v>
                </c:pt>
                <c:pt idx="882">
                  <c:v>0.26256983240223403</c:v>
                </c:pt>
                <c:pt idx="883">
                  <c:v>0.28597449908925299</c:v>
                </c:pt>
                <c:pt idx="884">
                  <c:v>0.37342908438061001</c:v>
                </c:pt>
                <c:pt idx="885">
                  <c:v>0.25764192139737901</c:v>
                </c:pt>
                <c:pt idx="886">
                  <c:v>0.30319148936170198</c:v>
                </c:pt>
                <c:pt idx="887">
                  <c:v>0.37804878048780399</c:v>
                </c:pt>
                <c:pt idx="888">
                  <c:v>0.34476190476190399</c:v>
                </c:pt>
                <c:pt idx="889">
                  <c:v>0.37246963562752999</c:v>
                </c:pt>
                <c:pt idx="890">
                  <c:v>0.36418511066398301</c:v>
                </c:pt>
                <c:pt idx="891">
                  <c:v>0.27924528301886697</c:v>
                </c:pt>
                <c:pt idx="892">
                  <c:v>0.4</c:v>
                </c:pt>
                <c:pt idx="893">
                  <c:v>0.30258302583025798</c:v>
                </c:pt>
                <c:pt idx="894">
                  <c:v>0.28787878787878701</c:v>
                </c:pt>
                <c:pt idx="895">
                  <c:v>0.27291242362525397</c:v>
                </c:pt>
                <c:pt idx="896">
                  <c:v>0.30199999999999999</c:v>
                </c:pt>
                <c:pt idx="897">
                  <c:v>0.35062240663900401</c:v>
                </c:pt>
                <c:pt idx="898">
                  <c:v>0.35164835164835101</c:v>
                </c:pt>
                <c:pt idx="899">
                  <c:v>0.35604770017035697</c:v>
                </c:pt>
                <c:pt idx="900">
                  <c:v>0.107579462102689</c:v>
                </c:pt>
                <c:pt idx="901">
                  <c:v>0.12949640287769701</c:v>
                </c:pt>
                <c:pt idx="902">
                  <c:v>0.106290672451193</c:v>
                </c:pt>
                <c:pt idx="903">
                  <c:v>0.125</c:v>
                </c:pt>
                <c:pt idx="904">
                  <c:v>0.228144989339019</c:v>
                </c:pt>
                <c:pt idx="905">
                  <c:v>8.7281795511221894E-2</c:v>
                </c:pt>
                <c:pt idx="906">
                  <c:v>0.14020618556701001</c:v>
                </c:pt>
                <c:pt idx="907">
                  <c:v>0.17241379310344801</c:v>
                </c:pt>
                <c:pt idx="908">
                  <c:v>0.15938864628820901</c:v>
                </c:pt>
                <c:pt idx="909">
                  <c:v>0.16704805491990801</c:v>
                </c:pt>
                <c:pt idx="910">
                  <c:v>0.16704805491990801</c:v>
                </c:pt>
                <c:pt idx="911">
                  <c:v>0.118421052631578</c:v>
                </c:pt>
                <c:pt idx="912">
                  <c:v>0.186440677966101</c:v>
                </c:pt>
                <c:pt idx="913">
                  <c:v>0.13948497854077199</c:v>
                </c:pt>
                <c:pt idx="914">
                  <c:v>0.131630648330058</c:v>
                </c:pt>
                <c:pt idx="915">
                  <c:v>0.103044496487119</c:v>
                </c:pt>
                <c:pt idx="916">
                  <c:v>0.123853211009174</c:v>
                </c:pt>
                <c:pt idx="917">
                  <c:v>0.152941176470588</c:v>
                </c:pt>
                <c:pt idx="918">
                  <c:v>0.24</c:v>
                </c:pt>
                <c:pt idx="919">
                  <c:v>0.207243460764587</c:v>
                </c:pt>
                <c:pt idx="920">
                  <c:v>0.17791411042944699</c:v>
                </c:pt>
                <c:pt idx="921">
                  <c:v>0.20240480961923801</c:v>
                </c:pt>
                <c:pt idx="922">
                  <c:v>0.16666666666666599</c:v>
                </c:pt>
                <c:pt idx="923">
                  <c:v>0.18739054290717999</c:v>
                </c:pt>
                <c:pt idx="924">
                  <c:v>0.28947368421052599</c:v>
                </c:pt>
                <c:pt idx="925">
                  <c:v>0.15448851774530201</c:v>
                </c:pt>
                <c:pt idx="926">
                  <c:v>0.20068027210884301</c:v>
                </c:pt>
                <c:pt idx="927">
                  <c:v>0.247126436781609</c:v>
                </c:pt>
                <c:pt idx="928">
                  <c:v>0.22826086956521699</c:v>
                </c:pt>
                <c:pt idx="929">
                  <c:v>0.24</c:v>
                </c:pt>
                <c:pt idx="930">
                  <c:v>0.24</c:v>
                </c:pt>
                <c:pt idx="931">
                  <c:v>0.177215189873417</c:v>
                </c:pt>
                <c:pt idx="932">
                  <c:v>0.26008064516128998</c:v>
                </c:pt>
                <c:pt idx="933">
                  <c:v>0.20212765957446799</c:v>
                </c:pt>
                <c:pt idx="934">
                  <c:v>0.18932038834951401</c:v>
                </c:pt>
                <c:pt idx="935">
                  <c:v>0.16959064327485299</c:v>
                </c:pt>
                <c:pt idx="936">
                  <c:v>0.19274809160305301</c:v>
                </c:pt>
                <c:pt idx="937">
                  <c:v>0.227897838899803</c:v>
                </c:pt>
                <c:pt idx="938">
                  <c:v>0.28173374613002999</c:v>
                </c:pt>
                <c:pt idx="939">
                  <c:v>0.26446280991735499</c:v>
                </c:pt>
                <c:pt idx="940">
                  <c:v>0.21232876712328699</c:v>
                </c:pt>
                <c:pt idx="941">
                  <c:v>0.23991031390134501</c:v>
                </c:pt>
                <c:pt idx="942">
                  <c:v>0.20240480961923801</c:v>
                </c:pt>
                <c:pt idx="943">
                  <c:v>0.220703125</c:v>
                </c:pt>
                <c:pt idx="944">
                  <c:v>0.358717434869739</c:v>
                </c:pt>
                <c:pt idx="945">
                  <c:v>0.186046511627906</c:v>
                </c:pt>
                <c:pt idx="946">
                  <c:v>0.24474187380497101</c:v>
                </c:pt>
                <c:pt idx="947">
                  <c:v>0.29310344827586199</c:v>
                </c:pt>
                <c:pt idx="948">
                  <c:v>0.27291242362525397</c:v>
                </c:pt>
                <c:pt idx="949">
                  <c:v>0.28755364806866901</c:v>
                </c:pt>
                <c:pt idx="950">
                  <c:v>0.28755364806866901</c:v>
                </c:pt>
                <c:pt idx="951">
                  <c:v>0.22199592668024401</c:v>
                </c:pt>
                <c:pt idx="952">
                  <c:v>0.31506849315068403</c:v>
                </c:pt>
                <c:pt idx="953">
                  <c:v>0.237623762376237</c:v>
                </c:pt>
                <c:pt idx="954">
                  <c:v>0.223826714801444</c:v>
                </c:pt>
                <c:pt idx="955">
                  <c:v>0.20217391304347801</c:v>
                </c:pt>
                <c:pt idx="956">
                  <c:v>0.228144989339019</c:v>
                </c:pt>
                <c:pt idx="957">
                  <c:v>0.26872246696035201</c:v>
                </c:pt>
                <c:pt idx="958">
                  <c:v>0.34446397188049199</c:v>
                </c:pt>
                <c:pt idx="959">
                  <c:v>0.32209737827715301</c:v>
                </c:pt>
                <c:pt idx="960">
                  <c:v>0.19696969696969599</c:v>
                </c:pt>
                <c:pt idx="961">
                  <c:v>0.22292993630573199</c:v>
                </c:pt>
                <c:pt idx="962">
                  <c:v>0.18595825426944901</c:v>
                </c:pt>
                <c:pt idx="963">
                  <c:v>0.20555555555555499</c:v>
                </c:pt>
                <c:pt idx="964">
                  <c:v>0.32457786116322701</c:v>
                </c:pt>
                <c:pt idx="965">
                  <c:v>0.17218543046357601</c:v>
                </c:pt>
                <c:pt idx="966">
                  <c:v>0.22603978300180799</c:v>
                </c:pt>
                <c:pt idx="967">
                  <c:v>0.27291242362525397</c:v>
                </c:pt>
                <c:pt idx="968">
                  <c:v>0.25433526011560598</c:v>
                </c:pt>
                <c:pt idx="969">
                  <c:v>0.267748478701825</c:v>
                </c:pt>
                <c:pt idx="970">
                  <c:v>0.267748478701825</c:v>
                </c:pt>
                <c:pt idx="971">
                  <c:v>0.20192307692307601</c:v>
                </c:pt>
                <c:pt idx="972">
                  <c:v>0.29310344827586199</c:v>
                </c:pt>
                <c:pt idx="973">
                  <c:v>0.221388367729831</c:v>
                </c:pt>
                <c:pt idx="974">
                  <c:v>0.20890410958904099</c:v>
                </c:pt>
                <c:pt idx="975">
                  <c:v>0.187628865979381</c:v>
                </c:pt>
                <c:pt idx="976">
                  <c:v>0.21212121212121199</c:v>
                </c:pt>
                <c:pt idx="977">
                  <c:v>0.25</c:v>
                </c:pt>
                <c:pt idx="978">
                  <c:v>0.31788079470198599</c:v>
                </c:pt>
                <c:pt idx="979">
                  <c:v>0.296296296296296</c:v>
                </c:pt>
                <c:pt idx="980">
                  <c:v>0.209567198177676</c:v>
                </c:pt>
                <c:pt idx="981">
                  <c:v>0.23713646532438401</c:v>
                </c:pt>
                <c:pt idx="982">
                  <c:v>0.19760479041916101</c:v>
                </c:pt>
                <c:pt idx="983">
                  <c:v>0.218323586744639</c:v>
                </c:pt>
                <c:pt idx="984">
                  <c:v>0.35059760956175301</c:v>
                </c:pt>
                <c:pt idx="985">
                  <c:v>0.18329466357308499</c:v>
                </c:pt>
                <c:pt idx="986">
                  <c:v>0.24</c:v>
                </c:pt>
                <c:pt idx="987">
                  <c:v>0.29032258064516098</c:v>
                </c:pt>
                <c:pt idx="988">
                  <c:v>0.27032520325203202</c:v>
                </c:pt>
                <c:pt idx="989">
                  <c:v>0.28479657387580298</c:v>
                </c:pt>
                <c:pt idx="990">
                  <c:v>0.28479657387580298</c:v>
                </c:pt>
                <c:pt idx="991">
                  <c:v>0.21457489878542499</c:v>
                </c:pt>
                <c:pt idx="992">
                  <c:v>0.31207289293849599</c:v>
                </c:pt>
                <c:pt idx="993">
                  <c:v>0.235177865612648</c:v>
                </c:pt>
                <c:pt idx="994">
                  <c:v>0.221621621621621</c:v>
                </c:pt>
                <c:pt idx="995">
                  <c:v>0.19956616052060699</c:v>
                </c:pt>
                <c:pt idx="996">
                  <c:v>0.22553191489361701</c:v>
                </c:pt>
                <c:pt idx="997">
                  <c:v>0.26593406593406499</c:v>
                </c:pt>
                <c:pt idx="998">
                  <c:v>0.33975481611208402</c:v>
                </c:pt>
                <c:pt idx="999">
                  <c:v>0.31962616822429901</c:v>
                </c:pt>
                <c:pt idx="1000">
                  <c:v>0.20681818181818101</c:v>
                </c:pt>
                <c:pt idx="1001">
                  <c:v>0.234375</c:v>
                </c:pt>
                <c:pt idx="1002">
                  <c:v>0.19521912350597601</c:v>
                </c:pt>
                <c:pt idx="1003">
                  <c:v>0.21595330739299601</c:v>
                </c:pt>
                <c:pt idx="1004">
                  <c:v>0.34257425742574199</c:v>
                </c:pt>
                <c:pt idx="1005">
                  <c:v>0.180555555555555</c:v>
                </c:pt>
                <c:pt idx="1006">
                  <c:v>0.23764258555133</c:v>
                </c:pt>
                <c:pt idx="1007">
                  <c:v>0.28755364806866901</c:v>
                </c:pt>
                <c:pt idx="1008">
                  <c:v>0.267748478701825</c:v>
                </c:pt>
                <c:pt idx="1009">
                  <c:v>0.28205128205128199</c:v>
                </c:pt>
                <c:pt idx="1010">
                  <c:v>0.28205128205128199</c:v>
                </c:pt>
                <c:pt idx="1011">
                  <c:v>0.21212121212121199</c:v>
                </c:pt>
                <c:pt idx="1012">
                  <c:v>0.30909090909090903</c:v>
                </c:pt>
                <c:pt idx="1013">
                  <c:v>0.232741617357001</c:v>
                </c:pt>
                <c:pt idx="1014">
                  <c:v>0.21942446043165401</c:v>
                </c:pt>
                <c:pt idx="1015">
                  <c:v>0.19696969696969599</c:v>
                </c:pt>
                <c:pt idx="1016">
                  <c:v>0.22292993630573199</c:v>
                </c:pt>
                <c:pt idx="1017">
                  <c:v>0.26315789473684198</c:v>
                </c:pt>
                <c:pt idx="1018">
                  <c:v>0.33507853403141302</c:v>
                </c:pt>
                <c:pt idx="1019">
                  <c:v>0.31226765799256501</c:v>
                </c:pt>
                <c:pt idx="1020">
                  <c:v>0.15434782608695599</c:v>
                </c:pt>
                <c:pt idx="1021">
                  <c:v>0.17910447761194001</c:v>
                </c:pt>
                <c:pt idx="1022">
                  <c:v>0.14503816793893101</c:v>
                </c:pt>
                <c:pt idx="1023">
                  <c:v>0.16822429906542</c:v>
                </c:pt>
                <c:pt idx="1024">
                  <c:v>0.26492537313432801</c:v>
                </c:pt>
                <c:pt idx="1025">
                  <c:v>0.13082039911308199</c:v>
                </c:pt>
                <c:pt idx="1026">
                  <c:v>0.175090252707581</c:v>
                </c:pt>
                <c:pt idx="1027">
                  <c:v>0.22199592668024401</c:v>
                </c:pt>
                <c:pt idx="1028">
                  <c:v>0.20192307692307601</c:v>
                </c:pt>
                <c:pt idx="1029">
                  <c:v>0.21212121212121199</c:v>
                </c:pt>
                <c:pt idx="1030">
                  <c:v>0.21212121212121199</c:v>
                </c:pt>
                <c:pt idx="1031">
                  <c:v>0.151631477927063</c:v>
                </c:pt>
                <c:pt idx="1032">
                  <c:v>0.23076923076923</c:v>
                </c:pt>
                <c:pt idx="1033">
                  <c:v>0.177024482109227</c:v>
                </c:pt>
                <c:pt idx="1034">
                  <c:v>0.16896551724137901</c:v>
                </c:pt>
                <c:pt idx="1035">
                  <c:v>0.147302904564315</c:v>
                </c:pt>
                <c:pt idx="1036">
                  <c:v>0.17073170731707299</c:v>
                </c:pt>
                <c:pt idx="1037">
                  <c:v>0.205020920502092</c:v>
                </c:pt>
                <c:pt idx="1038">
                  <c:v>0.26655629139072801</c:v>
                </c:pt>
                <c:pt idx="1039">
                  <c:v>0.240773286467486</c:v>
                </c:pt>
                <c:pt idx="1040">
                  <c:v>0.22302158273381201</c:v>
                </c:pt>
                <c:pt idx="1041">
                  <c:v>0.25235849056603699</c:v>
                </c:pt>
                <c:pt idx="1042">
                  <c:v>0.21008403361344499</c:v>
                </c:pt>
                <c:pt idx="1043">
                  <c:v>0.22950819672131101</c:v>
                </c:pt>
                <c:pt idx="1044">
                  <c:v>0.373417721518987</c:v>
                </c:pt>
                <c:pt idx="1045">
                  <c:v>0.19512195121951201</c:v>
                </c:pt>
                <c:pt idx="1046">
                  <c:v>0.25</c:v>
                </c:pt>
                <c:pt idx="1047">
                  <c:v>0.30909090909090903</c:v>
                </c:pt>
                <c:pt idx="1048">
                  <c:v>0.28479657387580298</c:v>
                </c:pt>
                <c:pt idx="1049">
                  <c:v>0.30316742081447901</c:v>
                </c:pt>
                <c:pt idx="1050">
                  <c:v>0.30022573363431099</c:v>
                </c:pt>
                <c:pt idx="1051">
                  <c:v>0.228144989339019</c:v>
                </c:pt>
                <c:pt idx="1052">
                  <c:v>0.31353919239904898</c:v>
                </c:pt>
                <c:pt idx="1053">
                  <c:v>0.244813278008298</c:v>
                </c:pt>
                <c:pt idx="1054">
                  <c:v>0.232954545454545</c:v>
                </c:pt>
                <c:pt idx="1055">
                  <c:v>0.21232876712328699</c:v>
                </c:pt>
                <c:pt idx="1056">
                  <c:v>0.23991031390134501</c:v>
                </c:pt>
                <c:pt idx="1057">
                  <c:v>0.2830626450116</c:v>
                </c:pt>
                <c:pt idx="1058">
                  <c:v>0.35608856088560797</c:v>
                </c:pt>
                <c:pt idx="1059">
                  <c:v>0.32941176470588202</c:v>
                </c:pt>
                <c:pt idx="1060">
                  <c:v>0.18162393162393101</c:v>
                </c:pt>
                <c:pt idx="1061">
                  <c:v>0.20250521920667999</c:v>
                </c:pt>
                <c:pt idx="1062">
                  <c:v>0.17041198501872601</c:v>
                </c:pt>
                <c:pt idx="1063">
                  <c:v>0.18795620437956201</c:v>
                </c:pt>
                <c:pt idx="1064">
                  <c:v>0.293040293040293</c:v>
                </c:pt>
                <c:pt idx="1065">
                  <c:v>0.15686274509803899</c:v>
                </c:pt>
                <c:pt idx="1066">
                  <c:v>0.20212765957446799</c:v>
                </c:pt>
                <c:pt idx="1067">
                  <c:v>0.24254473161033699</c:v>
                </c:pt>
                <c:pt idx="1068">
                  <c:v>0.225988700564971</c:v>
                </c:pt>
                <c:pt idx="1069">
                  <c:v>0.237623762376237</c:v>
                </c:pt>
                <c:pt idx="1070">
                  <c:v>0.237623762376237</c:v>
                </c:pt>
                <c:pt idx="1071">
                  <c:v>0.179245283018867</c:v>
                </c:pt>
                <c:pt idx="1072">
                  <c:v>0.26315789473684198</c:v>
                </c:pt>
                <c:pt idx="1073">
                  <c:v>0.19669117647058801</c:v>
                </c:pt>
                <c:pt idx="1074">
                  <c:v>0.188552188552188</c:v>
                </c:pt>
                <c:pt idx="1075">
                  <c:v>0.17311608961303401</c:v>
                </c:pt>
                <c:pt idx="1076">
                  <c:v>0.192842942345924</c:v>
                </c:pt>
                <c:pt idx="1077">
                  <c:v>0.22448979591836701</c:v>
                </c:pt>
                <c:pt idx="1078">
                  <c:v>0.28594507269789898</c:v>
                </c:pt>
                <c:pt idx="1079">
                  <c:v>0.265060240963855</c:v>
                </c:pt>
                <c:pt idx="1080">
                  <c:v>0.1605415860735</c:v>
                </c:pt>
                <c:pt idx="1081">
                  <c:v>0.181474480151228</c:v>
                </c:pt>
                <c:pt idx="1082">
                  <c:v>0.15306122448979501</c:v>
                </c:pt>
                <c:pt idx="1083">
                  <c:v>0.16887417218542999</c:v>
                </c:pt>
                <c:pt idx="1084">
                  <c:v>0.27076411960132801</c:v>
                </c:pt>
                <c:pt idx="1085">
                  <c:v>0.14059405940594</c:v>
                </c:pt>
                <c:pt idx="1086">
                  <c:v>0.18548387096774099</c:v>
                </c:pt>
                <c:pt idx="1087">
                  <c:v>0.221621621621621</c:v>
                </c:pt>
                <c:pt idx="1088">
                  <c:v>0.20683760683760599</c:v>
                </c:pt>
                <c:pt idx="1089">
                  <c:v>0.217235188509874</c:v>
                </c:pt>
                <c:pt idx="1090">
                  <c:v>0.217235188509874</c:v>
                </c:pt>
                <c:pt idx="1091">
                  <c:v>0.16695352839931099</c:v>
                </c:pt>
                <c:pt idx="1092">
                  <c:v>0.23529411764705799</c:v>
                </c:pt>
                <c:pt idx="1093">
                  <c:v>0.182579564489112</c:v>
                </c:pt>
                <c:pt idx="1094">
                  <c:v>0.17151607963246501</c:v>
                </c:pt>
                <c:pt idx="1095">
                  <c:v>0.15313653136531299</c:v>
                </c:pt>
                <c:pt idx="1096">
                  <c:v>0.17297297297297201</c:v>
                </c:pt>
                <c:pt idx="1097">
                  <c:v>0.203327171903881</c:v>
                </c:pt>
                <c:pt idx="1098">
                  <c:v>0.26617647058823501</c:v>
                </c:pt>
                <c:pt idx="1099">
                  <c:v>0.245696400625978</c:v>
                </c:pt>
                <c:pt idx="1100">
                  <c:v>0.126436781609195</c:v>
                </c:pt>
                <c:pt idx="1101">
                  <c:v>0.14864864864864799</c:v>
                </c:pt>
                <c:pt idx="1102">
                  <c:v>0.12398373983739799</c:v>
                </c:pt>
                <c:pt idx="1103">
                  <c:v>0.14285714285714199</c:v>
                </c:pt>
                <c:pt idx="1104">
                  <c:v>0.24750499001995999</c:v>
                </c:pt>
                <c:pt idx="1105">
                  <c:v>0.105633802816901</c:v>
                </c:pt>
                <c:pt idx="1106">
                  <c:v>0.15830115830115801</c:v>
                </c:pt>
                <c:pt idx="1107">
                  <c:v>0.19181034482758599</c:v>
                </c:pt>
                <c:pt idx="1108">
                  <c:v>0.17791411042944699</c:v>
                </c:pt>
                <c:pt idx="1109">
                  <c:v>0.186695278969957</c:v>
                </c:pt>
                <c:pt idx="1110">
                  <c:v>0.186695278969957</c:v>
                </c:pt>
                <c:pt idx="1111">
                  <c:v>0.13786008230452601</c:v>
                </c:pt>
                <c:pt idx="1112">
                  <c:v>0.20681818181818101</c:v>
                </c:pt>
                <c:pt idx="1113">
                  <c:v>0.15895372233400401</c:v>
                </c:pt>
                <c:pt idx="1114">
                  <c:v>0.146788990825688</c:v>
                </c:pt>
                <c:pt idx="1115">
                  <c:v>0.12087912087912001</c:v>
                </c:pt>
                <c:pt idx="1116">
                  <c:v>0.14193548387096699</c:v>
                </c:pt>
                <c:pt idx="1117">
                  <c:v>0.17218543046357601</c:v>
                </c:pt>
                <c:pt idx="1118">
                  <c:v>0.256227758007117</c:v>
                </c:pt>
                <c:pt idx="1119">
                  <c:v>0.22368421052631501</c:v>
                </c:pt>
                <c:pt idx="1120">
                  <c:v>0.15124153498871301</c:v>
                </c:pt>
                <c:pt idx="1121">
                  <c:v>0.17477876106194601</c:v>
                </c:pt>
                <c:pt idx="1122">
                  <c:v>0.147410358565737</c:v>
                </c:pt>
                <c:pt idx="1123">
                  <c:v>0.16504854368932001</c:v>
                </c:pt>
                <c:pt idx="1124">
                  <c:v>0.27897838899803501</c:v>
                </c:pt>
                <c:pt idx="1125">
                  <c:v>0.12903225806451599</c:v>
                </c:pt>
                <c:pt idx="1126">
                  <c:v>0.18371212121212099</c:v>
                </c:pt>
                <c:pt idx="1127">
                  <c:v>0.22033898305084701</c:v>
                </c:pt>
                <c:pt idx="1128">
                  <c:v>0.20481927710843301</c:v>
                </c:pt>
                <c:pt idx="1129">
                  <c:v>0.215189873417721</c:v>
                </c:pt>
                <c:pt idx="1130">
                  <c:v>0.215189873417721</c:v>
                </c:pt>
                <c:pt idx="1131">
                  <c:v>0.163636363636363</c:v>
                </c:pt>
                <c:pt idx="1132">
                  <c:v>0.23713646532438401</c:v>
                </c:pt>
                <c:pt idx="1133">
                  <c:v>0.181102362204724</c:v>
                </c:pt>
                <c:pt idx="1134">
                  <c:v>0.16876122082585199</c:v>
                </c:pt>
                <c:pt idx="1135">
                  <c:v>0.14439655172413701</c:v>
                </c:pt>
                <c:pt idx="1136">
                  <c:v>0.16666666666666599</c:v>
                </c:pt>
                <c:pt idx="1137">
                  <c:v>0.19956616052060699</c:v>
                </c:pt>
                <c:pt idx="1138">
                  <c:v>0.28272251308900498</c:v>
                </c:pt>
                <c:pt idx="1139">
                  <c:v>0.25092250922509202</c:v>
                </c:pt>
                <c:pt idx="1140">
                  <c:v>0.186046511627906</c:v>
                </c:pt>
                <c:pt idx="1141">
                  <c:v>0.21232876712328699</c:v>
                </c:pt>
                <c:pt idx="1142">
                  <c:v>0.18032786885245899</c:v>
                </c:pt>
                <c:pt idx="1143">
                  <c:v>0.19760479041916101</c:v>
                </c:pt>
                <c:pt idx="1144">
                  <c:v>0.32857142857142801</c:v>
                </c:pt>
                <c:pt idx="1145">
                  <c:v>0.161137440758293</c:v>
                </c:pt>
                <c:pt idx="1146">
                  <c:v>0.220703125</c:v>
                </c:pt>
                <c:pt idx="1147">
                  <c:v>0.26315789473684198</c:v>
                </c:pt>
                <c:pt idx="1148">
                  <c:v>0.244813278008298</c:v>
                </c:pt>
                <c:pt idx="1149">
                  <c:v>0.25764192139737901</c:v>
                </c:pt>
                <c:pt idx="1150">
                  <c:v>0.25764192139737901</c:v>
                </c:pt>
                <c:pt idx="1151">
                  <c:v>0.2</c:v>
                </c:pt>
                <c:pt idx="1152">
                  <c:v>0.2830626450116</c:v>
                </c:pt>
                <c:pt idx="1153">
                  <c:v>0.21457489878542499</c:v>
                </c:pt>
                <c:pt idx="1154">
                  <c:v>0.20110701107011</c:v>
                </c:pt>
                <c:pt idx="1155">
                  <c:v>0.17738359201773801</c:v>
                </c:pt>
                <c:pt idx="1156">
                  <c:v>0.20217391304347801</c:v>
                </c:pt>
                <c:pt idx="1157">
                  <c:v>0.23991031390134501</c:v>
                </c:pt>
                <c:pt idx="1158">
                  <c:v>0.32671480144404302</c:v>
                </c:pt>
                <c:pt idx="1159">
                  <c:v>0.29389312977099202</c:v>
                </c:pt>
                <c:pt idx="1160">
                  <c:v>0.30384615384615299</c:v>
                </c:pt>
                <c:pt idx="1161">
                  <c:v>0.32956685499058302</c:v>
                </c:pt>
                <c:pt idx="1162">
                  <c:v>0.27076411960132801</c:v>
                </c:pt>
                <c:pt idx="1163">
                  <c:v>0.29011345218800599</c:v>
                </c:pt>
                <c:pt idx="1164">
                  <c:v>0.34741784037558598</c:v>
                </c:pt>
                <c:pt idx="1165">
                  <c:v>0.27647058823529402</c:v>
                </c:pt>
                <c:pt idx="1166">
                  <c:v>0.29984301412872799</c:v>
                </c:pt>
                <c:pt idx="1167">
                  <c:v>0.37096774193548299</c:v>
                </c:pt>
                <c:pt idx="1168">
                  <c:v>0.34006734006734002</c:v>
                </c:pt>
                <c:pt idx="1169">
                  <c:v>0.36363636363636298</c:v>
                </c:pt>
                <c:pt idx="1170">
                  <c:v>0.35879218472468899</c:v>
                </c:pt>
                <c:pt idx="1171">
                  <c:v>0.28571428571428498</c:v>
                </c:pt>
                <c:pt idx="1172">
                  <c:v>0.394686907020872</c:v>
                </c:pt>
                <c:pt idx="1173">
                  <c:v>0.30278232405891897</c:v>
                </c:pt>
                <c:pt idx="1174">
                  <c:v>0.28892215568862201</c:v>
                </c:pt>
                <c:pt idx="1175">
                  <c:v>0.28832116788321099</c:v>
                </c:pt>
                <c:pt idx="1176">
                  <c:v>0.3125</c:v>
                </c:pt>
                <c:pt idx="1177">
                  <c:v>0.35359116022099402</c:v>
                </c:pt>
                <c:pt idx="1178">
                  <c:v>0.30894308943089399</c:v>
                </c:pt>
                <c:pt idx="1179">
                  <c:v>0.33184523809523803</c:v>
                </c:pt>
                <c:pt idx="1180">
                  <c:v>0.25250501002004</c:v>
                </c:pt>
                <c:pt idx="1181">
                  <c:v>0.27897838899803501</c:v>
                </c:pt>
                <c:pt idx="1182">
                  <c:v>0.232111692844677</c:v>
                </c:pt>
                <c:pt idx="1183">
                  <c:v>0.25212947189097101</c:v>
                </c:pt>
                <c:pt idx="1184">
                  <c:v>0.351443123938879</c:v>
                </c:pt>
                <c:pt idx="1185">
                  <c:v>0.22699386503067401</c:v>
                </c:pt>
                <c:pt idx="1186">
                  <c:v>0.27076411960132801</c:v>
                </c:pt>
                <c:pt idx="1187">
                  <c:v>0.32956685499058302</c:v>
                </c:pt>
                <c:pt idx="1188">
                  <c:v>0.30550621669626998</c:v>
                </c:pt>
                <c:pt idx="1189">
                  <c:v>0.32457786116322701</c:v>
                </c:pt>
                <c:pt idx="1190">
                  <c:v>0.32209737827715301</c:v>
                </c:pt>
                <c:pt idx="1191">
                  <c:v>0.247349823321554</c:v>
                </c:pt>
                <c:pt idx="1192">
                  <c:v>0.34257425742574199</c:v>
                </c:pt>
                <c:pt idx="1193">
                  <c:v>0.26724137931034397</c:v>
                </c:pt>
                <c:pt idx="1194">
                  <c:v>0.25354330708661399</c:v>
                </c:pt>
                <c:pt idx="1195">
                  <c:v>0.24</c:v>
                </c:pt>
                <c:pt idx="1196">
                  <c:v>0.26492537313432801</c:v>
                </c:pt>
                <c:pt idx="1197">
                  <c:v>0.30635838150289002</c:v>
                </c:pt>
                <c:pt idx="1198">
                  <c:v>0.32986627043090599</c:v>
                </c:pt>
                <c:pt idx="1199">
                  <c:v>0.32905296950240698</c:v>
                </c:pt>
                <c:pt idx="1200">
                  <c:v>0.161137440758293</c:v>
                </c:pt>
                <c:pt idx="1201">
                  <c:v>0.186046511627906</c:v>
                </c:pt>
                <c:pt idx="1202">
                  <c:v>0.15448851774530201</c:v>
                </c:pt>
                <c:pt idx="1203">
                  <c:v>0.17551020408163201</c:v>
                </c:pt>
                <c:pt idx="1204">
                  <c:v>0.28336755646817202</c:v>
                </c:pt>
                <c:pt idx="1205">
                  <c:v>0.137681159420289</c:v>
                </c:pt>
                <c:pt idx="1206">
                  <c:v>0.19047619047618999</c:v>
                </c:pt>
                <c:pt idx="1207">
                  <c:v>0.234375</c:v>
                </c:pt>
                <c:pt idx="1208">
                  <c:v>0.215189873417721</c:v>
                </c:pt>
                <c:pt idx="1209">
                  <c:v>0.228888888888888</c:v>
                </c:pt>
                <c:pt idx="1210">
                  <c:v>0.22616407982261599</c:v>
                </c:pt>
                <c:pt idx="1211">
                  <c:v>0.16666666666666599</c:v>
                </c:pt>
                <c:pt idx="1212">
                  <c:v>0.25235849056603699</c:v>
                </c:pt>
                <c:pt idx="1213">
                  <c:v>0.19254658385093101</c:v>
                </c:pt>
                <c:pt idx="1214">
                  <c:v>0.179245283018867</c:v>
                </c:pt>
                <c:pt idx="1215">
                  <c:v>0.15384615384615299</c:v>
                </c:pt>
                <c:pt idx="1216">
                  <c:v>0.17738359201773801</c:v>
                </c:pt>
                <c:pt idx="1217">
                  <c:v>0.21232876712328699</c:v>
                </c:pt>
                <c:pt idx="1218">
                  <c:v>0.28832116788321099</c:v>
                </c:pt>
                <c:pt idx="1219">
                  <c:v>0.25675675675675602</c:v>
                </c:pt>
                <c:pt idx="1220">
                  <c:v>0.186046511627906</c:v>
                </c:pt>
                <c:pt idx="1221">
                  <c:v>0.21232876712328699</c:v>
                </c:pt>
                <c:pt idx="1222">
                  <c:v>0.17791411042944699</c:v>
                </c:pt>
                <c:pt idx="1223">
                  <c:v>0.19760479041916101</c:v>
                </c:pt>
                <c:pt idx="1224">
                  <c:v>0.31515151515151502</c:v>
                </c:pt>
                <c:pt idx="1225">
                  <c:v>0.161137440758293</c:v>
                </c:pt>
                <c:pt idx="1226">
                  <c:v>0.21595330739299601</c:v>
                </c:pt>
                <c:pt idx="1227">
                  <c:v>0.26315789473684198</c:v>
                </c:pt>
                <c:pt idx="1228">
                  <c:v>0.24223602484472001</c:v>
                </c:pt>
                <c:pt idx="1229">
                  <c:v>0.25764192139737901</c:v>
                </c:pt>
                <c:pt idx="1230">
                  <c:v>0.25490196078431299</c:v>
                </c:pt>
                <c:pt idx="1231">
                  <c:v>0.19254658385093101</c:v>
                </c:pt>
                <c:pt idx="1232">
                  <c:v>0.2830626450116</c:v>
                </c:pt>
                <c:pt idx="1233">
                  <c:v>0.21457489878542499</c:v>
                </c:pt>
                <c:pt idx="1234">
                  <c:v>0.20110701107011</c:v>
                </c:pt>
                <c:pt idx="1235">
                  <c:v>0.17738359201773801</c:v>
                </c:pt>
                <c:pt idx="1236">
                  <c:v>0.20217391304347801</c:v>
                </c:pt>
                <c:pt idx="1237">
                  <c:v>0.23991031390134501</c:v>
                </c:pt>
                <c:pt idx="1238">
                  <c:v>0.31484794275491901</c:v>
                </c:pt>
                <c:pt idx="1239">
                  <c:v>0.28409090909090901</c:v>
                </c:pt>
                <c:pt idx="1240">
                  <c:v>0.16176470588235201</c:v>
                </c:pt>
                <c:pt idx="1241">
                  <c:v>0.18518518518518501</c:v>
                </c:pt>
                <c:pt idx="1242">
                  <c:v>0.14889705882352899</c:v>
                </c:pt>
                <c:pt idx="1243">
                  <c:v>0.17086330935251701</c:v>
                </c:pt>
                <c:pt idx="1244">
                  <c:v>0.26523297491039399</c:v>
                </c:pt>
                <c:pt idx="1245">
                  <c:v>0.13948497854077199</c:v>
                </c:pt>
                <c:pt idx="1246">
                  <c:v>0.17913043478260801</c:v>
                </c:pt>
                <c:pt idx="1247">
                  <c:v>0.227897838899803</c:v>
                </c:pt>
                <c:pt idx="1248">
                  <c:v>0.207792207792207</c:v>
                </c:pt>
                <c:pt idx="1249">
                  <c:v>0.220703125</c:v>
                </c:pt>
                <c:pt idx="1250">
                  <c:v>0.218323586744639</c:v>
                </c:pt>
                <c:pt idx="1251">
                  <c:v>0.159554730983302</c:v>
                </c:pt>
                <c:pt idx="1252">
                  <c:v>0.23711340206185499</c:v>
                </c:pt>
                <c:pt idx="1253">
                  <c:v>0.18363636363636299</c:v>
                </c:pt>
                <c:pt idx="1254">
                  <c:v>0.174708818635607</c:v>
                </c:pt>
                <c:pt idx="1255">
                  <c:v>0.15430861723446801</c:v>
                </c:pt>
                <c:pt idx="1256">
                  <c:v>0.17647058823529399</c:v>
                </c:pt>
                <c:pt idx="1257">
                  <c:v>0.209677419354838</c:v>
                </c:pt>
                <c:pt idx="1258">
                  <c:v>0.263492063492063</c:v>
                </c:pt>
                <c:pt idx="1259">
                  <c:v>0.241554054054054</c:v>
                </c:pt>
                <c:pt idx="1260">
                  <c:v>0.182751540041067</c:v>
                </c:pt>
                <c:pt idx="1261">
                  <c:v>0.20481927710843301</c:v>
                </c:pt>
                <c:pt idx="1262">
                  <c:v>0.16876122082585199</c:v>
                </c:pt>
                <c:pt idx="1263">
                  <c:v>0.18739054290717999</c:v>
                </c:pt>
                <c:pt idx="1264">
                  <c:v>0.28947368421052599</c:v>
                </c:pt>
                <c:pt idx="1265">
                  <c:v>0.15932914046121499</c:v>
                </c:pt>
                <c:pt idx="1266">
                  <c:v>0.20068027210884301</c:v>
                </c:pt>
                <c:pt idx="1267">
                  <c:v>0.247126436781609</c:v>
                </c:pt>
                <c:pt idx="1268">
                  <c:v>0.22826086956521699</c:v>
                </c:pt>
                <c:pt idx="1269">
                  <c:v>0.24236641221374</c:v>
                </c:pt>
                <c:pt idx="1270">
                  <c:v>0.24</c:v>
                </c:pt>
                <c:pt idx="1271">
                  <c:v>0.181488203266787</c:v>
                </c:pt>
                <c:pt idx="1272">
                  <c:v>0.26262626262626199</c:v>
                </c:pt>
                <c:pt idx="1273">
                  <c:v>0.2</c:v>
                </c:pt>
                <c:pt idx="1274">
                  <c:v>0.19124797406807101</c:v>
                </c:pt>
                <c:pt idx="1275">
                  <c:v>0.17416829745596801</c:v>
                </c:pt>
                <c:pt idx="1276">
                  <c:v>0.19502868068833601</c:v>
                </c:pt>
                <c:pt idx="1277">
                  <c:v>0.227897838899803</c:v>
                </c:pt>
                <c:pt idx="1278">
                  <c:v>0.28372093023255801</c:v>
                </c:pt>
                <c:pt idx="1279">
                  <c:v>0.262376237623762</c:v>
                </c:pt>
                <c:pt idx="1280">
                  <c:v>0.32135306553911203</c:v>
                </c:pt>
                <c:pt idx="1281">
                  <c:v>0.35343035343035301</c:v>
                </c:pt>
                <c:pt idx="1282">
                  <c:v>0.29067641681901202</c:v>
                </c:pt>
                <c:pt idx="1283">
                  <c:v>0.31484794275491901</c:v>
                </c:pt>
                <c:pt idx="1284">
                  <c:v>0.37716262975778497</c:v>
                </c:pt>
                <c:pt idx="1285">
                  <c:v>0.29032258064516098</c:v>
                </c:pt>
                <c:pt idx="1286">
                  <c:v>0.32582322357019</c:v>
                </c:pt>
                <c:pt idx="1287">
                  <c:v>0.40918163672654601</c:v>
                </c:pt>
                <c:pt idx="1288">
                  <c:v>0.36617100371747202</c:v>
                </c:pt>
                <c:pt idx="1289">
                  <c:v>0.39525691699604698</c:v>
                </c:pt>
                <c:pt idx="1290">
                  <c:v>0.38703339882121801</c:v>
                </c:pt>
                <c:pt idx="1291">
                  <c:v>0.30258302583025798</c:v>
                </c:pt>
                <c:pt idx="1292">
                  <c:v>0.433403805496828</c:v>
                </c:pt>
                <c:pt idx="1293">
                  <c:v>0.329113924050632</c:v>
                </c:pt>
                <c:pt idx="1294">
                  <c:v>0.31570247933884299</c:v>
                </c:pt>
                <c:pt idx="1295">
                  <c:v>0.304609218436873</c:v>
                </c:pt>
                <c:pt idx="1296">
                  <c:v>0.33464566929133799</c:v>
                </c:pt>
                <c:pt idx="1297">
                  <c:v>0.38650306748466201</c:v>
                </c:pt>
                <c:pt idx="1298">
                  <c:v>0.35400907715582403</c:v>
                </c:pt>
                <c:pt idx="1299">
                  <c:v>0.35960591133004899</c:v>
                </c:pt>
                <c:pt idx="1300">
                  <c:v>0.134939759036144</c:v>
                </c:pt>
                <c:pt idx="1301">
                  <c:v>0.15839243498817901</c:v>
                </c:pt>
                <c:pt idx="1302">
                  <c:v>0.12978723404255299</c:v>
                </c:pt>
                <c:pt idx="1303">
                  <c:v>0.149688149688149</c:v>
                </c:pt>
                <c:pt idx="1304">
                  <c:v>0.25</c:v>
                </c:pt>
                <c:pt idx="1305">
                  <c:v>0.113022113022113</c:v>
                </c:pt>
                <c:pt idx="1306">
                  <c:v>0.163636363636363</c:v>
                </c:pt>
                <c:pt idx="1307">
                  <c:v>0.20408163265306101</c:v>
                </c:pt>
                <c:pt idx="1308">
                  <c:v>0.186695278969957</c:v>
                </c:pt>
                <c:pt idx="1309">
                  <c:v>0.19864559819413</c:v>
                </c:pt>
                <c:pt idx="1310">
                  <c:v>0.195945945945945</c:v>
                </c:pt>
                <c:pt idx="1311">
                  <c:v>0.13948497854077199</c:v>
                </c:pt>
                <c:pt idx="1312">
                  <c:v>0.22009569377990401</c:v>
                </c:pt>
                <c:pt idx="1313">
                  <c:v>0.164210526315789</c:v>
                </c:pt>
                <c:pt idx="1314">
                  <c:v>0.15606936416184899</c:v>
                </c:pt>
                <c:pt idx="1315">
                  <c:v>0.12903225806451599</c:v>
                </c:pt>
                <c:pt idx="1316">
                  <c:v>0.15124153498871301</c:v>
                </c:pt>
                <c:pt idx="1317">
                  <c:v>0.18329466357308499</c:v>
                </c:pt>
                <c:pt idx="1318">
                  <c:v>0.25788497217068601</c:v>
                </c:pt>
                <c:pt idx="1319">
                  <c:v>0.227897838899803</c:v>
                </c:pt>
                <c:pt idx="1320">
                  <c:v>0.207243460764587</c:v>
                </c:pt>
                <c:pt idx="1321">
                  <c:v>0.232741617357001</c:v>
                </c:pt>
                <c:pt idx="1322">
                  <c:v>0.18739054290717999</c:v>
                </c:pt>
                <c:pt idx="1323">
                  <c:v>0.21097770154373899</c:v>
                </c:pt>
                <c:pt idx="1324">
                  <c:v>0.30993150684931497</c:v>
                </c:pt>
                <c:pt idx="1325">
                  <c:v>0.182751540041067</c:v>
                </c:pt>
                <c:pt idx="1326">
                  <c:v>0.21890547263681501</c:v>
                </c:pt>
                <c:pt idx="1327">
                  <c:v>0.27924528301886697</c:v>
                </c:pt>
                <c:pt idx="1328">
                  <c:v>0.25399644760213103</c:v>
                </c:pt>
                <c:pt idx="1329">
                  <c:v>0.27204502814258902</c:v>
                </c:pt>
                <c:pt idx="1330">
                  <c:v>0.26728971962616799</c:v>
                </c:pt>
                <c:pt idx="1331">
                  <c:v>0.197879858657243</c:v>
                </c:pt>
                <c:pt idx="1332">
                  <c:v>0.28910891089108898</c:v>
                </c:pt>
                <c:pt idx="1333">
                  <c:v>0.223570190641247</c:v>
                </c:pt>
                <c:pt idx="1334">
                  <c:v>0.214285714285714</c:v>
                </c:pt>
                <c:pt idx="1335">
                  <c:v>0.197318007662835</c:v>
                </c:pt>
                <c:pt idx="1336">
                  <c:v>0.221388367729831</c:v>
                </c:pt>
                <c:pt idx="1337">
                  <c:v>0.259187620889748</c:v>
                </c:pt>
                <c:pt idx="1338">
                  <c:v>0.296686746987951</c:v>
                </c:pt>
                <c:pt idx="1339">
                  <c:v>0.28387096774193499</c:v>
                </c:pt>
                <c:pt idx="1340">
                  <c:v>0.23991031390134501</c:v>
                </c:pt>
                <c:pt idx="1341">
                  <c:v>0.26872246696035201</c:v>
                </c:pt>
                <c:pt idx="1342">
                  <c:v>0.22549019607843099</c:v>
                </c:pt>
                <c:pt idx="1343">
                  <c:v>0.24474187380497101</c:v>
                </c:pt>
                <c:pt idx="1344">
                  <c:v>0.37354085603112802</c:v>
                </c:pt>
                <c:pt idx="1345">
                  <c:v>0.21232876712328699</c:v>
                </c:pt>
                <c:pt idx="1346">
                  <c:v>0.26728971962616799</c:v>
                </c:pt>
                <c:pt idx="1347">
                  <c:v>0.32415254237288099</c:v>
                </c:pt>
                <c:pt idx="1348">
                  <c:v>0.29940119760479</c:v>
                </c:pt>
                <c:pt idx="1349">
                  <c:v>0.31856540084388102</c:v>
                </c:pt>
                <c:pt idx="1350">
                  <c:v>0.31578947368421001</c:v>
                </c:pt>
                <c:pt idx="1351">
                  <c:v>0.24254473161033699</c:v>
                </c:pt>
                <c:pt idx="1352">
                  <c:v>0.348314606741573</c:v>
                </c:pt>
                <c:pt idx="1353">
                  <c:v>0.26162790697674398</c:v>
                </c:pt>
                <c:pt idx="1354">
                  <c:v>0.247349823321554</c:v>
                </c:pt>
                <c:pt idx="1355">
                  <c:v>0.228144989339019</c:v>
                </c:pt>
                <c:pt idx="1356">
                  <c:v>0.255230125523012</c:v>
                </c:pt>
                <c:pt idx="1357">
                  <c:v>0.29870129870129802</c:v>
                </c:pt>
                <c:pt idx="1358">
                  <c:v>0.35836177474402697</c:v>
                </c:pt>
                <c:pt idx="1359">
                  <c:v>0.34124087591240798</c:v>
                </c:pt>
                <c:pt idx="1360">
                  <c:v>0.22553191489361701</c:v>
                </c:pt>
                <c:pt idx="1361">
                  <c:v>0.25260960334029198</c:v>
                </c:pt>
                <c:pt idx="1362">
                  <c:v>0.21003717472118899</c:v>
                </c:pt>
                <c:pt idx="1363">
                  <c:v>0.23049001814882</c:v>
                </c:pt>
                <c:pt idx="1364">
                  <c:v>0.34124087591240798</c:v>
                </c:pt>
                <c:pt idx="1365">
                  <c:v>0.19956616052060699</c:v>
                </c:pt>
                <c:pt idx="1366">
                  <c:v>0.247349823321554</c:v>
                </c:pt>
                <c:pt idx="1367">
                  <c:v>0.304609218436873</c:v>
                </c:pt>
                <c:pt idx="1368">
                  <c:v>0.27924528301886697</c:v>
                </c:pt>
                <c:pt idx="1369">
                  <c:v>0.29940119760479</c:v>
                </c:pt>
                <c:pt idx="1370">
                  <c:v>0.29423459244532801</c:v>
                </c:pt>
                <c:pt idx="1371">
                  <c:v>0.22368421052631501</c:v>
                </c:pt>
                <c:pt idx="1372">
                  <c:v>0.32696390658174002</c:v>
                </c:pt>
                <c:pt idx="1373">
                  <c:v>0.246323529411764</c:v>
                </c:pt>
                <c:pt idx="1374">
                  <c:v>0.233221476510067</c:v>
                </c:pt>
                <c:pt idx="1375">
                  <c:v>0.21457489878542499</c:v>
                </c:pt>
                <c:pt idx="1376">
                  <c:v>0.240079365079365</c:v>
                </c:pt>
                <c:pt idx="1377">
                  <c:v>0.28073770491803202</c:v>
                </c:pt>
                <c:pt idx="1378">
                  <c:v>0.331189710610932</c:v>
                </c:pt>
                <c:pt idx="1379">
                  <c:v>0.31443298969072098</c:v>
                </c:pt>
                <c:pt idx="1380">
                  <c:v>0.23991031390134501</c:v>
                </c:pt>
                <c:pt idx="1381">
                  <c:v>0.26872246696035201</c:v>
                </c:pt>
                <c:pt idx="1382">
                  <c:v>0.22309197651663401</c:v>
                </c:pt>
                <c:pt idx="1383">
                  <c:v>0.24474187380497101</c:v>
                </c:pt>
                <c:pt idx="1384">
                  <c:v>0.36821705426356499</c:v>
                </c:pt>
                <c:pt idx="1385">
                  <c:v>0.21232876712328699</c:v>
                </c:pt>
                <c:pt idx="1386">
                  <c:v>0.26492537313432801</c:v>
                </c:pt>
                <c:pt idx="1387">
                  <c:v>0.32415254237288099</c:v>
                </c:pt>
                <c:pt idx="1388">
                  <c:v>0.29940119760479</c:v>
                </c:pt>
                <c:pt idx="1389">
                  <c:v>0.31856540084388102</c:v>
                </c:pt>
                <c:pt idx="1390">
                  <c:v>0.31578947368421001</c:v>
                </c:pt>
                <c:pt idx="1391">
                  <c:v>0.237623762376237</c:v>
                </c:pt>
                <c:pt idx="1392">
                  <c:v>0.348314606741573</c:v>
                </c:pt>
                <c:pt idx="1393">
                  <c:v>0.26162790697674398</c:v>
                </c:pt>
                <c:pt idx="1394">
                  <c:v>0.247349823321554</c:v>
                </c:pt>
                <c:pt idx="1395">
                  <c:v>0.228144989339019</c:v>
                </c:pt>
                <c:pt idx="1396">
                  <c:v>0.255230125523012</c:v>
                </c:pt>
                <c:pt idx="1397">
                  <c:v>0.29870129870129802</c:v>
                </c:pt>
                <c:pt idx="1398">
                  <c:v>0.35374149659863902</c:v>
                </c:pt>
                <c:pt idx="1399">
                  <c:v>0.33879781420764998</c:v>
                </c:pt>
                <c:pt idx="1400">
                  <c:v>0.23713646532438401</c:v>
                </c:pt>
                <c:pt idx="1401">
                  <c:v>0.26593406593406499</c:v>
                </c:pt>
                <c:pt idx="1402">
                  <c:v>0.220703125</c:v>
                </c:pt>
                <c:pt idx="1403">
                  <c:v>0.24236641221374</c:v>
                </c:pt>
                <c:pt idx="1404">
                  <c:v>0.360308285163776</c:v>
                </c:pt>
                <c:pt idx="1405">
                  <c:v>0.209567198177676</c:v>
                </c:pt>
                <c:pt idx="1406">
                  <c:v>0.260223048327137</c:v>
                </c:pt>
                <c:pt idx="1407">
                  <c:v>0.32135306553911203</c:v>
                </c:pt>
                <c:pt idx="1408">
                  <c:v>0.29423459244532801</c:v>
                </c:pt>
                <c:pt idx="1409">
                  <c:v>0.31578947368421001</c:v>
                </c:pt>
                <c:pt idx="1410">
                  <c:v>0.310272536687631</c:v>
                </c:pt>
                <c:pt idx="1411">
                  <c:v>0.235177865612648</c:v>
                </c:pt>
                <c:pt idx="1412">
                  <c:v>0.34529147982062702</c:v>
                </c:pt>
                <c:pt idx="1413">
                  <c:v>0.259187620889748</c:v>
                </c:pt>
                <c:pt idx="1414">
                  <c:v>0.245149911816578</c:v>
                </c:pt>
                <c:pt idx="1415">
                  <c:v>0.22553191489361701</c:v>
                </c:pt>
                <c:pt idx="1416">
                  <c:v>0.25260960334029198</c:v>
                </c:pt>
                <c:pt idx="1417">
                  <c:v>0.29589632829373602</c:v>
                </c:pt>
                <c:pt idx="1418">
                  <c:v>0.34915254237288101</c:v>
                </c:pt>
                <c:pt idx="1419">
                  <c:v>0.33152173913043398</c:v>
                </c:pt>
                <c:pt idx="1420">
                  <c:v>0.18162393162393101</c:v>
                </c:pt>
                <c:pt idx="1421">
                  <c:v>0.20754716981131999</c:v>
                </c:pt>
                <c:pt idx="1422">
                  <c:v>0.16604477611940299</c:v>
                </c:pt>
                <c:pt idx="1423">
                  <c:v>0.19012797074954199</c:v>
                </c:pt>
                <c:pt idx="1424">
                  <c:v>0.28363636363636302</c:v>
                </c:pt>
                <c:pt idx="1425">
                  <c:v>0.15686274509803899</c:v>
                </c:pt>
                <c:pt idx="1426">
                  <c:v>0.19576719576719501</c:v>
                </c:pt>
                <c:pt idx="1427">
                  <c:v>0.25</c:v>
                </c:pt>
                <c:pt idx="1428">
                  <c:v>0.228301886792452</c:v>
                </c:pt>
                <c:pt idx="1429">
                  <c:v>0.24254473161033699</c:v>
                </c:pt>
                <c:pt idx="1430">
                  <c:v>0.240079365079365</c:v>
                </c:pt>
                <c:pt idx="1431">
                  <c:v>0.17260787992495299</c:v>
                </c:pt>
                <c:pt idx="1432">
                  <c:v>0.25786163522012501</c:v>
                </c:pt>
                <c:pt idx="1433">
                  <c:v>0.198895027624309</c:v>
                </c:pt>
                <c:pt idx="1434">
                  <c:v>0.19256756756756699</c:v>
                </c:pt>
                <c:pt idx="1435">
                  <c:v>0.17311608961303401</c:v>
                </c:pt>
                <c:pt idx="1436">
                  <c:v>0.19760479041916101</c:v>
                </c:pt>
                <c:pt idx="1437">
                  <c:v>0.232032854209445</c:v>
                </c:pt>
                <c:pt idx="1438">
                  <c:v>0.27974276527331099</c:v>
                </c:pt>
                <c:pt idx="1439">
                  <c:v>0.25856164383561597</c:v>
                </c:pt>
                <c:pt idx="1440">
                  <c:v>0.25531914893617003</c:v>
                </c:pt>
                <c:pt idx="1441">
                  <c:v>0.28604651162790601</c:v>
                </c:pt>
                <c:pt idx="1442">
                  <c:v>0.23711340206185499</c:v>
                </c:pt>
                <c:pt idx="1443">
                  <c:v>0.25754527162977803</c:v>
                </c:pt>
                <c:pt idx="1444">
                  <c:v>0.39793814432989599</c:v>
                </c:pt>
                <c:pt idx="1445">
                  <c:v>0.22596153846153799</c:v>
                </c:pt>
                <c:pt idx="1446">
                  <c:v>0.27647058823529402</c:v>
                </c:pt>
                <c:pt idx="1447">
                  <c:v>0.34529147982062702</c:v>
                </c:pt>
                <c:pt idx="1448">
                  <c:v>0.31578947368421001</c:v>
                </c:pt>
                <c:pt idx="1449">
                  <c:v>0.33928571428571402</c:v>
                </c:pt>
                <c:pt idx="1450">
                  <c:v>0.33333333333333298</c:v>
                </c:pt>
                <c:pt idx="1451">
                  <c:v>0.25260960334029198</c:v>
                </c:pt>
                <c:pt idx="1452">
                  <c:v>0.352112676056338</c:v>
                </c:pt>
                <c:pt idx="1453">
                  <c:v>0.27291242362525397</c:v>
                </c:pt>
                <c:pt idx="1454">
                  <c:v>0.260223048327137</c:v>
                </c:pt>
                <c:pt idx="1455">
                  <c:v>0.24269662921348301</c:v>
                </c:pt>
                <c:pt idx="1456">
                  <c:v>0.27152317880794702</c:v>
                </c:pt>
                <c:pt idx="1457">
                  <c:v>0.31807780320366102</c:v>
                </c:pt>
                <c:pt idx="1458">
                  <c:v>0.36851520572450802</c:v>
                </c:pt>
                <c:pt idx="1459">
                  <c:v>0.35249042145593801</c:v>
                </c:pt>
                <c:pt idx="1460">
                  <c:v>0.20250521920667999</c:v>
                </c:pt>
                <c:pt idx="1461">
                  <c:v>0.22448979591836701</c:v>
                </c:pt>
                <c:pt idx="1462">
                  <c:v>0.185792349726775</c:v>
                </c:pt>
                <c:pt idx="1463">
                  <c:v>0.20426287744227301</c:v>
                </c:pt>
                <c:pt idx="1464">
                  <c:v>0.30550621669626998</c:v>
                </c:pt>
                <c:pt idx="1465">
                  <c:v>0.17659574468085101</c:v>
                </c:pt>
                <c:pt idx="1466">
                  <c:v>0.21724137931034401</c:v>
                </c:pt>
                <c:pt idx="1467">
                  <c:v>0.26653696498054402</c:v>
                </c:pt>
                <c:pt idx="1468">
                  <c:v>0.246323529411764</c:v>
                </c:pt>
                <c:pt idx="1469">
                  <c:v>0.26162790697674398</c:v>
                </c:pt>
                <c:pt idx="1470">
                  <c:v>0.259187620889748</c:v>
                </c:pt>
                <c:pt idx="1471">
                  <c:v>0.19449541284403599</c:v>
                </c:pt>
                <c:pt idx="1472">
                  <c:v>0.28336755646817202</c:v>
                </c:pt>
                <c:pt idx="1473">
                  <c:v>0.21288014311270101</c:v>
                </c:pt>
                <c:pt idx="1474">
                  <c:v>0.20689655172413701</c:v>
                </c:pt>
                <c:pt idx="1475">
                  <c:v>0.192842942345924</c:v>
                </c:pt>
                <c:pt idx="1476">
                  <c:v>0.213592233009708</c:v>
                </c:pt>
                <c:pt idx="1477">
                  <c:v>0.24750499001995999</c:v>
                </c:pt>
                <c:pt idx="1478">
                  <c:v>0.29780564263322801</c:v>
                </c:pt>
                <c:pt idx="1479">
                  <c:v>0.277128547579298</c:v>
                </c:pt>
                <c:pt idx="1480">
                  <c:v>0.18371212121212099</c:v>
                </c:pt>
                <c:pt idx="1481">
                  <c:v>0.20555555555555499</c:v>
                </c:pt>
                <c:pt idx="1482">
                  <c:v>0.172757475083056</c:v>
                </c:pt>
                <c:pt idx="1483">
                  <c:v>0.18932038834951401</c:v>
                </c:pt>
                <c:pt idx="1484">
                  <c:v>0.28802588996763701</c:v>
                </c:pt>
                <c:pt idx="1485">
                  <c:v>0.16279069767441801</c:v>
                </c:pt>
                <c:pt idx="1486">
                  <c:v>0.20472440944881801</c:v>
                </c:pt>
                <c:pt idx="1487">
                  <c:v>0.247349823321554</c:v>
                </c:pt>
                <c:pt idx="1488">
                  <c:v>0.229096989966555</c:v>
                </c:pt>
                <c:pt idx="1489">
                  <c:v>0.242957746478873</c:v>
                </c:pt>
                <c:pt idx="1490">
                  <c:v>0.240773286467486</c:v>
                </c:pt>
                <c:pt idx="1491">
                  <c:v>0.18456375838926101</c:v>
                </c:pt>
                <c:pt idx="1492">
                  <c:v>0.26256983240223403</c:v>
                </c:pt>
                <c:pt idx="1493">
                  <c:v>0.20294599018003201</c:v>
                </c:pt>
                <c:pt idx="1494">
                  <c:v>0.19161676646706499</c:v>
                </c:pt>
                <c:pt idx="1495">
                  <c:v>0.175090252707581</c:v>
                </c:pt>
                <c:pt idx="1496">
                  <c:v>0.19576719576719501</c:v>
                </c:pt>
                <c:pt idx="1497">
                  <c:v>0.22826086956521699</c:v>
                </c:pt>
                <c:pt idx="1498">
                  <c:v>0.28040057224606502</c:v>
                </c:pt>
                <c:pt idx="1499">
                  <c:v>0.26219512195121902</c:v>
                </c:pt>
                <c:pt idx="1500">
                  <c:v>0.15384615384615299</c:v>
                </c:pt>
                <c:pt idx="1501">
                  <c:v>0.17738359201773801</c:v>
                </c:pt>
                <c:pt idx="1502">
                  <c:v>0.147410358565737</c:v>
                </c:pt>
                <c:pt idx="1503">
                  <c:v>0.167315175097276</c:v>
                </c:pt>
                <c:pt idx="1504">
                  <c:v>0.26900584795321603</c:v>
                </c:pt>
                <c:pt idx="1505">
                  <c:v>0.13163972286374101</c:v>
                </c:pt>
                <c:pt idx="1506">
                  <c:v>0.181474480151228</c:v>
                </c:pt>
                <c:pt idx="1507">
                  <c:v>0.22292993630573199</c:v>
                </c:pt>
                <c:pt idx="1508">
                  <c:v>0.20481927710843301</c:v>
                </c:pt>
                <c:pt idx="1509">
                  <c:v>0.217758985200845</c:v>
                </c:pt>
                <c:pt idx="1510">
                  <c:v>0.215189873417721</c:v>
                </c:pt>
                <c:pt idx="1511">
                  <c:v>0.15895372233400401</c:v>
                </c:pt>
                <c:pt idx="1512">
                  <c:v>0.23991031390134501</c:v>
                </c:pt>
                <c:pt idx="1513">
                  <c:v>0.183431952662721</c:v>
                </c:pt>
                <c:pt idx="1514">
                  <c:v>0.17086330935251701</c:v>
                </c:pt>
                <c:pt idx="1515">
                  <c:v>0.146868250539956</c:v>
                </c:pt>
                <c:pt idx="1516">
                  <c:v>0.16913319238900601</c:v>
                </c:pt>
                <c:pt idx="1517">
                  <c:v>0.20217391304347801</c:v>
                </c:pt>
                <c:pt idx="1518">
                  <c:v>0.27383015597920202</c:v>
                </c:pt>
                <c:pt idx="1519">
                  <c:v>0.24403669724770599</c:v>
                </c:pt>
                <c:pt idx="1520">
                  <c:v>0.17738359201773801</c:v>
                </c:pt>
                <c:pt idx="1521">
                  <c:v>0.20217391304347801</c:v>
                </c:pt>
                <c:pt idx="1522">
                  <c:v>0.16959064327485299</c:v>
                </c:pt>
                <c:pt idx="1523">
                  <c:v>0.18821292775665399</c:v>
                </c:pt>
                <c:pt idx="1524">
                  <c:v>0.29885057471264298</c:v>
                </c:pt>
                <c:pt idx="1525">
                  <c:v>0.15384615384615299</c:v>
                </c:pt>
                <c:pt idx="1526">
                  <c:v>0.20555555555555499</c:v>
                </c:pt>
                <c:pt idx="1527">
                  <c:v>0.25</c:v>
                </c:pt>
                <c:pt idx="1528">
                  <c:v>0.23031496062992099</c:v>
                </c:pt>
                <c:pt idx="1529">
                  <c:v>0.244813278008298</c:v>
                </c:pt>
                <c:pt idx="1530">
                  <c:v>0.24223602484472001</c:v>
                </c:pt>
                <c:pt idx="1531">
                  <c:v>0.183431952662721</c:v>
                </c:pt>
                <c:pt idx="1532">
                  <c:v>0.26872246696035201</c:v>
                </c:pt>
                <c:pt idx="1533">
                  <c:v>0.204238921001926</c:v>
                </c:pt>
                <c:pt idx="1534">
                  <c:v>0.191564147627416</c:v>
                </c:pt>
                <c:pt idx="1535">
                  <c:v>0.16913319238900601</c:v>
                </c:pt>
                <c:pt idx="1536">
                  <c:v>0.19254658385093101</c:v>
                </c:pt>
                <c:pt idx="1537">
                  <c:v>0.228144989339019</c:v>
                </c:pt>
                <c:pt idx="1538">
                  <c:v>0.29881154499151102</c:v>
                </c:pt>
                <c:pt idx="1539">
                  <c:v>0.26978417266186999</c:v>
                </c:pt>
                <c:pt idx="1540">
                  <c:v>0.21232876712328699</c:v>
                </c:pt>
                <c:pt idx="1541">
                  <c:v>0.23991031390134501</c:v>
                </c:pt>
                <c:pt idx="1542">
                  <c:v>0.20240480961923801</c:v>
                </c:pt>
                <c:pt idx="1543">
                  <c:v>0.220703125</c:v>
                </c:pt>
                <c:pt idx="1544">
                  <c:v>0.34791252485089402</c:v>
                </c:pt>
                <c:pt idx="1545">
                  <c:v>0.186046511627906</c:v>
                </c:pt>
                <c:pt idx="1546">
                  <c:v>0.24236641221374</c:v>
                </c:pt>
                <c:pt idx="1547">
                  <c:v>0.29310344827586199</c:v>
                </c:pt>
                <c:pt idx="1548">
                  <c:v>0.27032520325203202</c:v>
                </c:pt>
                <c:pt idx="1549">
                  <c:v>0.28755364806866901</c:v>
                </c:pt>
                <c:pt idx="1550">
                  <c:v>0.28479657387580298</c:v>
                </c:pt>
                <c:pt idx="1551">
                  <c:v>0.219512195121951</c:v>
                </c:pt>
                <c:pt idx="1552">
                  <c:v>0.31506849315068403</c:v>
                </c:pt>
                <c:pt idx="1553">
                  <c:v>0.237623762376237</c:v>
                </c:pt>
                <c:pt idx="1554">
                  <c:v>0.223826714801444</c:v>
                </c:pt>
                <c:pt idx="1555">
                  <c:v>0.20217391304347801</c:v>
                </c:pt>
                <c:pt idx="1556">
                  <c:v>0.228144989339019</c:v>
                </c:pt>
                <c:pt idx="1557">
                  <c:v>0.26872246696035201</c:v>
                </c:pt>
                <c:pt idx="1558">
                  <c:v>0.33975481611208402</c:v>
                </c:pt>
                <c:pt idx="1559">
                  <c:v>0.31226765799256501</c:v>
                </c:pt>
                <c:pt idx="1560">
                  <c:v>0.33459357277882701</c:v>
                </c:pt>
                <c:pt idx="1561">
                  <c:v>0.36111111111111099</c:v>
                </c:pt>
                <c:pt idx="1562">
                  <c:v>0.29641693811074898</c:v>
                </c:pt>
                <c:pt idx="1563">
                  <c:v>0.31637519872813902</c:v>
                </c:pt>
                <c:pt idx="1564">
                  <c:v>0.35196374622356402</c:v>
                </c:pt>
                <c:pt idx="1565">
                  <c:v>0.30635838150289002</c:v>
                </c:pt>
                <c:pt idx="1566">
                  <c:v>0.31651376146788901</c:v>
                </c:pt>
                <c:pt idx="1567">
                  <c:v>0.38194444444444398</c:v>
                </c:pt>
                <c:pt idx="1568">
                  <c:v>0.35073409461663901</c:v>
                </c:pt>
                <c:pt idx="1569">
                  <c:v>0.374784110535405</c:v>
                </c:pt>
                <c:pt idx="1570">
                  <c:v>0.370051635111876</c:v>
                </c:pt>
                <c:pt idx="1571">
                  <c:v>0.30706075533661698</c:v>
                </c:pt>
                <c:pt idx="1572">
                  <c:v>0.42458100558659201</c:v>
                </c:pt>
                <c:pt idx="1573">
                  <c:v>0.32692307692307598</c:v>
                </c:pt>
                <c:pt idx="1574">
                  <c:v>0.30847953216374202</c:v>
                </c:pt>
                <c:pt idx="1575">
                  <c:v>0.31720430107526798</c:v>
                </c:pt>
                <c:pt idx="1576">
                  <c:v>0.34210526315789402</c:v>
                </c:pt>
                <c:pt idx="1577">
                  <c:v>0.37837837837837801</c:v>
                </c:pt>
                <c:pt idx="1578">
                  <c:v>0.31111111111111101</c:v>
                </c:pt>
                <c:pt idx="1579">
                  <c:v>0.33620689655172398</c:v>
                </c:pt>
                <c:pt idx="1580">
                  <c:v>0.28149606299212598</c:v>
                </c:pt>
                <c:pt idx="1581">
                  <c:v>0.30888030888030799</c:v>
                </c:pt>
                <c:pt idx="1582">
                  <c:v>0.256410256410256</c:v>
                </c:pt>
                <c:pt idx="1583">
                  <c:v>0.277128547579298</c:v>
                </c:pt>
                <c:pt idx="1584">
                  <c:v>0.35737704918032698</c:v>
                </c:pt>
                <c:pt idx="1585">
                  <c:v>0.25502008032128498</c:v>
                </c:pt>
                <c:pt idx="1586">
                  <c:v>0.29220779220779203</c:v>
                </c:pt>
                <c:pt idx="1587">
                  <c:v>0.36111111111111099</c:v>
                </c:pt>
                <c:pt idx="1588">
                  <c:v>0.33043478260869502</c:v>
                </c:pt>
                <c:pt idx="1589">
                  <c:v>0.35608856088560797</c:v>
                </c:pt>
                <c:pt idx="1590">
                  <c:v>0.34862385321100903</c:v>
                </c:pt>
                <c:pt idx="1591">
                  <c:v>0.26943005181347102</c:v>
                </c:pt>
                <c:pt idx="1592">
                  <c:v>0.37354085603112802</c:v>
                </c:pt>
                <c:pt idx="1593">
                  <c:v>0.29222972972972899</c:v>
                </c:pt>
                <c:pt idx="1594">
                  <c:v>0.27777777777777701</c:v>
                </c:pt>
                <c:pt idx="1595">
                  <c:v>0.26728971962616799</c:v>
                </c:pt>
                <c:pt idx="1596">
                  <c:v>0.293040293040293</c:v>
                </c:pt>
                <c:pt idx="1597">
                  <c:v>0.33712121212121199</c:v>
                </c:pt>
                <c:pt idx="1598">
                  <c:v>0.33428981348636999</c:v>
                </c:pt>
                <c:pt idx="1599">
                  <c:v>0.33903576982892603</c:v>
                </c:pt>
                <c:pt idx="1600">
                  <c:v>0.28571428571428498</c:v>
                </c:pt>
                <c:pt idx="1601">
                  <c:v>0.30732860520094502</c:v>
                </c:pt>
                <c:pt idx="1602">
                  <c:v>0.26050420168067201</c:v>
                </c:pt>
                <c:pt idx="1603">
                  <c:v>0.27811860940695299</c:v>
                </c:pt>
                <c:pt idx="1604">
                  <c:v>0.35059760956175301</c:v>
                </c:pt>
                <c:pt idx="1605">
                  <c:v>0.25615763546797998</c:v>
                </c:pt>
                <c:pt idx="1606">
                  <c:v>0.28402366863905298</c:v>
                </c:pt>
                <c:pt idx="1607">
                  <c:v>0.34529147982062702</c:v>
                </c:pt>
                <c:pt idx="1608">
                  <c:v>0.31578947368421001</c:v>
                </c:pt>
                <c:pt idx="1609">
                  <c:v>0.336302895322939</c:v>
                </c:pt>
                <c:pt idx="1610">
                  <c:v>0.33333333333333298</c:v>
                </c:pt>
                <c:pt idx="1611">
                  <c:v>0.27659574468085102</c:v>
                </c:pt>
                <c:pt idx="1612">
                  <c:v>0.39467312348668199</c:v>
                </c:pt>
                <c:pt idx="1613">
                  <c:v>0.29668049792531098</c:v>
                </c:pt>
                <c:pt idx="1614">
                  <c:v>0.26966292134831399</c:v>
                </c:pt>
                <c:pt idx="1615">
                  <c:v>0.27126436781609198</c:v>
                </c:pt>
                <c:pt idx="1616">
                  <c:v>0.29147982062780198</c:v>
                </c:pt>
                <c:pt idx="1617">
                  <c:v>0.33025404157043797</c:v>
                </c:pt>
                <c:pt idx="1618">
                  <c:v>0.33741258741258701</c:v>
                </c:pt>
                <c:pt idx="1619">
                  <c:v>0.33207547169811302</c:v>
                </c:pt>
                <c:pt idx="1620">
                  <c:v>0.32296650717703301</c:v>
                </c:pt>
                <c:pt idx="1621">
                  <c:v>0.34579439252336402</c:v>
                </c:pt>
                <c:pt idx="1622">
                  <c:v>0.29399585921325</c:v>
                </c:pt>
                <c:pt idx="1623">
                  <c:v>0.309859154929577</c:v>
                </c:pt>
                <c:pt idx="1624">
                  <c:v>0.38160469667318903</c:v>
                </c:pt>
                <c:pt idx="1625">
                  <c:v>0.29197080291970801</c:v>
                </c:pt>
                <c:pt idx="1626">
                  <c:v>0.31906614785992199</c:v>
                </c:pt>
                <c:pt idx="1627">
                  <c:v>0.382743362831858</c:v>
                </c:pt>
                <c:pt idx="1628">
                  <c:v>0.35062240663900401</c:v>
                </c:pt>
                <c:pt idx="1629">
                  <c:v>0.37362637362637302</c:v>
                </c:pt>
                <c:pt idx="1630">
                  <c:v>0.37061403508771901</c:v>
                </c:pt>
                <c:pt idx="1631">
                  <c:v>0.313025210084033</c:v>
                </c:pt>
                <c:pt idx="1632">
                  <c:v>0.43540669856459302</c:v>
                </c:pt>
                <c:pt idx="1633">
                  <c:v>0.32857142857142801</c:v>
                </c:pt>
                <c:pt idx="1634">
                  <c:v>0.300184162062615</c:v>
                </c:pt>
                <c:pt idx="1635">
                  <c:v>0.30612244897959101</c:v>
                </c:pt>
                <c:pt idx="1636">
                  <c:v>0.32743362831858402</c:v>
                </c:pt>
                <c:pt idx="1637">
                  <c:v>0.36986301369863001</c:v>
                </c:pt>
                <c:pt idx="1638">
                  <c:v>0.36068376068376001</c:v>
                </c:pt>
                <c:pt idx="1639">
                  <c:v>0.36111111111111099</c:v>
                </c:pt>
                <c:pt idx="1640">
                  <c:v>0.268498942917547</c:v>
                </c:pt>
                <c:pt idx="1641">
                  <c:v>0.28865979381443202</c:v>
                </c:pt>
                <c:pt idx="1642">
                  <c:v>0.24403669724770599</c:v>
                </c:pt>
                <c:pt idx="1643">
                  <c:v>0.26071428571428501</c:v>
                </c:pt>
                <c:pt idx="1644">
                  <c:v>0.32124352331606199</c:v>
                </c:pt>
                <c:pt idx="1645">
                  <c:v>0.24137931034482701</c:v>
                </c:pt>
                <c:pt idx="1646">
                  <c:v>0.26288659793814401</c:v>
                </c:pt>
                <c:pt idx="1647">
                  <c:v>0.321637426900584</c:v>
                </c:pt>
                <c:pt idx="1648">
                  <c:v>0.293040293040293</c:v>
                </c:pt>
                <c:pt idx="1649">
                  <c:v>0.31141199226305599</c:v>
                </c:pt>
                <c:pt idx="1650">
                  <c:v>0.30888030888030799</c:v>
                </c:pt>
                <c:pt idx="1651">
                  <c:v>0.25555555555555498</c:v>
                </c:pt>
                <c:pt idx="1652">
                  <c:v>0.36477987421383601</c:v>
                </c:pt>
                <c:pt idx="1653">
                  <c:v>0.27667269439421299</c:v>
                </c:pt>
                <c:pt idx="1654">
                  <c:v>0.252045826513911</c:v>
                </c:pt>
                <c:pt idx="1655">
                  <c:v>0.25502008032128498</c:v>
                </c:pt>
                <c:pt idx="1656">
                  <c:v>0.27397260273972601</c:v>
                </c:pt>
                <c:pt idx="1657">
                  <c:v>0.309859154929577</c:v>
                </c:pt>
                <c:pt idx="1658">
                  <c:v>0.30454545454545401</c:v>
                </c:pt>
                <c:pt idx="1659">
                  <c:v>0.30491803278688501</c:v>
                </c:pt>
                <c:pt idx="1660">
                  <c:v>0.299376299376299</c:v>
                </c:pt>
                <c:pt idx="1661">
                  <c:v>0.31781376518218601</c:v>
                </c:pt>
                <c:pt idx="1662">
                  <c:v>0.27207207207207201</c:v>
                </c:pt>
                <c:pt idx="1663">
                  <c:v>0.284965034965034</c:v>
                </c:pt>
                <c:pt idx="1664">
                  <c:v>0.34459459459459402</c:v>
                </c:pt>
                <c:pt idx="1665">
                  <c:v>0.27118644067796599</c:v>
                </c:pt>
                <c:pt idx="1666">
                  <c:v>0.29222972972972899</c:v>
                </c:pt>
                <c:pt idx="1667">
                  <c:v>0.34732824427480902</c:v>
                </c:pt>
                <c:pt idx="1668">
                  <c:v>0.31956912028725298</c:v>
                </c:pt>
                <c:pt idx="1669">
                  <c:v>0.33965844402277001</c:v>
                </c:pt>
                <c:pt idx="1670">
                  <c:v>0.33712121212121199</c:v>
                </c:pt>
                <c:pt idx="1671">
                  <c:v>0.28597449908925299</c:v>
                </c:pt>
                <c:pt idx="1672">
                  <c:v>0.39793814432989599</c:v>
                </c:pt>
                <c:pt idx="1673">
                  <c:v>0.30088495575221202</c:v>
                </c:pt>
                <c:pt idx="1674">
                  <c:v>0.27564102564102499</c:v>
                </c:pt>
                <c:pt idx="1675">
                  <c:v>0.28402366863905298</c:v>
                </c:pt>
                <c:pt idx="1676">
                  <c:v>0.301343570057581</c:v>
                </c:pt>
                <c:pt idx="1677">
                  <c:v>0.33727810650887502</c:v>
                </c:pt>
                <c:pt idx="1678">
                  <c:v>0.322008862629246</c:v>
                </c:pt>
                <c:pt idx="1679">
                  <c:v>0.32692307692307598</c:v>
                </c:pt>
                <c:pt idx="1680">
                  <c:v>0.42138364779874199</c:v>
                </c:pt>
                <c:pt idx="1681">
                  <c:v>0.42626262626262601</c:v>
                </c:pt>
                <c:pt idx="1682">
                  <c:v>0.37342908438061001</c:v>
                </c:pt>
                <c:pt idx="1683">
                  <c:v>0.374784110535405</c:v>
                </c:pt>
                <c:pt idx="1684">
                  <c:v>0.362341772151898</c:v>
                </c:pt>
                <c:pt idx="1685">
                  <c:v>0.40604751619870399</c:v>
                </c:pt>
                <c:pt idx="1686">
                  <c:v>0.35960591133004899</c:v>
                </c:pt>
                <c:pt idx="1687">
                  <c:v>0.40625</c:v>
                </c:pt>
                <c:pt idx="1688">
                  <c:v>0.37716262975778497</c:v>
                </c:pt>
                <c:pt idx="1689">
                  <c:v>0.40109890109890101</c:v>
                </c:pt>
                <c:pt idx="1690">
                  <c:v>0.39853747714808002</c:v>
                </c:pt>
                <c:pt idx="1691">
                  <c:v>0.38838475499092501</c:v>
                </c:pt>
                <c:pt idx="1692">
                  <c:v>0.48785425101214502</c:v>
                </c:pt>
                <c:pt idx="1693">
                  <c:v>0.38675958188153298</c:v>
                </c:pt>
                <c:pt idx="1694">
                  <c:v>0.34112149532710201</c:v>
                </c:pt>
                <c:pt idx="1695">
                  <c:v>0.39801980198019798</c:v>
                </c:pt>
                <c:pt idx="1696">
                  <c:v>0.40267175572518998</c:v>
                </c:pt>
                <c:pt idx="1697">
                  <c:v>0.41891891891891803</c:v>
                </c:pt>
                <c:pt idx="1698">
                  <c:v>0.330578512396694</c:v>
                </c:pt>
                <c:pt idx="1699">
                  <c:v>0.34992458521870201</c:v>
                </c:pt>
                <c:pt idx="1700">
                  <c:v>0.25</c:v>
                </c:pt>
                <c:pt idx="1701">
                  <c:v>0.27033492822966498</c:v>
                </c:pt>
                <c:pt idx="1702">
                  <c:v>0.228144989339019</c:v>
                </c:pt>
                <c:pt idx="1703">
                  <c:v>0.244813278008298</c:v>
                </c:pt>
                <c:pt idx="1704">
                  <c:v>0.3125</c:v>
                </c:pt>
                <c:pt idx="1705">
                  <c:v>0.22194513715710701</c:v>
                </c:pt>
                <c:pt idx="1706">
                  <c:v>0.25</c:v>
                </c:pt>
                <c:pt idx="1707">
                  <c:v>0.30612244897959101</c:v>
                </c:pt>
                <c:pt idx="1708">
                  <c:v>0.27931769722814498</c:v>
                </c:pt>
                <c:pt idx="1709">
                  <c:v>0.29729729729729698</c:v>
                </c:pt>
                <c:pt idx="1710">
                  <c:v>0.29438202247190998</c:v>
                </c:pt>
                <c:pt idx="1711">
                  <c:v>0.24137931034482701</c:v>
                </c:pt>
                <c:pt idx="1712">
                  <c:v>0.35207823960880102</c:v>
                </c:pt>
                <c:pt idx="1713">
                  <c:v>0.26050420168067201</c:v>
                </c:pt>
                <c:pt idx="1714">
                  <c:v>0.24</c:v>
                </c:pt>
                <c:pt idx="1715">
                  <c:v>0.23776223776223701</c:v>
                </c:pt>
                <c:pt idx="1716">
                  <c:v>0.256818181818181</c:v>
                </c:pt>
                <c:pt idx="1717">
                  <c:v>0.29205607476635498</c:v>
                </c:pt>
                <c:pt idx="1718">
                  <c:v>0.30550621669626998</c:v>
                </c:pt>
                <c:pt idx="1719">
                  <c:v>0.29885057471264298</c:v>
                </c:pt>
                <c:pt idx="1720">
                  <c:v>0.32317073170731703</c:v>
                </c:pt>
                <c:pt idx="1721">
                  <c:v>0.34257425742574199</c:v>
                </c:pt>
                <c:pt idx="1722">
                  <c:v>0.28947368421052599</c:v>
                </c:pt>
                <c:pt idx="1723">
                  <c:v>0.30546075085324198</c:v>
                </c:pt>
                <c:pt idx="1724">
                  <c:v>0.34415584415584399</c:v>
                </c:pt>
                <c:pt idx="1725">
                  <c:v>0.29668049792531098</c:v>
                </c:pt>
                <c:pt idx="1726">
                  <c:v>0.30065359477124098</c:v>
                </c:pt>
                <c:pt idx="1727">
                  <c:v>0.36871508379888202</c:v>
                </c:pt>
                <c:pt idx="1728">
                  <c:v>0.33507853403141302</c:v>
                </c:pt>
                <c:pt idx="1729">
                  <c:v>0.35859519408502699</c:v>
                </c:pt>
                <c:pt idx="1730">
                  <c:v>0.35359116022099402</c:v>
                </c:pt>
                <c:pt idx="1731">
                  <c:v>0.30088495575221202</c:v>
                </c:pt>
                <c:pt idx="1732">
                  <c:v>0.41482965931863702</c:v>
                </c:pt>
                <c:pt idx="1733">
                  <c:v>0.32124352331606199</c:v>
                </c:pt>
                <c:pt idx="1734">
                  <c:v>0.29173166926677002</c:v>
                </c:pt>
                <c:pt idx="1735">
                  <c:v>0.30635838150289002</c:v>
                </c:pt>
                <c:pt idx="1736">
                  <c:v>0.32457786116322701</c:v>
                </c:pt>
                <c:pt idx="1737">
                  <c:v>0.360308285163776</c:v>
                </c:pt>
                <c:pt idx="1738">
                  <c:v>0.31541725601131498</c:v>
                </c:pt>
                <c:pt idx="1739">
                  <c:v>0.328703703703703</c:v>
                </c:pt>
                <c:pt idx="1740">
                  <c:v>0.39860139860139798</c:v>
                </c:pt>
                <c:pt idx="1741">
                  <c:v>0.417233560090702</c:v>
                </c:pt>
                <c:pt idx="1742">
                  <c:v>0.358717434869739</c:v>
                </c:pt>
                <c:pt idx="1743">
                  <c:v>0.36821705426356499</c:v>
                </c:pt>
                <c:pt idx="1744">
                  <c:v>0.40109890109890101</c:v>
                </c:pt>
                <c:pt idx="1745">
                  <c:v>0.36817102137767199</c:v>
                </c:pt>
                <c:pt idx="1746">
                  <c:v>0.376404494382022</c:v>
                </c:pt>
                <c:pt idx="1747">
                  <c:v>0.43949044585987201</c:v>
                </c:pt>
                <c:pt idx="1748">
                  <c:v>0.40357852882703699</c:v>
                </c:pt>
                <c:pt idx="1749">
                  <c:v>0.430379746835443</c:v>
                </c:pt>
                <c:pt idx="1750">
                  <c:v>0.42736842105263101</c:v>
                </c:pt>
                <c:pt idx="1751">
                  <c:v>0.380855397148676</c:v>
                </c:pt>
                <c:pt idx="1752">
                  <c:v>0.50694444444444398</c:v>
                </c:pt>
                <c:pt idx="1753">
                  <c:v>0.38703339882121801</c:v>
                </c:pt>
                <c:pt idx="1754">
                  <c:v>0.35159010600706703</c:v>
                </c:pt>
                <c:pt idx="1755">
                  <c:v>0.376651982378854</c:v>
                </c:pt>
                <c:pt idx="1756">
                  <c:v>0.39400428265524601</c:v>
                </c:pt>
                <c:pt idx="1757">
                  <c:v>0.43708609271523102</c:v>
                </c:pt>
                <c:pt idx="1758">
                  <c:v>0.37101910828025397</c:v>
                </c:pt>
                <c:pt idx="1759">
                  <c:v>0.384347826086956</c:v>
                </c:pt>
                <c:pt idx="1760">
                  <c:v>0.361655773420479</c:v>
                </c:pt>
                <c:pt idx="1761">
                  <c:v>0.37923728813559299</c:v>
                </c:pt>
                <c:pt idx="1762">
                  <c:v>0.32457786116322701</c:v>
                </c:pt>
                <c:pt idx="1763">
                  <c:v>0.33636363636363598</c:v>
                </c:pt>
                <c:pt idx="1764">
                  <c:v>0.365351629502572</c:v>
                </c:pt>
                <c:pt idx="1765">
                  <c:v>0.336302895322939</c:v>
                </c:pt>
                <c:pt idx="1766">
                  <c:v>0.33975481611208402</c:v>
                </c:pt>
                <c:pt idx="1767">
                  <c:v>0.40079365079364998</c:v>
                </c:pt>
                <c:pt idx="1768">
                  <c:v>0.36617100371747202</c:v>
                </c:pt>
                <c:pt idx="1769">
                  <c:v>0.38976377952755897</c:v>
                </c:pt>
                <c:pt idx="1770">
                  <c:v>0.38703339882121801</c:v>
                </c:pt>
                <c:pt idx="1771">
                  <c:v>0.342205323193916</c:v>
                </c:pt>
                <c:pt idx="1772">
                  <c:v>0.45806451612903198</c:v>
                </c:pt>
                <c:pt idx="1773">
                  <c:v>0.35359116022099402</c:v>
                </c:pt>
                <c:pt idx="1774">
                  <c:v>0.320066334991708</c:v>
                </c:pt>
                <c:pt idx="1775">
                  <c:v>0.34226804123711302</c:v>
                </c:pt>
                <c:pt idx="1776">
                  <c:v>0.358717434869739</c:v>
                </c:pt>
                <c:pt idx="1777">
                  <c:v>0.39793814432989599</c:v>
                </c:pt>
                <c:pt idx="1778">
                  <c:v>0.34182908545727098</c:v>
                </c:pt>
                <c:pt idx="1779">
                  <c:v>0.34853420195439699</c:v>
                </c:pt>
                <c:pt idx="1780">
                  <c:v>0.39211136890951198</c:v>
                </c:pt>
                <c:pt idx="1781">
                  <c:v>0.41083521444695198</c:v>
                </c:pt>
                <c:pt idx="1782">
                  <c:v>0.35059760956175301</c:v>
                </c:pt>
                <c:pt idx="1783">
                  <c:v>0.36293436293436199</c:v>
                </c:pt>
                <c:pt idx="1784">
                  <c:v>0.393442622950819</c:v>
                </c:pt>
                <c:pt idx="1785">
                  <c:v>0.36492890995260602</c:v>
                </c:pt>
                <c:pt idx="1786">
                  <c:v>0.36617100371747202</c:v>
                </c:pt>
                <c:pt idx="1787">
                  <c:v>0.433403805496828</c:v>
                </c:pt>
                <c:pt idx="1788">
                  <c:v>0.39525691699604698</c:v>
                </c:pt>
                <c:pt idx="1789">
                  <c:v>0.418410041841004</c:v>
                </c:pt>
                <c:pt idx="1790">
                  <c:v>0.418410041841004</c:v>
                </c:pt>
                <c:pt idx="1791">
                  <c:v>0.36969696969696902</c:v>
                </c:pt>
                <c:pt idx="1792">
                  <c:v>0.49655172413793103</c:v>
                </c:pt>
                <c:pt idx="1793">
                  <c:v>0.38160469667318903</c:v>
                </c:pt>
                <c:pt idx="1794">
                  <c:v>0.34446397188049199</c:v>
                </c:pt>
                <c:pt idx="1795">
                  <c:v>0.37061403508771901</c:v>
                </c:pt>
                <c:pt idx="1796">
                  <c:v>0.38805970149253699</c:v>
                </c:pt>
                <c:pt idx="1797">
                  <c:v>0.43076923076923002</c:v>
                </c:pt>
                <c:pt idx="1798">
                  <c:v>0.36450079239302602</c:v>
                </c:pt>
                <c:pt idx="1799">
                  <c:v>0.374784110535405</c:v>
                </c:pt>
                <c:pt idx="1800">
                  <c:v>0.38248847926267199</c:v>
                </c:pt>
                <c:pt idx="1801">
                  <c:v>0.40134529147982001</c:v>
                </c:pt>
                <c:pt idx="1802">
                  <c:v>0.34257425742574199</c:v>
                </c:pt>
                <c:pt idx="1803">
                  <c:v>0.355086372360844</c:v>
                </c:pt>
                <c:pt idx="1804">
                  <c:v>0.38586956521739102</c:v>
                </c:pt>
                <c:pt idx="1805">
                  <c:v>0.35529411764705798</c:v>
                </c:pt>
                <c:pt idx="1806">
                  <c:v>0.35859519408502699</c:v>
                </c:pt>
                <c:pt idx="1807">
                  <c:v>0.42436974789915899</c:v>
                </c:pt>
                <c:pt idx="1808">
                  <c:v>0.38703339882121801</c:v>
                </c:pt>
                <c:pt idx="1809">
                  <c:v>0.41249999999999998</c:v>
                </c:pt>
                <c:pt idx="1810">
                  <c:v>0.40956340956340898</c:v>
                </c:pt>
                <c:pt idx="1811">
                  <c:v>0.36144578313253001</c:v>
                </c:pt>
                <c:pt idx="1812">
                  <c:v>0.48630136986301298</c:v>
                </c:pt>
                <c:pt idx="1813">
                  <c:v>0.37354085603112802</c:v>
                </c:pt>
                <c:pt idx="1814">
                  <c:v>0.33741258741258701</c:v>
                </c:pt>
                <c:pt idx="1815">
                  <c:v>0.361655773420479</c:v>
                </c:pt>
                <c:pt idx="1816">
                  <c:v>0.37923728813559299</c:v>
                </c:pt>
                <c:pt idx="1817">
                  <c:v>0.42139737991266302</c:v>
                </c:pt>
                <c:pt idx="1818">
                  <c:v>0.36018957345971497</c:v>
                </c:pt>
                <c:pt idx="1819">
                  <c:v>0.36769759450171802</c:v>
                </c:pt>
                <c:pt idx="1820">
                  <c:v>0.29310344827586199</c:v>
                </c:pt>
                <c:pt idx="1821">
                  <c:v>0.313025210084033</c:v>
                </c:pt>
                <c:pt idx="1822">
                  <c:v>0.26256983240223403</c:v>
                </c:pt>
                <c:pt idx="1823">
                  <c:v>0.28130671506352001</c:v>
                </c:pt>
                <c:pt idx="1824">
                  <c:v>0.33507853403141302</c:v>
                </c:pt>
                <c:pt idx="1825">
                  <c:v>0.26315789473684198</c:v>
                </c:pt>
                <c:pt idx="1826">
                  <c:v>0.27826086956521701</c:v>
                </c:pt>
                <c:pt idx="1827">
                  <c:v>0.34257425742574199</c:v>
                </c:pt>
                <c:pt idx="1828">
                  <c:v>0.31226765799256501</c:v>
                </c:pt>
                <c:pt idx="1829">
                  <c:v>0.33464566929133799</c:v>
                </c:pt>
                <c:pt idx="1830">
                  <c:v>0.32941176470588202</c:v>
                </c:pt>
                <c:pt idx="1831">
                  <c:v>0.26728971962616799</c:v>
                </c:pt>
                <c:pt idx="1832">
                  <c:v>0.38510638297872302</c:v>
                </c:pt>
                <c:pt idx="1833">
                  <c:v>0.28597449908925299</c:v>
                </c:pt>
                <c:pt idx="1834">
                  <c:v>0.27076411960132801</c:v>
                </c:pt>
                <c:pt idx="1835">
                  <c:v>0.27811860940695299</c:v>
                </c:pt>
                <c:pt idx="1836">
                  <c:v>0.29681274900398402</c:v>
                </c:pt>
                <c:pt idx="1837">
                  <c:v>0.33128834355828202</c:v>
                </c:pt>
                <c:pt idx="1838">
                  <c:v>0.31852986217457802</c:v>
                </c:pt>
                <c:pt idx="1839">
                  <c:v>0.320066334991708</c:v>
                </c:pt>
                <c:pt idx="1840">
                  <c:v>0.422222222222222</c:v>
                </c:pt>
                <c:pt idx="1841">
                  <c:v>0.44927536231884002</c:v>
                </c:pt>
                <c:pt idx="1842">
                  <c:v>0.37923728813559299</c:v>
                </c:pt>
                <c:pt idx="1843">
                  <c:v>0.39506172839506098</c:v>
                </c:pt>
                <c:pt idx="1844">
                  <c:v>0.46706586826347302</c:v>
                </c:pt>
                <c:pt idx="1845">
                  <c:v>0.38596491228070101</c:v>
                </c:pt>
                <c:pt idx="1846">
                  <c:v>0.40357852882703699</c:v>
                </c:pt>
                <c:pt idx="1847">
                  <c:v>0.48630136986301298</c:v>
                </c:pt>
                <c:pt idx="1848">
                  <c:v>0.44562899786780302</c:v>
                </c:pt>
                <c:pt idx="1849">
                  <c:v>0.479545454545454</c:v>
                </c:pt>
                <c:pt idx="1850">
                  <c:v>0.47285067873303099</c:v>
                </c:pt>
                <c:pt idx="1851">
                  <c:v>0.4</c:v>
                </c:pt>
                <c:pt idx="1852">
                  <c:v>0.53940886699507296</c:v>
                </c:pt>
                <c:pt idx="1853">
                  <c:v>0.41249999999999998</c:v>
                </c:pt>
                <c:pt idx="1854">
                  <c:v>0.37898686679174398</c:v>
                </c:pt>
                <c:pt idx="1855">
                  <c:v>0.39860139860139798</c:v>
                </c:pt>
                <c:pt idx="1856">
                  <c:v>0.42369020501138899</c:v>
                </c:pt>
                <c:pt idx="1857">
                  <c:v>0.474056603773584</c:v>
                </c:pt>
                <c:pt idx="1858">
                  <c:v>0.41056218057921601</c:v>
                </c:pt>
                <c:pt idx="1859">
                  <c:v>0.43796992481203001</c:v>
                </c:pt>
                <c:pt idx="1860">
                  <c:v>0.32415254237288099</c:v>
                </c:pt>
                <c:pt idx="1861">
                  <c:v>0.33950617283950602</c:v>
                </c:pt>
                <c:pt idx="1862">
                  <c:v>0.29067641681901202</c:v>
                </c:pt>
                <c:pt idx="1863">
                  <c:v>0.30319148936170198</c:v>
                </c:pt>
                <c:pt idx="1864">
                  <c:v>0.35604770017035697</c:v>
                </c:pt>
                <c:pt idx="1865">
                  <c:v>0.29310344827586199</c:v>
                </c:pt>
                <c:pt idx="1866">
                  <c:v>0.30769230769230699</c:v>
                </c:pt>
                <c:pt idx="1867">
                  <c:v>0.36557059961315203</c:v>
                </c:pt>
                <c:pt idx="1868">
                  <c:v>0.33636363636363598</c:v>
                </c:pt>
                <c:pt idx="1869">
                  <c:v>0.360308285163776</c:v>
                </c:pt>
                <c:pt idx="1870">
                  <c:v>0.355086372360844</c:v>
                </c:pt>
                <c:pt idx="1871">
                  <c:v>0.29541284403669699</c:v>
                </c:pt>
                <c:pt idx="1872">
                  <c:v>0.41544885177453</c:v>
                </c:pt>
                <c:pt idx="1873">
                  <c:v>0.30782918149466099</c:v>
                </c:pt>
                <c:pt idx="1874">
                  <c:v>0.29220779220779203</c:v>
                </c:pt>
                <c:pt idx="1875">
                  <c:v>0.30722891566264998</c:v>
                </c:pt>
                <c:pt idx="1876">
                  <c:v>0.321637426900584</c:v>
                </c:pt>
                <c:pt idx="1877">
                  <c:v>0.35599999999999998</c:v>
                </c:pt>
                <c:pt idx="1878">
                  <c:v>0.33383010432190702</c:v>
                </c:pt>
                <c:pt idx="1879">
                  <c:v>0.33980582524271802</c:v>
                </c:pt>
                <c:pt idx="1880">
                  <c:v>0.29885057471264298</c:v>
                </c:pt>
                <c:pt idx="1881">
                  <c:v>0.31716417910447697</c:v>
                </c:pt>
                <c:pt idx="1882">
                  <c:v>0.27076411960132801</c:v>
                </c:pt>
                <c:pt idx="1883">
                  <c:v>0.28387096774193499</c:v>
                </c:pt>
                <c:pt idx="1884">
                  <c:v>0.32461538461538397</c:v>
                </c:pt>
                <c:pt idx="1885">
                  <c:v>0.27647058823529402</c:v>
                </c:pt>
                <c:pt idx="1886">
                  <c:v>0.28771384136858402</c:v>
                </c:pt>
                <c:pt idx="1887">
                  <c:v>0.33975481611208402</c:v>
                </c:pt>
                <c:pt idx="1888">
                  <c:v>0.31136738056013102</c:v>
                </c:pt>
                <c:pt idx="1889">
                  <c:v>0.33275261324041799</c:v>
                </c:pt>
                <c:pt idx="1890">
                  <c:v>0.328125</c:v>
                </c:pt>
                <c:pt idx="1891">
                  <c:v>0.28571428571428498</c:v>
                </c:pt>
                <c:pt idx="1892">
                  <c:v>0.38157894736842102</c:v>
                </c:pt>
                <c:pt idx="1893">
                  <c:v>0.29853181076672097</c:v>
                </c:pt>
                <c:pt idx="1894">
                  <c:v>0.27178729689807901</c:v>
                </c:pt>
                <c:pt idx="1895">
                  <c:v>0.28363636363636302</c:v>
                </c:pt>
                <c:pt idx="1896">
                  <c:v>0.30088495575221202</c:v>
                </c:pt>
                <c:pt idx="1897">
                  <c:v>0.33152173913043398</c:v>
                </c:pt>
                <c:pt idx="1898">
                  <c:v>0.30364372469635598</c:v>
                </c:pt>
                <c:pt idx="1899">
                  <c:v>0.31039531478770099</c:v>
                </c:pt>
                <c:pt idx="1900">
                  <c:v>0.27126436781609198</c:v>
                </c:pt>
                <c:pt idx="1901">
                  <c:v>0.29147982062780198</c:v>
                </c:pt>
                <c:pt idx="1902">
                  <c:v>0.24750499001995999</c:v>
                </c:pt>
                <c:pt idx="1903">
                  <c:v>0.26407766990291198</c:v>
                </c:pt>
                <c:pt idx="1904">
                  <c:v>0.33207547169811302</c:v>
                </c:pt>
                <c:pt idx="1905">
                  <c:v>0.243559718969555</c:v>
                </c:pt>
                <c:pt idx="1906">
                  <c:v>0.26966292134831399</c:v>
                </c:pt>
                <c:pt idx="1907">
                  <c:v>0.32696390658174002</c:v>
                </c:pt>
                <c:pt idx="1908">
                  <c:v>0.29940119760479</c:v>
                </c:pt>
                <c:pt idx="1909">
                  <c:v>0.31856540084388102</c:v>
                </c:pt>
                <c:pt idx="1910">
                  <c:v>0.31578947368421001</c:v>
                </c:pt>
                <c:pt idx="1911">
                  <c:v>0.26262626262626199</c:v>
                </c:pt>
                <c:pt idx="1912">
                  <c:v>0.37299771167048001</c:v>
                </c:pt>
                <c:pt idx="1913">
                  <c:v>0.28149606299212598</c:v>
                </c:pt>
                <c:pt idx="1914">
                  <c:v>0.256227758007117</c:v>
                </c:pt>
                <c:pt idx="1915">
                  <c:v>0.25764192139737901</c:v>
                </c:pt>
                <c:pt idx="1916">
                  <c:v>0.27659574468085102</c:v>
                </c:pt>
                <c:pt idx="1917">
                  <c:v>0.31291028446389402</c:v>
                </c:pt>
                <c:pt idx="1918">
                  <c:v>0.320066334991708</c:v>
                </c:pt>
                <c:pt idx="1919">
                  <c:v>0.31484794275491901</c:v>
                </c:pt>
                <c:pt idx="1920">
                  <c:v>0.30612244897959101</c:v>
                </c:pt>
                <c:pt idx="1921">
                  <c:v>0.32743362831858402</c:v>
                </c:pt>
                <c:pt idx="1922">
                  <c:v>0.27897838899803501</c:v>
                </c:pt>
                <c:pt idx="1923">
                  <c:v>0.29389312977099202</c:v>
                </c:pt>
                <c:pt idx="1924">
                  <c:v>0.36111111111111099</c:v>
                </c:pt>
                <c:pt idx="1925">
                  <c:v>0.27713625866050801</c:v>
                </c:pt>
                <c:pt idx="1926">
                  <c:v>0.30258302583025798</c:v>
                </c:pt>
                <c:pt idx="1927">
                  <c:v>0.36192468619246798</c:v>
                </c:pt>
                <c:pt idx="1928">
                  <c:v>0.33202357563850599</c:v>
                </c:pt>
                <c:pt idx="1929">
                  <c:v>0.35343035343035301</c:v>
                </c:pt>
                <c:pt idx="1930">
                  <c:v>0.35062240663900401</c:v>
                </c:pt>
                <c:pt idx="1931">
                  <c:v>0.29681274900398402</c:v>
                </c:pt>
                <c:pt idx="1932">
                  <c:v>0.41083521444695198</c:v>
                </c:pt>
                <c:pt idx="1933">
                  <c:v>0.31141199226305599</c:v>
                </c:pt>
                <c:pt idx="1934">
                  <c:v>0.284965034965034</c:v>
                </c:pt>
                <c:pt idx="1935">
                  <c:v>0.29032258064516098</c:v>
                </c:pt>
                <c:pt idx="1936">
                  <c:v>0.310272536687631</c:v>
                </c:pt>
                <c:pt idx="1937">
                  <c:v>0.34989200863930803</c:v>
                </c:pt>
                <c:pt idx="1938">
                  <c:v>0.34197730956239802</c:v>
                </c:pt>
                <c:pt idx="1939">
                  <c:v>0.34210526315789402</c:v>
                </c:pt>
                <c:pt idx="1940">
                  <c:v>0.36170212765957399</c:v>
                </c:pt>
                <c:pt idx="1941">
                  <c:v>0.38568129330253997</c:v>
                </c:pt>
                <c:pt idx="1942">
                  <c:v>0.32857142857142801</c:v>
                </c:pt>
                <c:pt idx="1943">
                  <c:v>0.34257425742574199</c:v>
                </c:pt>
                <c:pt idx="1944">
                  <c:v>0.40267175572518998</c:v>
                </c:pt>
                <c:pt idx="1945">
                  <c:v>0.32932692307692302</c:v>
                </c:pt>
                <c:pt idx="1946">
                  <c:v>0.355086372360844</c:v>
                </c:pt>
                <c:pt idx="1947">
                  <c:v>0.41830065359477098</c:v>
                </c:pt>
                <c:pt idx="1948">
                  <c:v>0.38367346938775498</c:v>
                </c:pt>
                <c:pt idx="1949">
                  <c:v>0.40909090909090901</c:v>
                </c:pt>
                <c:pt idx="1950">
                  <c:v>0.40604751619870399</c:v>
                </c:pt>
                <c:pt idx="1951">
                  <c:v>0.35062240663900401</c:v>
                </c:pt>
                <c:pt idx="1952">
                  <c:v>0.474056603773584</c:v>
                </c:pt>
                <c:pt idx="1953">
                  <c:v>0.36144578313253001</c:v>
                </c:pt>
                <c:pt idx="1954">
                  <c:v>0.329113924050632</c:v>
                </c:pt>
                <c:pt idx="1955">
                  <c:v>0.34228187919462999</c:v>
                </c:pt>
                <c:pt idx="1956">
                  <c:v>0.36462882096069799</c:v>
                </c:pt>
                <c:pt idx="1957">
                  <c:v>0.40765765765765699</c:v>
                </c:pt>
                <c:pt idx="1958">
                  <c:v>0.37313432835820898</c:v>
                </c:pt>
                <c:pt idx="1959">
                  <c:v>0.38336347197106602</c:v>
                </c:pt>
                <c:pt idx="1960">
                  <c:v>0.393442622950819</c:v>
                </c:pt>
                <c:pt idx="1961">
                  <c:v>0.394045534150612</c:v>
                </c:pt>
                <c:pt idx="1962">
                  <c:v>0.34741784037558598</c:v>
                </c:pt>
                <c:pt idx="1963">
                  <c:v>0.34586466165413499</c:v>
                </c:pt>
                <c:pt idx="1964">
                  <c:v>0.32874828060522698</c:v>
                </c:pt>
                <c:pt idx="1965">
                  <c:v>0.38418079096045199</c:v>
                </c:pt>
                <c:pt idx="1966">
                  <c:v>0.33237822349570201</c:v>
                </c:pt>
                <c:pt idx="1967">
                  <c:v>0.37320574162679399</c:v>
                </c:pt>
                <c:pt idx="1968">
                  <c:v>0.34789156626506001</c:v>
                </c:pt>
                <c:pt idx="1969">
                  <c:v>0.37101910828025397</c:v>
                </c:pt>
                <c:pt idx="1970">
                  <c:v>0.36666666666666597</c:v>
                </c:pt>
                <c:pt idx="1971">
                  <c:v>0.358044164037854</c:v>
                </c:pt>
                <c:pt idx="1972">
                  <c:v>0.43005181347150201</c:v>
                </c:pt>
                <c:pt idx="1973">
                  <c:v>0.35606060606060602</c:v>
                </c:pt>
                <c:pt idx="1974">
                  <c:v>0.31787175989085897</c:v>
                </c:pt>
                <c:pt idx="1975">
                  <c:v>0.37241379310344802</c:v>
                </c:pt>
                <c:pt idx="1976">
                  <c:v>0.37313432835820898</c:v>
                </c:pt>
                <c:pt idx="1977">
                  <c:v>0.38461538461538403</c:v>
                </c:pt>
                <c:pt idx="1978">
                  <c:v>0.29341317365269398</c:v>
                </c:pt>
                <c:pt idx="1979">
                  <c:v>0.31973684210526299</c:v>
                </c:pt>
                <c:pt idx="1980">
                  <c:v>0.39525691699604698</c:v>
                </c:pt>
                <c:pt idx="1981">
                  <c:v>0.40267175572518998</c:v>
                </c:pt>
                <c:pt idx="1982">
                  <c:v>0.351443123938879</c:v>
                </c:pt>
                <c:pt idx="1983">
                  <c:v>0.35515548281505699</c:v>
                </c:pt>
                <c:pt idx="1984">
                  <c:v>0.34992458521870201</c:v>
                </c:pt>
                <c:pt idx="1985">
                  <c:v>0.37804878048780399</c:v>
                </c:pt>
                <c:pt idx="1986">
                  <c:v>0.34112149532710201</c:v>
                </c:pt>
                <c:pt idx="1987">
                  <c:v>0.391608391608391</c:v>
                </c:pt>
                <c:pt idx="1988">
                  <c:v>0.36184210526315702</c:v>
                </c:pt>
                <c:pt idx="1989">
                  <c:v>0.384347826086956</c:v>
                </c:pt>
                <c:pt idx="1990">
                  <c:v>0.38194444444444398</c:v>
                </c:pt>
                <c:pt idx="1991">
                  <c:v>0.365351629502572</c:v>
                </c:pt>
                <c:pt idx="1992">
                  <c:v>0.45714285714285702</c:v>
                </c:pt>
                <c:pt idx="1993">
                  <c:v>0.36859504132231402</c:v>
                </c:pt>
                <c:pt idx="1994">
                  <c:v>0.32592592592592501</c:v>
                </c:pt>
                <c:pt idx="1995">
                  <c:v>0.37383177570093401</c:v>
                </c:pt>
                <c:pt idx="1996">
                  <c:v>0.38086642599277898</c:v>
                </c:pt>
                <c:pt idx="1997">
                  <c:v>0.403669724770642</c:v>
                </c:pt>
                <c:pt idx="1998">
                  <c:v>0.32147562582345102</c:v>
                </c:pt>
                <c:pt idx="1999">
                  <c:v>0.33620689655172398</c:v>
                </c:pt>
                <c:pt idx="2000">
                  <c:v>0.112637362637362</c:v>
                </c:pt>
                <c:pt idx="2001">
                  <c:v>0.138211382113821</c:v>
                </c:pt>
                <c:pt idx="2002">
                  <c:v>0.118518518518518</c:v>
                </c:pt>
                <c:pt idx="2003">
                  <c:v>0.137681159420289</c:v>
                </c:pt>
                <c:pt idx="2004">
                  <c:v>0.26550868486352303</c:v>
                </c:pt>
                <c:pt idx="2005">
                  <c:v>8.9136490250696296E-2</c:v>
                </c:pt>
                <c:pt idx="2006">
                  <c:v>0.15839243498817901</c:v>
                </c:pt>
                <c:pt idx="2007">
                  <c:v>0.192105263157894</c:v>
                </c:pt>
                <c:pt idx="2008">
                  <c:v>0.17749999999999999</c:v>
                </c:pt>
                <c:pt idx="2009">
                  <c:v>0.18586387434554899</c:v>
                </c:pt>
                <c:pt idx="2010">
                  <c:v>0.18586387434554899</c:v>
                </c:pt>
                <c:pt idx="2011">
                  <c:v>0.13533834586466101</c:v>
                </c:pt>
                <c:pt idx="2012">
                  <c:v>0.20441988950276199</c:v>
                </c:pt>
                <c:pt idx="2013">
                  <c:v>0.15724815724815699</c:v>
                </c:pt>
                <c:pt idx="2014">
                  <c:v>0.14606741573033699</c:v>
                </c:pt>
                <c:pt idx="2015">
                  <c:v>0.108179419525065</c:v>
                </c:pt>
                <c:pt idx="2016">
                  <c:v>0.13246753246753201</c:v>
                </c:pt>
                <c:pt idx="2017">
                  <c:v>0.16577540106951799</c:v>
                </c:pt>
                <c:pt idx="2018">
                  <c:v>0.28571428571428498</c:v>
                </c:pt>
                <c:pt idx="2019">
                  <c:v>0.23488372093023199</c:v>
                </c:pt>
                <c:pt idx="2020">
                  <c:v>0.138211382113821</c:v>
                </c:pt>
                <c:pt idx="2021">
                  <c:v>0.16577540106951799</c:v>
                </c:pt>
                <c:pt idx="2022">
                  <c:v>0.14320388349514501</c:v>
                </c:pt>
                <c:pt idx="2023">
                  <c:v>0.163895486935866</c:v>
                </c:pt>
                <c:pt idx="2024">
                  <c:v>0.30147058823529399</c:v>
                </c:pt>
                <c:pt idx="2025">
                  <c:v>0.112637362637362</c:v>
                </c:pt>
                <c:pt idx="2026">
                  <c:v>0.186046511627906</c:v>
                </c:pt>
                <c:pt idx="2027">
                  <c:v>0.22337662337662301</c:v>
                </c:pt>
                <c:pt idx="2028">
                  <c:v>0.20689655172413701</c:v>
                </c:pt>
                <c:pt idx="2029">
                  <c:v>0.217054263565891</c:v>
                </c:pt>
                <c:pt idx="2030">
                  <c:v>0.217054263565891</c:v>
                </c:pt>
                <c:pt idx="2031">
                  <c:v>0.162962962962962</c:v>
                </c:pt>
                <c:pt idx="2032">
                  <c:v>0.23770491803278601</c:v>
                </c:pt>
                <c:pt idx="2033">
                  <c:v>0.18357487922705301</c:v>
                </c:pt>
                <c:pt idx="2034">
                  <c:v>0.16960352422907399</c:v>
                </c:pt>
                <c:pt idx="2035">
                  <c:v>0.13246753246753201</c:v>
                </c:pt>
                <c:pt idx="2036">
                  <c:v>0.158567774936061</c:v>
                </c:pt>
                <c:pt idx="2037">
                  <c:v>0.195250659630606</c:v>
                </c:pt>
                <c:pt idx="2038">
                  <c:v>0.31578947368421001</c:v>
                </c:pt>
                <c:pt idx="2039">
                  <c:v>0.265446224256292</c:v>
                </c:pt>
                <c:pt idx="2040">
                  <c:v>0.118518518518518</c:v>
                </c:pt>
                <c:pt idx="2041">
                  <c:v>0.14320388349514501</c:v>
                </c:pt>
                <c:pt idx="2042">
                  <c:v>0.12087912087912001</c:v>
                </c:pt>
                <c:pt idx="2043">
                  <c:v>0.13948497854077199</c:v>
                </c:pt>
                <c:pt idx="2044">
                  <c:v>0.24945770065075901</c:v>
                </c:pt>
                <c:pt idx="2045">
                  <c:v>9.5477386934673295E-2</c:v>
                </c:pt>
                <c:pt idx="2046">
                  <c:v>0.15448851774530201</c:v>
                </c:pt>
                <c:pt idx="2047">
                  <c:v>0.19158878504672799</c:v>
                </c:pt>
                <c:pt idx="2048">
                  <c:v>0.17477876106194601</c:v>
                </c:pt>
                <c:pt idx="2049">
                  <c:v>0.18329466357308499</c:v>
                </c:pt>
                <c:pt idx="2050">
                  <c:v>0.18329466357308499</c:v>
                </c:pt>
                <c:pt idx="2051">
                  <c:v>0.133333333333333</c:v>
                </c:pt>
                <c:pt idx="2052">
                  <c:v>0.20393120393120301</c:v>
                </c:pt>
                <c:pt idx="2053">
                  <c:v>0.15686274509803899</c:v>
                </c:pt>
                <c:pt idx="2054">
                  <c:v>0.145129224652087</c:v>
                </c:pt>
                <c:pt idx="2055">
                  <c:v>0.113475177304964</c:v>
                </c:pt>
                <c:pt idx="2056">
                  <c:v>0.13689095127610201</c:v>
                </c:pt>
                <c:pt idx="2057">
                  <c:v>0.16945107398567999</c:v>
                </c:pt>
                <c:pt idx="2058">
                  <c:v>0.26407766990291198</c:v>
                </c:pt>
                <c:pt idx="2059">
                  <c:v>0.22199592668024401</c:v>
                </c:pt>
                <c:pt idx="2060">
                  <c:v>0.14320388349514501</c:v>
                </c:pt>
                <c:pt idx="2061">
                  <c:v>0.16945107398567999</c:v>
                </c:pt>
                <c:pt idx="2062">
                  <c:v>0.14439655172413701</c:v>
                </c:pt>
                <c:pt idx="2063">
                  <c:v>0.16176470588235201</c:v>
                </c:pt>
                <c:pt idx="2064">
                  <c:v>0.27931769722814498</c:v>
                </c:pt>
                <c:pt idx="2065">
                  <c:v>0.118518518518518</c:v>
                </c:pt>
                <c:pt idx="2066">
                  <c:v>0.18032786885245899</c:v>
                </c:pt>
                <c:pt idx="2067">
                  <c:v>0.21510297482837501</c:v>
                </c:pt>
                <c:pt idx="2068">
                  <c:v>0.19956616052060699</c:v>
                </c:pt>
                <c:pt idx="2069">
                  <c:v>0.209567198177676</c:v>
                </c:pt>
                <c:pt idx="2070">
                  <c:v>0.209567198177676</c:v>
                </c:pt>
                <c:pt idx="2071">
                  <c:v>0.15938864628820901</c:v>
                </c:pt>
                <c:pt idx="2072">
                  <c:v>0.234866828087167</c:v>
                </c:pt>
                <c:pt idx="2073">
                  <c:v>0.17910447761194001</c:v>
                </c:pt>
                <c:pt idx="2074">
                  <c:v>0.16504854368932001</c:v>
                </c:pt>
                <c:pt idx="2075">
                  <c:v>0.13689095127610201</c:v>
                </c:pt>
                <c:pt idx="2076">
                  <c:v>0.16173120728929299</c:v>
                </c:pt>
                <c:pt idx="2077">
                  <c:v>0.19437939110070199</c:v>
                </c:pt>
                <c:pt idx="2078">
                  <c:v>0.288973384030418</c:v>
                </c:pt>
                <c:pt idx="2079">
                  <c:v>0.24750499001995999</c:v>
                </c:pt>
                <c:pt idx="2080">
                  <c:v>0.28787878787878701</c:v>
                </c:pt>
                <c:pt idx="2081">
                  <c:v>0.324189526184538</c:v>
                </c:pt>
                <c:pt idx="2082">
                  <c:v>0.26593406593406499</c:v>
                </c:pt>
                <c:pt idx="2083">
                  <c:v>0.29310344827586199</c:v>
                </c:pt>
                <c:pt idx="2084">
                  <c:v>0.412147505422993</c:v>
                </c:pt>
                <c:pt idx="2085">
                  <c:v>0.25319693094629098</c:v>
                </c:pt>
                <c:pt idx="2086">
                  <c:v>0.31578947368421001</c:v>
                </c:pt>
                <c:pt idx="2087">
                  <c:v>0.39467312348668199</c:v>
                </c:pt>
                <c:pt idx="2088">
                  <c:v>0.36054421768707401</c:v>
                </c:pt>
                <c:pt idx="2089">
                  <c:v>0.38795180722891498</c:v>
                </c:pt>
                <c:pt idx="2090">
                  <c:v>0.38129496402877699</c:v>
                </c:pt>
                <c:pt idx="2091">
                  <c:v>0.28571428571428498</c:v>
                </c:pt>
                <c:pt idx="2092">
                  <c:v>0.42525773195876199</c:v>
                </c:pt>
                <c:pt idx="2093">
                  <c:v>0.31291028446389402</c:v>
                </c:pt>
                <c:pt idx="2094">
                  <c:v>0.29681274900398402</c:v>
                </c:pt>
                <c:pt idx="2095">
                  <c:v>0.27338129496402802</c:v>
                </c:pt>
                <c:pt idx="2096">
                  <c:v>0.30732860520094502</c:v>
                </c:pt>
                <c:pt idx="2097">
                  <c:v>0.36206896551724099</c:v>
                </c:pt>
                <c:pt idx="2098">
                  <c:v>0.39204545454545398</c:v>
                </c:pt>
                <c:pt idx="2099">
                  <c:v>0.38934426229508101</c:v>
                </c:pt>
                <c:pt idx="2100">
                  <c:v>8.9136490250696296E-2</c:v>
                </c:pt>
                <c:pt idx="2101">
                  <c:v>0.112637362637362</c:v>
                </c:pt>
                <c:pt idx="2102">
                  <c:v>9.5477386934673295E-2</c:v>
                </c:pt>
                <c:pt idx="2103">
                  <c:v>0.113022113022113</c:v>
                </c:pt>
                <c:pt idx="2104">
                  <c:v>0.231155778894472</c:v>
                </c:pt>
                <c:pt idx="2105">
                  <c:v>6.7796610169491497E-2</c:v>
                </c:pt>
                <c:pt idx="2106">
                  <c:v>0.13221153846153799</c:v>
                </c:pt>
                <c:pt idx="2107">
                  <c:v>0.16266666666666599</c:v>
                </c:pt>
                <c:pt idx="2108">
                  <c:v>0.14974619289340099</c:v>
                </c:pt>
                <c:pt idx="2109">
                  <c:v>0.156498673740053</c:v>
                </c:pt>
                <c:pt idx="2110">
                  <c:v>0.156498673740053</c:v>
                </c:pt>
                <c:pt idx="2111">
                  <c:v>0.10941475826972</c:v>
                </c:pt>
                <c:pt idx="2112">
                  <c:v>0.17318435754189901</c:v>
                </c:pt>
                <c:pt idx="2113">
                  <c:v>0.12967581047381499</c:v>
                </c:pt>
                <c:pt idx="2114">
                  <c:v>0.123853211009174</c:v>
                </c:pt>
                <c:pt idx="2115">
                  <c:v>8.5790884718498606E-2</c:v>
                </c:pt>
                <c:pt idx="2116">
                  <c:v>0.108179419525065</c:v>
                </c:pt>
                <c:pt idx="2117">
                  <c:v>0.138211382113821</c:v>
                </c:pt>
                <c:pt idx="2118">
                  <c:v>0.25396825396825301</c:v>
                </c:pt>
                <c:pt idx="2119">
                  <c:v>0.205673758865248</c:v>
                </c:pt>
                <c:pt idx="2120">
                  <c:v>0.16945107398567999</c:v>
                </c:pt>
                <c:pt idx="2121">
                  <c:v>0.19718309859154901</c:v>
                </c:pt>
                <c:pt idx="2122">
                  <c:v>0.16176470588235201</c:v>
                </c:pt>
                <c:pt idx="2123">
                  <c:v>0.18518518518518501</c:v>
                </c:pt>
                <c:pt idx="2124">
                  <c:v>0.30480167014613702</c:v>
                </c:pt>
                <c:pt idx="2125">
                  <c:v>0.14320388349514501</c:v>
                </c:pt>
                <c:pt idx="2126">
                  <c:v>0.2</c:v>
                </c:pt>
                <c:pt idx="2127">
                  <c:v>0.24830699774266299</c:v>
                </c:pt>
                <c:pt idx="2128">
                  <c:v>0.228144989339019</c:v>
                </c:pt>
                <c:pt idx="2129">
                  <c:v>0.23991031390134501</c:v>
                </c:pt>
                <c:pt idx="2130">
                  <c:v>0.23991031390134501</c:v>
                </c:pt>
                <c:pt idx="2131">
                  <c:v>0.17409766454352399</c:v>
                </c:pt>
                <c:pt idx="2132">
                  <c:v>0.26730310262529799</c:v>
                </c:pt>
                <c:pt idx="2133">
                  <c:v>0.20250521920667999</c:v>
                </c:pt>
                <c:pt idx="2134">
                  <c:v>0.18821292775665399</c:v>
                </c:pt>
                <c:pt idx="2135">
                  <c:v>0.16173120728929299</c:v>
                </c:pt>
                <c:pt idx="2136">
                  <c:v>0.187919463087248</c:v>
                </c:pt>
                <c:pt idx="2137">
                  <c:v>0.22632794457274799</c:v>
                </c:pt>
                <c:pt idx="2138">
                  <c:v>0.30499075785582203</c:v>
                </c:pt>
                <c:pt idx="2139">
                  <c:v>0.27647058823529402</c:v>
                </c:pt>
                <c:pt idx="2140">
                  <c:v>0.195250659630606</c:v>
                </c:pt>
                <c:pt idx="2141">
                  <c:v>0.2265625</c:v>
                </c:pt>
                <c:pt idx="2142">
                  <c:v>0.19437939110070199</c:v>
                </c:pt>
                <c:pt idx="2143">
                  <c:v>0.21510297482837501</c:v>
                </c:pt>
                <c:pt idx="2144">
                  <c:v>0.37799043062200899</c:v>
                </c:pt>
                <c:pt idx="2145">
                  <c:v>0.16577540106951799</c:v>
                </c:pt>
                <c:pt idx="2146">
                  <c:v>0.24269662921348301</c:v>
                </c:pt>
                <c:pt idx="2147">
                  <c:v>0.291139240506329</c:v>
                </c:pt>
                <c:pt idx="2148">
                  <c:v>0.27033492822966498</c:v>
                </c:pt>
                <c:pt idx="2149">
                  <c:v>0.28463476070528898</c:v>
                </c:pt>
                <c:pt idx="2150">
                  <c:v>0.28463476070528898</c:v>
                </c:pt>
                <c:pt idx="2151">
                  <c:v>0.21718377088305399</c:v>
                </c:pt>
                <c:pt idx="2152">
                  <c:v>0.31016042780748598</c:v>
                </c:pt>
                <c:pt idx="2153">
                  <c:v>0.23488372093023199</c:v>
                </c:pt>
                <c:pt idx="2154">
                  <c:v>0.22033898305084701</c:v>
                </c:pt>
                <c:pt idx="2155">
                  <c:v>0.18639798488664899</c:v>
                </c:pt>
                <c:pt idx="2156">
                  <c:v>0.21588089330024801</c:v>
                </c:pt>
                <c:pt idx="2157">
                  <c:v>0.25964010282776301</c:v>
                </c:pt>
                <c:pt idx="2158">
                  <c:v>0.373417721518987</c:v>
                </c:pt>
                <c:pt idx="2159">
                  <c:v>0.33037694013303698</c:v>
                </c:pt>
                <c:pt idx="2160">
                  <c:v>0.18639798488664899</c:v>
                </c:pt>
                <c:pt idx="2161">
                  <c:v>0.21588089330024801</c:v>
                </c:pt>
                <c:pt idx="2162">
                  <c:v>0.18</c:v>
                </c:pt>
                <c:pt idx="2163">
                  <c:v>0.20217391304347801</c:v>
                </c:pt>
                <c:pt idx="2164">
                  <c:v>0.34529147982062702</c:v>
                </c:pt>
                <c:pt idx="2165">
                  <c:v>0.158567774936061</c:v>
                </c:pt>
                <c:pt idx="2166">
                  <c:v>0.22553191489361701</c:v>
                </c:pt>
                <c:pt idx="2167">
                  <c:v>0.27338129496402802</c:v>
                </c:pt>
                <c:pt idx="2168">
                  <c:v>0.25396825396825301</c:v>
                </c:pt>
                <c:pt idx="2169">
                  <c:v>0.26730310262529799</c:v>
                </c:pt>
                <c:pt idx="2170">
                  <c:v>0.26730310262529799</c:v>
                </c:pt>
                <c:pt idx="2171">
                  <c:v>0.19864559819413</c:v>
                </c:pt>
                <c:pt idx="2172">
                  <c:v>0.294416243654822</c:v>
                </c:pt>
                <c:pt idx="2173">
                  <c:v>0.22075055187637899</c:v>
                </c:pt>
                <c:pt idx="2174">
                  <c:v>0.207243460764587</c:v>
                </c:pt>
                <c:pt idx="2175">
                  <c:v>0.177884615384615</c:v>
                </c:pt>
                <c:pt idx="2176">
                  <c:v>0.205673758865248</c:v>
                </c:pt>
                <c:pt idx="2177">
                  <c:v>0.24694376528117301</c:v>
                </c:pt>
                <c:pt idx="2178">
                  <c:v>0.34257425742574199</c:v>
                </c:pt>
                <c:pt idx="2179">
                  <c:v>0.310272536687631</c:v>
                </c:pt>
                <c:pt idx="2180">
                  <c:v>0.195250659630606</c:v>
                </c:pt>
                <c:pt idx="2181">
                  <c:v>0.2265625</c:v>
                </c:pt>
                <c:pt idx="2182">
                  <c:v>0.19158878504672799</c:v>
                </c:pt>
                <c:pt idx="2183">
                  <c:v>0.21510297482837501</c:v>
                </c:pt>
                <c:pt idx="2184">
                  <c:v>0.37470167064439103</c:v>
                </c:pt>
                <c:pt idx="2185">
                  <c:v>0.16577540106951799</c:v>
                </c:pt>
                <c:pt idx="2186">
                  <c:v>0.23991031390134501</c:v>
                </c:pt>
                <c:pt idx="2187">
                  <c:v>0.291139240506329</c:v>
                </c:pt>
                <c:pt idx="2188">
                  <c:v>0.27033492822966498</c:v>
                </c:pt>
                <c:pt idx="2189">
                  <c:v>0.28463476070528898</c:v>
                </c:pt>
                <c:pt idx="2190">
                  <c:v>0.28463476070528898</c:v>
                </c:pt>
                <c:pt idx="2191">
                  <c:v>0.211401425178147</c:v>
                </c:pt>
                <c:pt idx="2192">
                  <c:v>0.31016042780748598</c:v>
                </c:pt>
                <c:pt idx="2193">
                  <c:v>0.23488372093023199</c:v>
                </c:pt>
                <c:pt idx="2194">
                  <c:v>0.22033898305084701</c:v>
                </c:pt>
                <c:pt idx="2195">
                  <c:v>0.18639798488664899</c:v>
                </c:pt>
                <c:pt idx="2196">
                  <c:v>0.21588089330024801</c:v>
                </c:pt>
                <c:pt idx="2197">
                  <c:v>0.25964010282776301</c:v>
                </c:pt>
                <c:pt idx="2198">
                  <c:v>0.36764705882352899</c:v>
                </c:pt>
                <c:pt idx="2199">
                  <c:v>0.33037694013303698</c:v>
                </c:pt>
                <c:pt idx="2200">
                  <c:v>0.195250659630606</c:v>
                </c:pt>
                <c:pt idx="2201">
                  <c:v>0.2265625</c:v>
                </c:pt>
                <c:pt idx="2202">
                  <c:v>0.188811188811188</c:v>
                </c:pt>
                <c:pt idx="2203">
                  <c:v>0.21232876712328699</c:v>
                </c:pt>
                <c:pt idx="2204">
                  <c:v>0.36492890995260602</c:v>
                </c:pt>
                <c:pt idx="2205">
                  <c:v>0.16577540106951799</c:v>
                </c:pt>
                <c:pt idx="2206">
                  <c:v>0.23713646532438401</c:v>
                </c:pt>
                <c:pt idx="2207">
                  <c:v>0.28787878787878701</c:v>
                </c:pt>
                <c:pt idx="2208">
                  <c:v>0.26730310262529799</c:v>
                </c:pt>
                <c:pt idx="2209">
                  <c:v>0.28140703517587901</c:v>
                </c:pt>
                <c:pt idx="2210">
                  <c:v>0.28140703517587901</c:v>
                </c:pt>
                <c:pt idx="2211">
                  <c:v>0.208530805687203</c:v>
                </c:pt>
                <c:pt idx="2212">
                  <c:v>0.31016042780748598</c:v>
                </c:pt>
                <c:pt idx="2213">
                  <c:v>0.23201856148491801</c:v>
                </c:pt>
                <c:pt idx="2214">
                  <c:v>0.217758985200845</c:v>
                </c:pt>
                <c:pt idx="2215">
                  <c:v>0.18639798488664899</c:v>
                </c:pt>
                <c:pt idx="2216">
                  <c:v>0.21588089330024801</c:v>
                </c:pt>
                <c:pt idx="2217">
                  <c:v>0.25964010282776301</c:v>
                </c:pt>
                <c:pt idx="2218">
                  <c:v>0.36192468619246798</c:v>
                </c:pt>
                <c:pt idx="2219">
                  <c:v>0.32743362831858402</c:v>
                </c:pt>
                <c:pt idx="2220">
                  <c:v>0.138190954773869</c:v>
                </c:pt>
                <c:pt idx="2221">
                  <c:v>0.16584158415841499</c:v>
                </c:pt>
                <c:pt idx="2222">
                  <c:v>0.135857461024498</c:v>
                </c:pt>
                <c:pt idx="2223">
                  <c:v>0.15938864628820901</c:v>
                </c:pt>
                <c:pt idx="2224">
                  <c:v>0.27152317880794702</c:v>
                </c:pt>
                <c:pt idx="2225">
                  <c:v>0.11224489795918299</c:v>
                </c:pt>
                <c:pt idx="2226">
                  <c:v>0.16913319238900601</c:v>
                </c:pt>
                <c:pt idx="2227">
                  <c:v>0.21718377088305399</c:v>
                </c:pt>
                <c:pt idx="2228">
                  <c:v>0.195945945945945</c:v>
                </c:pt>
                <c:pt idx="2229">
                  <c:v>0.205673758865248</c:v>
                </c:pt>
                <c:pt idx="2230">
                  <c:v>0.205673758865248</c:v>
                </c:pt>
                <c:pt idx="2231">
                  <c:v>0.14606741573033699</c:v>
                </c:pt>
                <c:pt idx="2232">
                  <c:v>0.22807017543859601</c:v>
                </c:pt>
                <c:pt idx="2233">
                  <c:v>0.17218543046357601</c:v>
                </c:pt>
                <c:pt idx="2234">
                  <c:v>0.163636363636363</c:v>
                </c:pt>
                <c:pt idx="2235">
                  <c:v>0.13221153846153799</c:v>
                </c:pt>
                <c:pt idx="2236">
                  <c:v>0.15839243498817901</c:v>
                </c:pt>
                <c:pt idx="2237">
                  <c:v>0.19512195121951201</c:v>
                </c:pt>
                <c:pt idx="2238">
                  <c:v>0.28402366863905298</c:v>
                </c:pt>
                <c:pt idx="2239">
                  <c:v>0.24223602484472001</c:v>
                </c:pt>
                <c:pt idx="2240">
                  <c:v>0.20110192837465499</c:v>
                </c:pt>
                <c:pt idx="2241">
                  <c:v>0.23433242506811899</c:v>
                </c:pt>
                <c:pt idx="2242">
                  <c:v>0.200980392156862</c:v>
                </c:pt>
                <c:pt idx="2243">
                  <c:v>0.22302158273381201</c:v>
                </c:pt>
                <c:pt idx="2244">
                  <c:v>0.38596491228070101</c:v>
                </c:pt>
                <c:pt idx="2245">
                  <c:v>0.16991643454038899</c:v>
                </c:pt>
                <c:pt idx="2246">
                  <c:v>0.249411764705882</c:v>
                </c:pt>
                <c:pt idx="2247">
                  <c:v>0.30319148936170198</c:v>
                </c:pt>
                <c:pt idx="2248">
                  <c:v>0.278195488721804</c:v>
                </c:pt>
                <c:pt idx="2249">
                  <c:v>0.296296296296296</c:v>
                </c:pt>
                <c:pt idx="2250">
                  <c:v>0.29287598944590998</c:v>
                </c:pt>
                <c:pt idx="2251">
                  <c:v>0.22500000000000001</c:v>
                </c:pt>
                <c:pt idx="2252">
                  <c:v>0.311977715877437</c:v>
                </c:pt>
                <c:pt idx="2253">
                  <c:v>0.24390243902438999</c:v>
                </c:pt>
                <c:pt idx="2254">
                  <c:v>0.228888888888888</c:v>
                </c:pt>
                <c:pt idx="2255">
                  <c:v>0.192105263157894</c:v>
                </c:pt>
                <c:pt idx="2256">
                  <c:v>0.22337662337662301</c:v>
                </c:pt>
                <c:pt idx="2257">
                  <c:v>0.269541778975741</c:v>
                </c:pt>
                <c:pt idx="2258">
                  <c:v>0.382743362831858</c:v>
                </c:pt>
                <c:pt idx="2259">
                  <c:v>0.33953488372092999</c:v>
                </c:pt>
                <c:pt idx="2260">
                  <c:v>0.16584158415841499</c:v>
                </c:pt>
                <c:pt idx="2261">
                  <c:v>0.192214111922141</c:v>
                </c:pt>
                <c:pt idx="2262">
                  <c:v>0.16192560175054699</c:v>
                </c:pt>
                <c:pt idx="2263">
                  <c:v>0.18162393162393101</c:v>
                </c:pt>
                <c:pt idx="2264">
                  <c:v>0.30151843817787399</c:v>
                </c:pt>
                <c:pt idx="2265">
                  <c:v>0.138190954773869</c:v>
                </c:pt>
                <c:pt idx="2266">
                  <c:v>0.19750519750519699</c:v>
                </c:pt>
                <c:pt idx="2267">
                  <c:v>0.23776223776223701</c:v>
                </c:pt>
                <c:pt idx="2268">
                  <c:v>0.22075055187637899</c:v>
                </c:pt>
                <c:pt idx="2269">
                  <c:v>0.23201856148491801</c:v>
                </c:pt>
                <c:pt idx="2270">
                  <c:v>0.23201856148491801</c:v>
                </c:pt>
                <c:pt idx="2271">
                  <c:v>0.17477876106194601</c:v>
                </c:pt>
                <c:pt idx="2272">
                  <c:v>0.262376237623762</c:v>
                </c:pt>
                <c:pt idx="2273">
                  <c:v>0.19438444924406001</c:v>
                </c:pt>
                <c:pt idx="2274">
                  <c:v>0.183431952662721</c:v>
                </c:pt>
                <c:pt idx="2275">
                  <c:v>0.15839243498817901</c:v>
                </c:pt>
                <c:pt idx="2276">
                  <c:v>0.18329466357308499</c:v>
                </c:pt>
                <c:pt idx="2277">
                  <c:v>0.21718377088305399</c:v>
                </c:pt>
                <c:pt idx="2278">
                  <c:v>0.30888030888030799</c:v>
                </c:pt>
                <c:pt idx="2279">
                  <c:v>0.267748478701825</c:v>
                </c:pt>
                <c:pt idx="2280">
                  <c:v>0.15124153498871301</c:v>
                </c:pt>
                <c:pt idx="2281">
                  <c:v>0.17477876106194601</c:v>
                </c:pt>
                <c:pt idx="2282">
                  <c:v>0.147410358565737</c:v>
                </c:pt>
                <c:pt idx="2283">
                  <c:v>0.16504854368932001</c:v>
                </c:pt>
                <c:pt idx="2284">
                  <c:v>0.28402366863905298</c:v>
                </c:pt>
                <c:pt idx="2285">
                  <c:v>0.12903225806451599</c:v>
                </c:pt>
                <c:pt idx="2286">
                  <c:v>0.18371212121212099</c:v>
                </c:pt>
                <c:pt idx="2287">
                  <c:v>0.22033898305084701</c:v>
                </c:pt>
                <c:pt idx="2288">
                  <c:v>0.20481927710843301</c:v>
                </c:pt>
                <c:pt idx="2289">
                  <c:v>0.215189873417721</c:v>
                </c:pt>
                <c:pt idx="2290">
                  <c:v>0.215189873417721</c:v>
                </c:pt>
                <c:pt idx="2291">
                  <c:v>0.163636363636363</c:v>
                </c:pt>
                <c:pt idx="2292">
                  <c:v>0.23713646532438401</c:v>
                </c:pt>
                <c:pt idx="2293">
                  <c:v>0.181102362204724</c:v>
                </c:pt>
                <c:pt idx="2294">
                  <c:v>0.16876122082585199</c:v>
                </c:pt>
                <c:pt idx="2295">
                  <c:v>0.14439655172413701</c:v>
                </c:pt>
                <c:pt idx="2296">
                  <c:v>0.16666666666666599</c:v>
                </c:pt>
                <c:pt idx="2297">
                  <c:v>0.19956616052060699</c:v>
                </c:pt>
                <c:pt idx="2298">
                  <c:v>0.284965034965034</c:v>
                </c:pt>
                <c:pt idx="2299">
                  <c:v>0.25092250922509202</c:v>
                </c:pt>
                <c:pt idx="2300">
                  <c:v>0.108179419525065</c:v>
                </c:pt>
                <c:pt idx="2301">
                  <c:v>0.13246753246753201</c:v>
                </c:pt>
                <c:pt idx="2302">
                  <c:v>0.113475177304964</c:v>
                </c:pt>
                <c:pt idx="2303">
                  <c:v>0.13163972286374101</c:v>
                </c:pt>
                <c:pt idx="2304">
                  <c:v>0.25235849056603699</c:v>
                </c:pt>
                <c:pt idx="2305">
                  <c:v>8.5790884718498606E-2</c:v>
                </c:pt>
                <c:pt idx="2306">
                  <c:v>0.15124153498871301</c:v>
                </c:pt>
                <c:pt idx="2307">
                  <c:v>0.183417085427135</c:v>
                </c:pt>
                <c:pt idx="2308">
                  <c:v>0.16945107398567999</c:v>
                </c:pt>
                <c:pt idx="2309">
                  <c:v>0.17749999999999999</c:v>
                </c:pt>
                <c:pt idx="2310">
                  <c:v>0.17749999999999999</c:v>
                </c:pt>
                <c:pt idx="2311">
                  <c:v>0.12949640287769701</c:v>
                </c:pt>
                <c:pt idx="2312">
                  <c:v>0.195250659630606</c:v>
                </c:pt>
                <c:pt idx="2313">
                  <c:v>0.15023474178403701</c:v>
                </c:pt>
                <c:pt idx="2314">
                  <c:v>0.13948497854077199</c:v>
                </c:pt>
                <c:pt idx="2315">
                  <c:v>0.10379746835443</c:v>
                </c:pt>
                <c:pt idx="2316">
                  <c:v>0.12686567164179099</c:v>
                </c:pt>
                <c:pt idx="2317">
                  <c:v>0.158567774936061</c:v>
                </c:pt>
                <c:pt idx="2318">
                  <c:v>0.27118644067796599</c:v>
                </c:pt>
                <c:pt idx="2319">
                  <c:v>0.223451327433628</c:v>
                </c:pt>
                <c:pt idx="2320">
                  <c:v>0.13246753246753201</c:v>
                </c:pt>
                <c:pt idx="2321">
                  <c:v>0.158567774936061</c:v>
                </c:pt>
                <c:pt idx="2322">
                  <c:v>0.13689095127610201</c:v>
                </c:pt>
                <c:pt idx="2323">
                  <c:v>0.156462585034013</c:v>
                </c:pt>
                <c:pt idx="2324">
                  <c:v>0.28604651162790601</c:v>
                </c:pt>
                <c:pt idx="2325">
                  <c:v>0.108179419525065</c:v>
                </c:pt>
                <c:pt idx="2326">
                  <c:v>0.17738359201773801</c:v>
                </c:pt>
                <c:pt idx="2327">
                  <c:v>0.21287128712871201</c:v>
                </c:pt>
                <c:pt idx="2328">
                  <c:v>0.19718309859154901</c:v>
                </c:pt>
                <c:pt idx="2329">
                  <c:v>0.20689655172413701</c:v>
                </c:pt>
                <c:pt idx="2330">
                  <c:v>0.20689655172413701</c:v>
                </c:pt>
                <c:pt idx="2331">
                  <c:v>0.15566037735849</c:v>
                </c:pt>
                <c:pt idx="2332">
                  <c:v>0.2265625</c:v>
                </c:pt>
                <c:pt idx="2333">
                  <c:v>0.17511520737327099</c:v>
                </c:pt>
                <c:pt idx="2334">
                  <c:v>0.16176470588235201</c:v>
                </c:pt>
                <c:pt idx="2335">
                  <c:v>0.12686567164179099</c:v>
                </c:pt>
                <c:pt idx="2336">
                  <c:v>0.15158924205378899</c:v>
                </c:pt>
                <c:pt idx="2337">
                  <c:v>0.18639798488664899</c:v>
                </c:pt>
                <c:pt idx="2338">
                  <c:v>0.299376299376299</c:v>
                </c:pt>
                <c:pt idx="2339">
                  <c:v>0.25217391304347803</c:v>
                </c:pt>
                <c:pt idx="2340">
                  <c:v>0.16577540106951799</c:v>
                </c:pt>
                <c:pt idx="2341">
                  <c:v>0.195250659630606</c:v>
                </c:pt>
                <c:pt idx="2342">
                  <c:v>0.16945107398567999</c:v>
                </c:pt>
                <c:pt idx="2343">
                  <c:v>0.188811188811188</c:v>
                </c:pt>
                <c:pt idx="2344">
                  <c:v>0.338983050847457</c:v>
                </c:pt>
                <c:pt idx="2345">
                  <c:v>0.138211382113821</c:v>
                </c:pt>
                <c:pt idx="2346">
                  <c:v>0.21510297482837501</c:v>
                </c:pt>
                <c:pt idx="2347">
                  <c:v>0.256410256410256</c:v>
                </c:pt>
                <c:pt idx="2348">
                  <c:v>0.237864077669902</c:v>
                </c:pt>
                <c:pt idx="2349">
                  <c:v>0.25</c:v>
                </c:pt>
                <c:pt idx="2350">
                  <c:v>0.25</c:v>
                </c:pt>
                <c:pt idx="2351">
                  <c:v>0.192214111922141</c:v>
                </c:pt>
                <c:pt idx="2352">
                  <c:v>0.27297297297297202</c:v>
                </c:pt>
                <c:pt idx="2353">
                  <c:v>0.208530805687203</c:v>
                </c:pt>
                <c:pt idx="2354">
                  <c:v>0.19438444924406001</c:v>
                </c:pt>
                <c:pt idx="2355">
                  <c:v>0.158567774936061</c:v>
                </c:pt>
                <c:pt idx="2356">
                  <c:v>0.18639798488664899</c:v>
                </c:pt>
                <c:pt idx="2357">
                  <c:v>0.2265625</c:v>
                </c:pt>
                <c:pt idx="2358">
                  <c:v>0.346982758620689</c:v>
                </c:pt>
                <c:pt idx="2359">
                  <c:v>0.29729729729729698</c:v>
                </c:pt>
                <c:pt idx="2360">
                  <c:v>0.31506849315068403</c:v>
                </c:pt>
                <c:pt idx="2361">
                  <c:v>0.34529147982062702</c:v>
                </c:pt>
                <c:pt idx="2362">
                  <c:v>0.28402366863905298</c:v>
                </c:pt>
                <c:pt idx="2363">
                  <c:v>0.30635838150289002</c:v>
                </c:pt>
                <c:pt idx="2364">
                  <c:v>0.38941398865784499</c:v>
                </c:pt>
                <c:pt idx="2365">
                  <c:v>0.2830626450116</c:v>
                </c:pt>
                <c:pt idx="2366">
                  <c:v>0.32209737827715301</c:v>
                </c:pt>
                <c:pt idx="2367">
                  <c:v>0.39400428265524601</c:v>
                </c:pt>
                <c:pt idx="2368">
                  <c:v>0.36418511066398301</c:v>
                </c:pt>
                <c:pt idx="2369">
                  <c:v>0.38805970149253699</c:v>
                </c:pt>
                <c:pt idx="2370">
                  <c:v>0.38510638297872302</c:v>
                </c:pt>
                <c:pt idx="2371">
                  <c:v>0.30199999999999999</c:v>
                </c:pt>
                <c:pt idx="2372">
                  <c:v>0.42694063926940601</c:v>
                </c:pt>
                <c:pt idx="2373">
                  <c:v>0.321637426900584</c:v>
                </c:pt>
                <c:pt idx="2374">
                  <c:v>0.30550621669626998</c:v>
                </c:pt>
                <c:pt idx="2375">
                  <c:v>0.29870129870129802</c:v>
                </c:pt>
                <c:pt idx="2376">
                  <c:v>0.32696390658174002</c:v>
                </c:pt>
                <c:pt idx="2377">
                  <c:v>0.37362637362637302</c:v>
                </c:pt>
                <c:pt idx="2378">
                  <c:v>0.35073409461663901</c:v>
                </c:pt>
                <c:pt idx="2379">
                  <c:v>0.37589928057553901</c:v>
                </c:pt>
                <c:pt idx="2380">
                  <c:v>0.25235849056603699</c:v>
                </c:pt>
                <c:pt idx="2381">
                  <c:v>0.2830626450116</c:v>
                </c:pt>
                <c:pt idx="2382">
                  <c:v>0.234567901234567</c:v>
                </c:pt>
                <c:pt idx="2383">
                  <c:v>0.25754527162977803</c:v>
                </c:pt>
                <c:pt idx="2384">
                  <c:v>0.38650306748466201</c:v>
                </c:pt>
                <c:pt idx="2385">
                  <c:v>0.22302158273381201</c:v>
                </c:pt>
                <c:pt idx="2386">
                  <c:v>0.28149606299212598</c:v>
                </c:pt>
                <c:pt idx="2387">
                  <c:v>0.34228187919462999</c:v>
                </c:pt>
                <c:pt idx="2388">
                  <c:v>0.31856540084388102</c:v>
                </c:pt>
                <c:pt idx="2389">
                  <c:v>0.336302895322939</c:v>
                </c:pt>
                <c:pt idx="2390">
                  <c:v>0.336302895322939</c:v>
                </c:pt>
                <c:pt idx="2391">
                  <c:v>0.25260960334029198</c:v>
                </c:pt>
                <c:pt idx="2392">
                  <c:v>0.36817102137767199</c:v>
                </c:pt>
                <c:pt idx="2393">
                  <c:v>0.27551020408163202</c:v>
                </c:pt>
                <c:pt idx="2394">
                  <c:v>0.260223048327137</c:v>
                </c:pt>
                <c:pt idx="2395">
                  <c:v>0.23991031390134501</c:v>
                </c:pt>
                <c:pt idx="2396">
                  <c:v>0.26872246696035201</c:v>
                </c:pt>
                <c:pt idx="2397">
                  <c:v>0.31506849315068403</c:v>
                </c:pt>
                <c:pt idx="2398">
                  <c:v>0.36851520572450802</c:v>
                </c:pt>
                <c:pt idx="2399">
                  <c:v>0.35769230769230698</c:v>
                </c:pt>
                <c:pt idx="2400">
                  <c:v>0.17511520737327099</c:v>
                </c:pt>
                <c:pt idx="2401">
                  <c:v>0.19864559819413</c:v>
                </c:pt>
                <c:pt idx="2402">
                  <c:v>0.165991902834008</c:v>
                </c:pt>
                <c:pt idx="2403">
                  <c:v>0.185770750988142</c:v>
                </c:pt>
                <c:pt idx="2404">
                  <c:v>0.28402366863905298</c:v>
                </c:pt>
                <c:pt idx="2405">
                  <c:v>0.15023474178403701</c:v>
                </c:pt>
                <c:pt idx="2406">
                  <c:v>0.197318007662835</c:v>
                </c:pt>
                <c:pt idx="2407">
                  <c:v>0.238709677419354</c:v>
                </c:pt>
                <c:pt idx="2408">
                  <c:v>0.219512195121951</c:v>
                </c:pt>
                <c:pt idx="2409">
                  <c:v>0.23340471092077</c:v>
                </c:pt>
                <c:pt idx="2410">
                  <c:v>0.23076923076923</c:v>
                </c:pt>
                <c:pt idx="2411">
                  <c:v>0.18032786885245899</c:v>
                </c:pt>
                <c:pt idx="2412">
                  <c:v>0.26255707762557001</c:v>
                </c:pt>
                <c:pt idx="2413">
                  <c:v>0.20240480961923801</c:v>
                </c:pt>
                <c:pt idx="2414">
                  <c:v>0.185792349726775</c:v>
                </c:pt>
                <c:pt idx="2415">
                  <c:v>0.16703296703296699</c:v>
                </c:pt>
                <c:pt idx="2416">
                  <c:v>0.18924731182795601</c:v>
                </c:pt>
                <c:pt idx="2417">
                  <c:v>0.22075055187637899</c:v>
                </c:pt>
                <c:pt idx="2418">
                  <c:v>0.284965034965034</c:v>
                </c:pt>
                <c:pt idx="2419">
                  <c:v>0.25788497217068601</c:v>
                </c:pt>
                <c:pt idx="2420">
                  <c:v>0.20408163265306101</c:v>
                </c:pt>
                <c:pt idx="2421">
                  <c:v>0.228888888888888</c:v>
                </c:pt>
                <c:pt idx="2422">
                  <c:v>0.192842942345924</c:v>
                </c:pt>
                <c:pt idx="2423">
                  <c:v>0.21124031007751901</c:v>
                </c:pt>
                <c:pt idx="2424">
                  <c:v>0.31906614785992199</c:v>
                </c:pt>
                <c:pt idx="2425">
                  <c:v>0.17782909930715901</c:v>
                </c:pt>
                <c:pt idx="2426">
                  <c:v>0.225988700564971</c:v>
                </c:pt>
                <c:pt idx="2427">
                  <c:v>0.27118644067796599</c:v>
                </c:pt>
                <c:pt idx="2428">
                  <c:v>0.25</c:v>
                </c:pt>
                <c:pt idx="2429">
                  <c:v>0.265822784810126</c:v>
                </c:pt>
                <c:pt idx="2430">
                  <c:v>0.26315789473684198</c:v>
                </c:pt>
                <c:pt idx="2431">
                  <c:v>0.209677419354838</c:v>
                </c:pt>
                <c:pt idx="2432">
                  <c:v>0.29729729729729698</c:v>
                </c:pt>
                <c:pt idx="2433">
                  <c:v>0.227897838899803</c:v>
                </c:pt>
                <c:pt idx="2434">
                  <c:v>0.21071428571428499</c:v>
                </c:pt>
                <c:pt idx="2435">
                  <c:v>0.19438444924406001</c:v>
                </c:pt>
                <c:pt idx="2436">
                  <c:v>0.217758985200845</c:v>
                </c:pt>
                <c:pt idx="2437">
                  <c:v>0.25217391304347803</c:v>
                </c:pt>
                <c:pt idx="2438">
                  <c:v>0.31443298969072098</c:v>
                </c:pt>
                <c:pt idx="2439">
                  <c:v>0.28832116788321099</c:v>
                </c:pt>
                <c:pt idx="2440">
                  <c:v>0.17073170731707299</c:v>
                </c:pt>
                <c:pt idx="2441">
                  <c:v>0.192842942345924</c:v>
                </c:pt>
                <c:pt idx="2442">
                  <c:v>0.16042780748663099</c:v>
                </c:pt>
                <c:pt idx="2443">
                  <c:v>0.17913043478260801</c:v>
                </c:pt>
                <c:pt idx="2444">
                  <c:v>0.26288659793814401</c:v>
                </c:pt>
                <c:pt idx="2445">
                  <c:v>0.147302904564315</c:v>
                </c:pt>
                <c:pt idx="2446">
                  <c:v>0.186554621848739</c:v>
                </c:pt>
                <c:pt idx="2447">
                  <c:v>0.228301886792452</c:v>
                </c:pt>
                <c:pt idx="2448">
                  <c:v>0.20855614973261999</c:v>
                </c:pt>
                <c:pt idx="2449">
                  <c:v>0.221388367729831</c:v>
                </c:pt>
                <c:pt idx="2450">
                  <c:v>0.21910112359550499</c:v>
                </c:pt>
                <c:pt idx="2451">
                  <c:v>0.17086330935251701</c:v>
                </c:pt>
                <c:pt idx="2452">
                  <c:v>0.24750499001995999</c:v>
                </c:pt>
                <c:pt idx="2453">
                  <c:v>0.19366197183098499</c:v>
                </c:pt>
                <c:pt idx="2454">
                  <c:v>0.177884615384615</c:v>
                </c:pt>
                <c:pt idx="2455">
                  <c:v>0.16279069767441801</c:v>
                </c:pt>
                <c:pt idx="2456">
                  <c:v>0.18371212121212099</c:v>
                </c:pt>
                <c:pt idx="2457">
                  <c:v>0.213592233009708</c:v>
                </c:pt>
                <c:pt idx="2458">
                  <c:v>0.26027397260273899</c:v>
                </c:pt>
                <c:pt idx="2459">
                  <c:v>0.23987034035656399</c:v>
                </c:pt>
                <c:pt idx="2460">
                  <c:v>0.19760479041916101</c:v>
                </c:pt>
                <c:pt idx="2461">
                  <c:v>0.218323586744639</c:v>
                </c:pt>
                <c:pt idx="2462">
                  <c:v>0.18531468531468501</c:v>
                </c:pt>
                <c:pt idx="2463">
                  <c:v>0.20068027210884301</c:v>
                </c:pt>
                <c:pt idx="2464">
                  <c:v>0.29222972972972899</c:v>
                </c:pt>
                <c:pt idx="2465">
                  <c:v>0.17311608961303401</c:v>
                </c:pt>
                <c:pt idx="2466">
                  <c:v>0.21287128712871201</c:v>
                </c:pt>
                <c:pt idx="2467">
                  <c:v>0.25323475046210697</c:v>
                </c:pt>
                <c:pt idx="2468">
                  <c:v>0.23426573426573399</c:v>
                </c:pt>
                <c:pt idx="2469">
                  <c:v>0.24861878453038599</c:v>
                </c:pt>
                <c:pt idx="2470">
                  <c:v>0.246323529411764</c:v>
                </c:pt>
                <c:pt idx="2471">
                  <c:v>0.197879858657243</c:v>
                </c:pt>
                <c:pt idx="2472">
                  <c:v>0.27897838899803501</c:v>
                </c:pt>
                <c:pt idx="2473">
                  <c:v>0.215146299483648</c:v>
                </c:pt>
                <c:pt idx="2474">
                  <c:v>0.19905956112852599</c:v>
                </c:pt>
                <c:pt idx="2475">
                  <c:v>0.18821292775665399</c:v>
                </c:pt>
                <c:pt idx="2476">
                  <c:v>0.207792207792207</c:v>
                </c:pt>
                <c:pt idx="2477">
                  <c:v>0.23764258555133</c:v>
                </c:pt>
                <c:pt idx="2478">
                  <c:v>0.28125</c:v>
                </c:pt>
                <c:pt idx="2479">
                  <c:v>0.26550079491255901</c:v>
                </c:pt>
                <c:pt idx="2480">
                  <c:v>0.33675564681724801</c:v>
                </c:pt>
                <c:pt idx="2481">
                  <c:v>0.36418511066398301</c:v>
                </c:pt>
                <c:pt idx="2482">
                  <c:v>0.30319148936170198</c:v>
                </c:pt>
                <c:pt idx="2483">
                  <c:v>0.32352941176470501</c:v>
                </c:pt>
                <c:pt idx="2484">
                  <c:v>0.36184210526315702</c:v>
                </c:pt>
                <c:pt idx="2485">
                  <c:v>0.30753138075313802</c:v>
                </c:pt>
                <c:pt idx="2486">
                  <c:v>0.32445923460898501</c:v>
                </c:pt>
                <c:pt idx="2487">
                  <c:v>0.39733840304182499</c:v>
                </c:pt>
                <c:pt idx="2488">
                  <c:v>0.361209964412811</c:v>
                </c:pt>
                <c:pt idx="2489">
                  <c:v>0.38418079096045199</c:v>
                </c:pt>
                <c:pt idx="2490">
                  <c:v>0.38157894736842102</c:v>
                </c:pt>
                <c:pt idx="2491">
                  <c:v>0.31956912028725298</c:v>
                </c:pt>
                <c:pt idx="2492">
                  <c:v>0.44081632653061198</c:v>
                </c:pt>
                <c:pt idx="2493">
                  <c:v>0.33975481611208402</c:v>
                </c:pt>
                <c:pt idx="2494">
                  <c:v>0.314285714285714</c:v>
                </c:pt>
                <c:pt idx="2495">
                  <c:v>0.31906614785992199</c:v>
                </c:pt>
                <c:pt idx="2496">
                  <c:v>0.34476190476190399</c:v>
                </c:pt>
                <c:pt idx="2497">
                  <c:v>0.39250493096646899</c:v>
                </c:pt>
                <c:pt idx="2498">
                  <c:v>0.33237822349570201</c:v>
                </c:pt>
                <c:pt idx="2499">
                  <c:v>0.34531250000000002</c:v>
                </c:pt>
                <c:pt idx="2500">
                  <c:v>0.14754098360655701</c:v>
                </c:pt>
                <c:pt idx="2501">
                  <c:v>0.16972477064220101</c:v>
                </c:pt>
                <c:pt idx="2502">
                  <c:v>0.14020618556701001</c:v>
                </c:pt>
                <c:pt idx="2503">
                  <c:v>0.15895372233400401</c:v>
                </c:pt>
                <c:pt idx="2504">
                  <c:v>0.25</c:v>
                </c:pt>
                <c:pt idx="2505">
                  <c:v>0.124105011933174</c:v>
                </c:pt>
                <c:pt idx="2506">
                  <c:v>0.16959064327485299</c:v>
                </c:pt>
                <c:pt idx="2507">
                  <c:v>0.20742358078602599</c:v>
                </c:pt>
                <c:pt idx="2508">
                  <c:v>0.19008264462809901</c:v>
                </c:pt>
                <c:pt idx="2509">
                  <c:v>0.20217391304347801</c:v>
                </c:pt>
                <c:pt idx="2510">
                  <c:v>0.19956616052060699</c:v>
                </c:pt>
                <c:pt idx="2511">
                  <c:v>0.15208333333333299</c:v>
                </c:pt>
                <c:pt idx="2512">
                  <c:v>0.23201856148491801</c:v>
                </c:pt>
                <c:pt idx="2513">
                  <c:v>0.17311608961303401</c:v>
                </c:pt>
                <c:pt idx="2514">
                  <c:v>0.16171003717472099</c:v>
                </c:pt>
                <c:pt idx="2515">
                  <c:v>0.14093959731543601</c:v>
                </c:pt>
                <c:pt idx="2516">
                  <c:v>0.16192560175054699</c:v>
                </c:pt>
                <c:pt idx="2517">
                  <c:v>0.19058295964125499</c:v>
                </c:pt>
                <c:pt idx="2518">
                  <c:v>0.256227758007117</c:v>
                </c:pt>
                <c:pt idx="2519">
                  <c:v>0.228301886792452</c:v>
                </c:pt>
                <c:pt idx="2520">
                  <c:v>0.218323586744639</c:v>
                </c:pt>
                <c:pt idx="2521">
                  <c:v>0.24</c:v>
                </c:pt>
                <c:pt idx="2522">
                  <c:v>0.20068027210884301</c:v>
                </c:pt>
                <c:pt idx="2523">
                  <c:v>0.21890547263681501</c:v>
                </c:pt>
                <c:pt idx="2524">
                  <c:v>0.30065359477124098</c:v>
                </c:pt>
                <c:pt idx="2525">
                  <c:v>0.192842942345924</c:v>
                </c:pt>
                <c:pt idx="2526">
                  <c:v>0.22204472843450401</c:v>
                </c:pt>
                <c:pt idx="2527">
                  <c:v>0.278985507246376</c:v>
                </c:pt>
                <c:pt idx="2528">
                  <c:v>0.25426621160409502</c:v>
                </c:pt>
                <c:pt idx="2529">
                  <c:v>0.27207207207207201</c:v>
                </c:pt>
                <c:pt idx="2530">
                  <c:v>0.26750448833034102</c:v>
                </c:pt>
                <c:pt idx="2531">
                  <c:v>0.21097770154373899</c:v>
                </c:pt>
                <c:pt idx="2532">
                  <c:v>0.29636711281070699</c:v>
                </c:pt>
                <c:pt idx="2533">
                  <c:v>0.233221476510067</c:v>
                </c:pt>
                <c:pt idx="2534">
                  <c:v>0.21712538226299599</c:v>
                </c:pt>
                <c:pt idx="2535">
                  <c:v>0.207792207792207</c:v>
                </c:pt>
                <c:pt idx="2536">
                  <c:v>0.22826086956521699</c:v>
                </c:pt>
                <c:pt idx="2537">
                  <c:v>0.26256983240223403</c:v>
                </c:pt>
                <c:pt idx="2538">
                  <c:v>0.28223495702005702</c:v>
                </c:pt>
                <c:pt idx="2539">
                  <c:v>0.27188940092165897</c:v>
                </c:pt>
                <c:pt idx="2540">
                  <c:v>0.26315789473684198</c:v>
                </c:pt>
                <c:pt idx="2541">
                  <c:v>0.29032258064516098</c:v>
                </c:pt>
                <c:pt idx="2542">
                  <c:v>0.24474187380497101</c:v>
                </c:pt>
                <c:pt idx="2543">
                  <c:v>0.26256983240223403</c:v>
                </c:pt>
                <c:pt idx="2544">
                  <c:v>0.376404494382022</c:v>
                </c:pt>
                <c:pt idx="2545">
                  <c:v>0.234375</c:v>
                </c:pt>
                <c:pt idx="2546">
                  <c:v>0.28130671506352001</c:v>
                </c:pt>
                <c:pt idx="2547">
                  <c:v>0.33675564681724801</c:v>
                </c:pt>
                <c:pt idx="2548">
                  <c:v>0.31141199226305599</c:v>
                </c:pt>
                <c:pt idx="2549">
                  <c:v>0.33128834355828202</c:v>
                </c:pt>
                <c:pt idx="2550">
                  <c:v>0.32857142857142801</c:v>
                </c:pt>
                <c:pt idx="2551">
                  <c:v>0.26407766990291198</c:v>
                </c:pt>
                <c:pt idx="2552">
                  <c:v>0.36761487964988998</c:v>
                </c:pt>
                <c:pt idx="2553">
                  <c:v>0.27924528301886697</c:v>
                </c:pt>
                <c:pt idx="2554">
                  <c:v>0.26072041166380699</c:v>
                </c:pt>
                <c:pt idx="2555">
                  <c:v>0.25</c:v>
                </c:pt>
                <c:pt idx="2556">
                  <c:v>0.27551020408163202</c:v>
                </c:pt>
                <c:pt idx="2557">
                  <c:v>0.31578947368421001</c:v>
                </c:pt>
                <c:pt idx="2558">
                  <c:v>0.34853420195439699</c:v>
                </c:pt>
                <c:pt idx="2559">
                  <c:v>0.346830985915492</c:v>
                </c:pt>
                <c:pt idx="2560">
                  <c:v>0.244813278008298</c:v>
                </c:pt>
                <c:pt idx="2561">
                  <c:v>0.267748478701825</c:v>
                </c:pt>
                <c:pt idx="2562">
                  <c:v>0.22603978300180799</c:v>
                </c:pt>
                <c:pt idx="2563">
                  <c:v>0.242957746478873</c:v>
                </c:pt>
                <c:pt idx="2564">
                  <c:v>0.33975481611208402</c:v>
                </c:pt>
                <c:pt idx="2565">
                  <c:v>0.217758985200845</c:v>
                </c:pt>
                <c:pt idx="2566">
                  <c:v>0.256410256410256</c:v>
                </c:pt>
                <c:pt idx="2567">
                  <c:v>0.31141199226305599</c:v>
                </c:pt>
                <c:pt idx="2568">
                  <c:v>0.28597449908925299</c:v>
                </c:pt>
                <c:pt idx="2569">
                  <c:v>0.30635838150289002</c:v>
                </c:pt>
                <c:pt idx="2570">
                  <c:v>0.301343570057581</c:v>
                </c:pt>
                <c:pt idx="2571">
                  <c:v>0.24175824175824101</c:v>
                </c:pt>
                <c:pt idx="2572">
                  <c:v>0.33950617283950602</c:v>
                </c:pt>
                <c:pt idx="2573">
                  <c:v>0.25846702317290499</c:v>
                </c:pt>
                <c:pt idx="2574">
                  <c:v>0.24188311688311601</c:v>
                </c:pt>
                <c:pt idx="2575">
                  <c:v>0.232741617357001</c:v>
                </c:pt>
                <c:pt idx="2576">
                  <c:v>0.25433526011560598</c:v>
                </c:pt>
                <c:pt idx="2577">
                  <c:v>0.29166666666666602</c:v>
                </c:pt>
                <c:pt idx="2578">
                  <c:v>0.32055214723926301</c:v>
                </c:pt>
                <c:pt idx="2579">
                  <c:v>0.31136738056013102</c:v>
                </c:pt>
                <c:pt idx="2580">
                  <c:v>0.26039387308533901</c:v>
                </c:pt>
                <c:pt idx="2581">
                  <c:v>0.28755364806866901</c:v>
                </c:pt>
                <c:pt idx="2582">
                  <c:v>0.24</c:v>
                </c:pt>
                <c:pt idx="2583">
                  <c:v>0.260223048327137</c:v>
                </c:pt>
                <c:pt idx="2584">
                  <c:v>0.36617100371747202</c:v>
                </c:pt>
                <c:pt idx="2585">
                  <c:v>0.23162583518930899</c:v>
                </c:pt>
                <c:pt idx="2586">
                  <c:v>0.27667269439421299</c:v>
                </c:pt>
                <c:pt idx="2587">
                  <c:v>0.33401639344262202</c:v>
                </c:pt>
                <c:pt idx="2588">
                  <c:v>0.30888030888030799</c:v>
                </c:pt>
                <c:pt idx="2589">
                  <c:v>0.32857142857142801</c:v>
                </c:pt>
                <c:pt idx="2590">
                  <c:v>0.32586558044806502</c:v>
                </c:pt>
                <c:pt idx="2591">
                  <c:v>0.25675675675675602</c:v>
                </c:pt>
                <c:pt idx="2592">
                  <c:v>0.36462882096069799</c:v>
                </c:pt>
                <c:pt idx="2593">
                  <c:v>0.27683615819209001</c:v>
                </c:pt>
                <c:pt idx="2594">
                  <c:v>0.25856164383561597</c:v>
                </c:pt>
                <c:pt idx="2595">
                  <c:v>0.247401247401247</c:v>
                </c:pt>
                <c:pt idx="2596">
                  <c:v>0.27291242362525397</c:v>
                </c:pt>
                <c:pt idx="2597">
                  <c:v>0.313025210084033</c:v>
                </c:pt>
                <c:pt idx="2598">
                  <c:v>0.33980582524271802</c:v>
                </c:pt>
                <c:pt idx="2599">
                  <c:v>0.33741258741258701</c:v>
                </c:pt>
                <c:pt idx="2600">
                  <c:v>0.25764192139737901</c:v>
                </c:pt>
                <c:pt idx="2601">
                  <c:v>0.28205128205128199</c:v>
                </c:pt>
                <c:pt idx="2602">
                  <c:v>0.23764258555133</c:v>
                </c:pt>
                <c:pt idx="2603">
                  <c:v>0.25555555555555498</c:v>
                </c:pt>
                <c:pt idx="2604">
                  <c:v>0.35859519408502699</c:v>
                </c:pt>
                <c:pt idx="2605">
                  <c:v>0.228888888888888</c:v>
                </c:pt>
                <c:pt idx="2606">
                  <c:v>0.26978417266186999</c:v>
                </c:pt>
                <c:pt idx="2607">
                  <c:v>0.32857142857142801</c:v>
                </c:pt>
                <c:pt idx="2608">
                  <c:v>0.301343570057581</c:v>
                </c:pt>
                <c:pt idx="2609">
                  <c:v>0.32317073170731703</c:v>
                </c:pt>
                <c:pt idx="2610">
                  <c:v>0.31781376518218601</c:v>
                </c:pt>
                <c:pt idx="2611">
                  <c:v>0.25433526011560598</c:v>
                </c:pt>
                <c:pt idx="2612">
                  <c:v>0.35869565217391303</c:v>
                </c:pt>
                <c:pt idx="2613">
                  <c:v>0.27204502814258902</c:v>
                </c:pt>
                <c:pt idx="2614">
                  <c:v>0.25426621160409502</c:v>
                </c:pt>
                <c:pt idx="2615">
                  <c:v>0.244813278008298</c:v>
                </c:pt>
                <c:pt idx="2616">
                  <c:v>0.267748478701825</c:v>
                </c:pt>
                <c:pt idx="2617">
                  <c:v>0.30753138075313802</c:v>
                </c:pt>
                <c:pt idx="2618">
                  <c:v>0.33764135702746301</c:v>
                </c:pt>
                <c:pt idx="2619">
                  <c:v>0.328125</c:v>
                </c:pt>
                <c:pt idx="2620">
                  <c:v>0.19008264462809901</c:v>
                </c:pt>
                <c:pt idx="2621">
                  <c:v>0.21457489878542499</c:v>
                </c:pt>
                <c:pt idx="2622">
                  <c:v>0.175090252707581</c:v>
                </c:pt>
                <c:pt idx="2623">
                  <c:v>0.197879858657243</c:v>
                </c:pt>
                <c:pt idx="2624">
                  <c:v>0.28272251308900498</c:v>
                </c:pt>
                <c:pt idx="2625">
                  <c:v>0.164210526315789</c:v>
                </c:pt>
                <c:pt idx="2626">
                  <c:v>0.20068027210884301</c:v>
                </c:pt>
                <c:pt idx="2627">
                  <c:v>0.24952015355086299</c:v>
                </c:pt>
                <c:pt idx="2628">
                  <c:v>0.22826086956521699</c:v>
                </c:pt>
                <c:pt idx="2629">
                  <c:v>0.24236641221374</c:v>
                </c:pt>
                <c:pt idx="2630">
                  <c:v>0.24</c:v>
                </c:pt>
                <c:pt idx="2631">
                  <c:v>0.181488203266787</c:v>
                </c:pt>
                <c:pt idx="2632">
                  <c:v>0.267748478701825</c:v>
                </c:pt>
                <c:pt idx="2633">
                  <c:v>0.20640569395017699</c:v>
                </c:pt>
                <c:pt idx="2634">
                  <c:v>0.19512195121951201</c:v>
                </c:pt>
                <c:pt idx="2635">
                  <c:v>0.181102362204724</c:v>
                </c:pt>
                <c:pt idx="2636">
                  <c:v>0.204238921001926</c:v>
                </c:pt>
                <c:pt idx="2637">
                  <c:v>0.235177865612648</c:v>
                </c:pt>
                <c:pt idx="2638">
                  <c:v>0.27580893682588598</c:v>
                </c:pt>
                <c:pt idx="2639">
                  <c:v>0.25822368421052599</c:v>
                </c:pt>
                <c:pt idx="2640">
                  <c:v>0.27419354838709598</c:v>
                </c:pt>
                <c:pt idx="2641">
                  <c:v>0.30316742081447901</c:v>
                </c:pt>
                <c:pt idx="2642">
                  <c:v>0.25250501002004</c:v>
                </c:pt>
                <c:pt idx="2643">
                  <c:v>0.271484375</c:v>
                </c:pt>
                <c:pt idx="2644">
                  <c:v>0.40079365079364998</c:v>
                </c:pt>
                <c:pt idx="2645">
                  <c:v>0.24647887323943601</c:v>
                </c:pt>
                <c:pt idx="2646">
                  <c:v>0.28409090909090901</c:v>
                </c:pt>
                <c:pt idx="2647">
                  <c:v>0.35281385281385202</c:v>
                </c:pt>
                <c:pt idx="2648">
                  <c:v>0.32317073170731703</c:v>
                </c:pt>
                <c:pt idx="2649">
                  <c:v>0.346982758620689</c:v>
                </c:pt>
                <c:pt idx="2650">
                  <c:v>0.34120171673819699</c:v>
                </c:pt>
                <c:pt idx="2651">
                  <c:v>0.27032520325203202</c:v>
                </c:pt>
                <c:pt idx="2652">
                  <c:v>0.36674259681093302</c:v>
                </c:pt>
                <c:pt idx="2653">
                  <c:v>0.28656126482213401</c:v>
                </c:pt>
                <c:pt idx="2654">
                  <c:v>0.26978417266186999</c:v>
                </c:pt>
                <c:pt idx="2655">
                  <c:v>0.26039387308533901</c:v>
                </c:pt>
                <c:pt idx="2656">
                  <c:v>0.28755364806866901</c:v>
                </c:pt>
                <c:pt idx="2657">
                  <c:v>0.33037694013303698</c:v>
                </c:pt>
                <c:pt idx="2658">
                  <c:v>0.365351629502572</c:v>
                </c:pt>
                <c:pt idx="2659">
                  <c:v>0.35359116022099402</c:v>
                </c:pt>
                <c:pt idx="2660">
                  <c:v>0.219512195121951</c:v>
                </c:pt>
                <c:pt idx="2661">
                  <c:v>0.240079365079365</c:v>
                </c:pt>
                <c:pt idx="2662">
                  <c:v>0.20212765957446799</c:v>
                </c:pt>
                <c:pt idx="2663">
                  <c:v>0.21934369602763301</c:v>
                </c:pt>
                <c:pt idx="2664">
                  <c:v>0.30993150684931497</c:v>
                </c:pt>
                <c:pt idx="2665">
                  <c:v>0.19254658385093101</c:v>
                </c:pt>
                <c:pt idx="2666">
                  <c:v>0.229096989966555</c:v>
                </c:pt>
                <c:pt idx="2667">
                  <c:v>0.27204502814258902</c:v>
                </c:pt>
                <c:pt idx="2668">
                  <c:v>0.25399644760213103</c:v>
                </c:pt>
                <c:pt idx="2669">
                  <c:v>0.26966292134831399</c:v>
                </c:pt>
                <c:pt idx="2670">
                  <c:v>0.26728971962616799</c:v>
                </c:pt>
                <c:pt idx="2671">
                  <c:v>0.21071428571428499</c:v>
                </c:pt>
                <c:pt idx="2672">
                  <c:v>0.30199999999999999</c:v>
                </c:pt>
                <c:pt idx="2673">
                  <c:v>0.225694444444444</c:v>
                </c:pt>
                <c:pt idx="2674">
                  <c:v>0.21621621621621601</c:v>
                </c:pt>
                <c:pt idx="2675">
                  <c:v>0.20889748549323001</c:v>
                </c:pt>
                <c:pt idx="2676">
                  <c:v>0.228301886792452</c:v>
                </c:pt>
                <c:pt idx="2677">
                  <c:v>0.25675675675675602</c:v>
                </c:pt>
                <c:pt idx="2678">
                  <c:v>0.29473684210526302</c:v>
                </c:pt>
                <c:pt idx="2679">
                  <c:v>0.28387096774193499</c:v>
                </c:pt>
                <c:pt idx="2680">
                  <c:v>0.198895027624309</c:v>
                </c:pt>
                <c:pt idx="2681">
                  <c:v>0.21942446043165401</c:v>
                </c:pt>
                <c:pt idx="2682">
                  <c:v>0.18548387096774099</c:v>
                </c:pt>
                <c:pt idx="2683">
                  <c:v>0.200941915227629</c:v>
                </c:pt>
                <c:pt idx="2684">
                  <c:v>0.28771384136858402</c:v>
                </c:pt>
                <c:pt idx="2685">
                  <c:v>0.177024482109227</c:v>
                </c:pt>
                <c:pt idx="2686">
                  <c:v>0.21341463414634099</c:v>
                </c:pt>
                <c:pt idx="2687">
                  <c:v>0.25426621160409502</c:v>
                </c:pt>
                <c:pt idx="2688">
                  <c:v>0.235864297253634</c:v>
                </c:pt>
                <c:pt idx="2689">
                  <c:v>0.25</c:v>
                </c:pt>
                <c:pt idx="2690">
                  <c:v>0.24787775891341199</c:v>
                </c:pt>
                <c:pt idx="2691">
                  <c:v>0.19902120717781399</c:v>
                </c:pt>
                <c:pt idx="2692">
                  <c:v>0.27436823104693098</c:v>
                </c:pt>
                <c:pt idx="2693">
                  <c:v>0.214285714285714</c:v>
                </c:pt>
                <c:pt idx="2694">
                  <c:v>0.2</c:v>
                </c:pt>
                <c:pt idx="2695">
                  <c:v>0.18947368421052599</c:v>
                </c:pt>
                <c:pt idx="2696">
                  <c:v>0.20890410958904099</c:v>
                </c:pt>
                <c:pt idx="2697">
                  <c:v>0.23859649122807</c:v>
                </c:pt>
                <c:pt idx="2698">
                  <c:v>0.27397260273972601</c:v>
                </c:pt>
                <c:pt idx="2699">
                  <c:v>0.26431718061673998</c:v>
                </c:pt>
                <c:pt idx="2700">
                  <c:v>0.16703296703296699</c:v>
                </c:pt>
                <c:pt idx="2701">
                  <c:v>0.18924731182795601</c:v>
                </c:pt>
                <c:pt idx="2702">
                  <c:v>0.15830115830115801</c:v>
                </c:pt>
                <c:pt idx="2703">
                  <c:v>0.177024482109227</c:v>
                </c:pt>
                <c:pt idx="2704">
                  <c:v>0.26966292134831399</c:v>
                </c:pt>
                <c:pt idx="2705">
                  <c:v>0.14349775784753299</c:v>
                </c:pt>
                <c:pt idx="2706">
                  <c:v>0.18795620437956201</c:v>
                </c:pt>
                <c:pt idx="2707">
                  <c:v>0.22699386503067401</c:v>
                </c:pt>
                <c:pt idx="2708">
                  <c:v>0.20889748549323001</c:v>
                </c:pt>
                <c:pt idx="2709">
                  <c:v>0.22199592668024401</c:v>
                </c:pt>
                <c:pt idx="2710">
                  <c:v>0.219512195121951</c:v>
                </c:pt>
                <c:pt idx="2711">
                  <c:v>0.171875</c:v>
                </c:pt>
                <c:pt idx="2712">
                  <c:v>0.24945770065075901</c:v>
                </c:pt>
                <c:pt idx="2713">
                  <c:v>0.19274809160305301</c:v>
                </c:pt>
                <c:pt idx="2714">
                  <c:v>0.17708333333333301</c:v>
                </c:pt>
                <c:pt idx="2715">
                  <c:v>0.15932914046121499</c:v>
                </c:pt>
                <c:pt idx="2716">
                  <c:v>0.18032786885245899</c:v>
                </c:pt>
                <c:pt idx="2717">
                  <c:v>0.21008403361344499</c:v>
                </c:pt>
                <c:pt idx="2718">
                  <c:v>0.27076411960132801</c:v>
                </c:pt>
                <c:pt idx="2719">
                  <c:v>0.245149911816578</c:v>
                </c:pt>
                <c:pt idx="2720">
                  <c:v>0.19438444924406001</c:v>
                </c:pt>
                <c:pt idx="2721">
                  <c:v>0.217758985200845</c:v>
                </c:pt>
                <c:pt idx="2722">
                  <c:v>0.18371212121212099</c:v>
                </c:pt>
                <c:pt idx="2723">
                  <c:v>0.20110701107011</c:v>
                </c:pt>
                <c:pt idx="2724">
                  <c:v>0.30258302583025798</c:v>
                </c:pt>
                <c:pt idx="2725">
                  <c:v>0.16960352422907399</c:v>
                </c:pt>
                <c:pt idx="2726">
                  <c:v>0.21505376344086</c:v>
                </c:pt>
                <c:pt idx="2727">
                  <c:v>0.25754527162977803</c:v>
                </c:pt>
                <c:pt idx="2728">
                  <c:v>0.23764258555133</c:v>
                </c:pt>
                <c:pt idx="2729">
                  <c:v>0.25250501002004</c:v>
                </c:pt>
                <c:pt idx="2730">
                  <c:v>0.25</c:v>
                </c:pt>
                <c:pt idx="2731">
                  <c:v>0.19961612284069</c:v>
                </c:pt>
                <c:pt idx="2732">
                  <c:v>0.28205128205128199</c:v>
                </c:pt>
                <c:pt idx="2733">
                  <c:v>0.21682242990654199</c:v>
                </c:pt>
                <c:pt idx="2734">
                  <c:v>0.20068027210884301</c:v>
                </c:pt>
                <c:pt idx="2735">
                  <c:v>0.18518518518518501</c:v>
                </c:pt>
                <c:pt idx="2736">
                  <c:v>0.207243460764587</c:v>
                </c:pt>
                <c:pt idx="2737">
                  <c:v>0.23966942148760301</c:v>
                </c:pt>
                <c:pt idx="2738">
                  <c:v>0.29853181076672097</c:v>
                </c:pt>
                <c:pt idx="2739">
                  <c:v>0.27383015597920202</c:v>
                </c:pt>
                <c:pt idx="2740">
                  <c:v>0.234375</c:v>
                </c:pt>
                <c:pt idx="2741">
                  <c:v>0.26039387308533901</c:v>
                </c:pt>
                <c:pt idx="2742">
                  <c:v>0.220703125</c:v>
                </c:pt>
                <c:pt idx="2743">
                  <c:v>0.23764258555133</c:v>
                </c:pt>
                <c:pt idx="2744">
                  <c:v>0.355086372360844</c:v>
                </c:pt>
                <c:pt idx="2745">
                  <c:v>0.20681818181818101</c:v>
                </c:pt>
                <c:pt idx="2746">
                  <c:v>0.25555555555555498</c:v>
                </c:pt>
                <c:pt idx="2747">
                  <c:v>0.30480167014613702</c:v>
                </c:pt>
                <c:pt idx="2748">
                  <c:v>0.28149606299212598</c:v>
                </c:pt>
                <c:pt idx="2749">
                  <c:v>0.299376299376299</c:v>
                </c:pt>
                <c:pt idx="2750">
                  <c:v>0.29668049792531098</c:v>
                </c:pt>
                <c:pt idx="2751">
                  <c:v>0.240079365079365</c:v>
                </c:pt>
                <c:pt idx="2752">
                  <c:v>0.33333333333333298</c:v>
                </c:pt>
                <c:pt idx="2753">
                  <c:v>0.25433526011560598</c:v>
                </c:pt>
                <c:pt idx="2754">
                  <c:v>0.23642732049036699</c:v>
                </c:pt>
                <c:pt idx="2755">
                  <c:v>0.22292993630573199</c:v>
                </c:pt>
                <c:pt idx="2756">
                  <c:v>0.247401247401247</c:v>
                </c:pt>
                <c:pt idx="2757">
                  <c:v>0.28479657387580298</c:v>
                </c:pt>
                <c:pt idx="2758">
                  <c:v>0.33781512605042002</c:v>
                </c:pt>
                <c:pt idx="2759">
                  <c:v>0.31956912028725298</c:v>
                </c:pt>
                <c:pt idx="2760">
                  <c:v>0.33636363636363598</c:v>
                </c:pt>
                <c:pt idx="2761">
                  <c:v>0.35159010600706703</c:v>
                </c:pt>
                <c:pt idx="2762">
                  <c:v>0.29780564263322801</c:v>
                </c:pt>
                <c:pt idx="2763">
                  <c:v>0.30851063829787201</c:v>
                </c:pt>
                <c:pt idx="2764">
                  <c:v>0.33047210300429097</c:v>
                </c:pt>
                <c:pt idx="2765">
                  <c:v>0.31226765799256501</c:v>
                </c:pt>
                <c:pt idx="2766">
                  <c:v>0.30276564774381298</c:v>
                </c:pt>
                <c:pt idx="2767">
                  <c:v>0.36184210526315702</c:v>
                </c:pt>
                <c:pt idx="2768">
                  <c:v>0.334883720930232</c:v>
                </c:pt>
                <c:pt idx="2769">
                  <c:v>0.35515548281505699</c:v>
                </c:pt>
                <c:pt idx="2770">
                  <c:v>0.35294117647058798</c:v>
                </c:pt>
                <c:pt idx="2771">
                  <c:v>0.310126582278481</c:v>
                </c:pt>
                <c:pt idx="2772">
                  <c:v>0.41134751773049599</c:v>
                </c:pt>
                <c:pt idx="2773">
                  <c:v>0.32055214723926301</c:v>
                </c:pt>
                <c:pt idx="2774">
                  <c:v>0.29346314325452</c:v>
                </c:pt>
                <c:pt idx="2775">
                  <c:v>0.318965517241379</c:v>
                </c:pt>
                <c:pt idx="2776">
                  <c:v>0.33333333333333298</c:v>
                </c:pt>
                <c:pt idx="2777">
                  <c:v>0.36301369863013699</c:v>
                </c:pt>
                <c:pt idx="2778">
                  <c:v>0.29477611940298498</c:v>
                </c:pt>
                <c:pt idx="2779">
                  <c:v>0.31607629427792899</c:v>
                </c:pt>
                <c:pt idx="2780">
                  <c:v>0.29885057471264298</c:v>
                </c:pt>
                <c:pt idx="2781">
                  <c:v>0.32209737827715301</c:v>
                </c:pt>
                <c:pt idx="2782">
                  <c:v>0.27076411960132801</c:v>
                </c:pt>
                <c:pt idx="2783">
                  <c:v>0.28802588996763701</c:v>
                </c:pt>
                <c:pt idx="2784">
                  <c:v>0.34321372854914101</c:v>
                </c:pt>
                <c:pt idx="2785">
                  <c:v>0.27397260273972601</c:v>
                </c:pt>
                <c:pt idx="2786">
                  <c:v>0.28771384136858402</c:v>
                </c:pt>
                <c:pt idx="2787">
                  <c:v>0.361209964412811</c:v>
                </c:pt>
                <c:pt idx="2788">
                  <c:v>0.32445923460898501</c:v>
                </c:pt>
                <c:pt idx="2789">
                  <c:v>0.34920634920634902</c:v>
                </c:pt>
                <c:pt idx="2790">
                  <c:v>0.34210526315789402</c:v>
                </c:pt>
                <c:pt idx="2791">
                  <c:v>0.28571428571428498</c:v>
                </c:pt>
                <c:pt idx="2792">
                  <c:v>0.37898686679174398</c:v>
                </c:pt>
                <c:pt idx="2793">
                  <c:v>0.30278232405891897</c:v>
                </c:pt>
                <c:pt idx="2794">
                  <c:v>0.28315946348733201</c:v>
                </c:pt>
                <c:pt idx="2795">
                  <c:v>0.28363636363636302</c:v>
                </c:pt>
                <c:pt idx="2796">
                  <c:v>0.30550621669626998</c:v>
                </c:pt>
                <c:pt idx="2797">
                  <c:v>0.34615384615384598</c:v>
                </c:pt>
                <c:pt idx="2798">
                  <c:v>0.314285714285714</c:v>
                </c:pt>
                <c:pt idx="2799">
                  <c:v>0.32396449704142</c:v>
                </c:pt>
                <c:pt idx="2800">
                  <c:v>0.217054263565891</c:v>
                </c:pt>
                <c:pt idx="2801">
                  <c:v>0.25</c:v>
                </c:pt>
                <c:pt idx="2802">
                  <c:v>0.20408163265306101</c:v>
                </c:pt>
                <c:pt idx="2803">
                  <c:v>0.23162583518930899</c:v>
                </c:pt>
                <c:pt idx="2804">
                  <c:v>0.348314606741573</c:v>
                </c:pt>
                <c:pt idx="2805">
                  <c:v>0.18586387434554899</c:v>
                </c:pt>
                <c:pt idx="2806">
                  <c:v>0.24137931034482701</c:v>
                </c:pt>
                <c:pt idx="2807">
                  <c:v>0.30466830466830402</c:v>
                </c:pt>
                <c:pt idx="2808">
                  <c:v>0.27419354838709598</c:v>
                </c:pt>
                <c:pt idx="2809">
                  <c:v>0.29197080291970801</c:v>
                </c:pt>
                <c:pt idx="2810">
                  <c:v>0.28883495145631</c:v>
                </c:pt>
                <c:pt idx="2811">
                  <c:v>0.22068965517241301</c:v>
                </c:pt>
                <c:pt idx="2812">
                  <c:v>0.33507853403141302</c:v>
                </c:pt>
                <c:pt idx="2813">
                  <c:v>0.25113122171945701</c:v>
                </c:pt>
                <c:pt idx="2814">
                  <c:v>0.232032854209445</c:v>
                </c:pt>
                <c:pt idx="2815">
                  <c:v>0.20689655172413701</c:v>
                </c:pt>
                <c:pt idx="2816">
                  <c:v>0.237864077669902</c:v>
                </c:pt>
                <c:pt idx="2817">
                  <c:v>0.28463476070528898</c:v>
                </c:pt>
                <c:pt idx="2818">
                  <c:v>0.34791252485089402</c:v>
                </c:pt>
                <c:pt idx="2819">
                  <c:v>0.31578947368421001</c:v>
                </c:pt>
                <c:pt idx="2820">
                  <c:v>0.25</c:v>
                </c:pt>
                <c:pt idx="2821">
                  <c:v>0.28463476070528898</c:v>
                </c:pt>
                <c:pt idx="2822">
                  <c:v>0.234375</c:v>
                </c:pt>
                <c:pt idx="2823">
                  <c:v>0.26039387308533901</c:v>
                </c:pt>
                <c:pt idx="2824">
                  <c:v>0.38580931263857998</c:v>
                </c:pt>
                <c:pt idx="2825">
                  <c:v>0.217054263565891</c:v>
                </c:pt>
                <c:pt idx="2826">
                  <c:v>0.273885350318471</c:v>
                </c:pt>
                <c:pt idx="2827">
                  <c:v>0.34223300970873699</c:v>
                </c:pt>
                <c:pt idx="2828">
                  <c:v>0.30909090909090903</c:v>
                </c:pt>
                <c:pt idx="2829">
                  <c:v>0.32932692307692302</c:v>
                </c:pt>
                <c:pt idx="2830">
                  <c:v>0.32613908872901598</c:v>
                </c:pt>
                <c:pt idx="2831">
                  <c:v>0.25396825396825301</c:v>
                </c:pt>
                <c:pt idx="2832">
                  <c:v>0.375647668393782</c:v>
                </c:pt>
                <c:pt idx="2833">
                  <c:v>0.28000000000000003</c:v>
                </c:pt>
                <c:pt idx="2834">
                  <c:v>0.26008064516128998</c:v>
                </c:pt>
                <c:pt idx="2835">
                  <c:v>0.237864077669902</c:v>
                </c:pt>
                <c:pt idx="2836">
                  <c:v>0.27033492822966498</c:v>
                </c:pt>
                <c:pt idx="2837">
                  <c:v>0.32089552238805902</c:v>
                </c:pt>
                <c:pt idx="2838">
                  <c:v>0.37621832358674401</c:v>
                </c:pt>
                <c:pt idx="2839">
                  <c:v>0.35062240663900401</c:v>
                </c:pt>
                <c:pt idx="2840">
                  <c:v>0.21510297482837501</c:v>
                </c:pt>
                <c:pt idx="2841">
                  <c:v>0.24549549549549499</c:v>
                </c:pt>
                <c:pt idx="2842">
                  <c:v>0.2</c:v>
                </c:pt>
                <c:pt idx="2843">
                  <c:v>0.22549019607843099</c:v>
                </c:pt>
                <c:pt idx="2844">
                  <c:v>0.32421875</c:v>
                </c:pt>
                <c:pt idx="2845">
                  <c:v>0.186046511627906</c:v>
                </c:pt>
                <c:pt idx="2846">
                  <c:v>0.230623818525519</c:v>
                </c:pt>
                <c:pt idx="2847">
                  <c:v>0.29310344827586199</c:v>
                </c:pt>
                <c:pt idx="2848">
                  <c:v>0.26262626262626199</c:v>
                </c:pt>
                <c:pt idx="2849">
                  <c:v>0.27931769722814498</c:v>
                </c:pt>
                <c:pt idx="2850">
                  <c:v>0.27659574468085102</c:v>
                </c:pt>
                <c:pt idx="2851">
                  <c:v>0.21212121212121199</c:v>
                </c:pt>
                <c:pt idx="2852">
                  <c:v>0.32110091743119201</c:v>
                </c:pt>
                <c:pt idx="2853">
                  <c:v>0.24254473161033699</c:v>
                </c:pt>
                <c:pt idx="2854">
                  <c:v>0.223826714801444</c:v>
                </c:pt>
                <c:pt idx="2855">
                  <c:v>0.20479302832244001</c:v>
                </c:pt>
                <c:pt idx="2856">
                  <c:v>0.23340471092077</c:v>
                </c:pt>
                <c:pt idx="2857">
                  <c:v>0.27716186252771602</c:v>
                </c:pt>
                <c:pt idx="2858">
                  <c:v>0.316695352839931</c:v>
                </c:pt>
                <c:pt idx="2859">
                  <c:v>0.29541284403669699</c:v>
                </c:pt>
                <c:pt idx="2860">
                  <c:v>0.23991031390134501</c:v>
                </c:pt>
                <c:pt idx="2861">
                  <c:v>0.26872246696035201</c:v>
                </c:pt>
                <c:pt idx="2862">
                  <c:v>0.22309197651663401</c:v>
                </c:pt>
                <c:pt idx="2863">
                  <c:v>0.24474187380497101</c:v>
                </c:pt>
                <c:pt idx="2864">
                  <c:v>0.34990439770554399</c:v>
                </c:pt>
                <c:pt idx="2865">
                  <c:v>0.209567198177676</c:v>
                </c:pt>
                <c:pt idx="2866">
                  <c:v>0.25555555555555498</c:v>
                </c:pt>
                <c:pt idx="2867">
                  <c:v>0.31578947368421001</c:v>
                </c:pt>
                <c:pt idx="2868">
                  <c:v>0.28656126482213401</c:v>
                </c:pt>
                <c:pt idx="2869">
                  <c:v>0.30480167014613702</c:v>
                </c:pt>
                <c:pt idx="2870">
                  <c:v>0.30208333333333298</c:v>
                </c:pt>
                <c:pt idx="2871">
                  <c:v>0.237623762376237</c:v>
                </c:pt>
                <c:pt idx="2872">
                  <c:v>0.35135135135135098</c:v>
                </c:pt>
                <c:pt idx="2873">
                  <c:v>0.26162790697674398</c:v>
                </c:pt>
                <c:pt idx="2874">
                  <c:v>0.242957746478873</c:v>
                </c:pt>
                <c:pt idx="2875">
                  <c:v>0.228144989339019</c:v>
                </c:pt>
                <c:pt idx="2876">
                  <c:v>0.255230125523012</c:v>
                </c:pt>
                <c:pt idx="2877">
                  <c:v>0.29870129870129802</c:v>
                </c:pt>
                <c:pt idx="2878">
                  <c:v>0.33781512605042002</c:v>
                </c:pt>
                <c:pt idx="2879">
                  <c:v>0.31956912028725298</c:v>
                </c:pt>
                <c:pt idx="2880">
                  <c:v>0.42517814726840802</c:v>
                </c:pt>
                <c:pt idx="2881">
                  <c:v>0.460280373831775</c:v>
                </c:pt>
                <c:pt idx="2882">
                  <c:v>0.37804878048780399</c:v>
                </c:pt>
                <c:pt idx="2883">
                  <c:v>0.40357852882703699</c:v>
                </c:pt>
                <c:pt idx="2884">
                  <c:v>0.40625</c:v>
                </c:pt>
                <c:pt idx="2885">
                  <c:v>0.38795180722891498</c:v>
                </c:pt>
                <c:pt idx="2886">
                  <c:v>0.394686907020872</c:v>
                </c:pt>
                <c:pt idx="2887">
                  <c:v>0.45806451612903198</c:v>
                </c:pt>
                <c:pt idx="2888">
                  <c:v>0.42052313883299702</c:v>
                </c:pt>
                <c:pt idx="2889">
                  <c:v>0.44871794871794801</c:v>
                </c:pt>
                <c:pt idx="2890">
                  <c:v>0.44562899786780302</c:v>
                </c:pt>
                <c:pt idx="2891">
                  <c:v>0.39506172839506098</c:v>
                </c:pt>
                <c:pt idx="2892">
                  <c:v>0.54265402843601895</c:v>
                </c:pt>
                <c:pt idx="2893">
                  <c:v>0.42052313883299702</c:v>
                </c:pt>
                <c:pt idx="2894">
                  <c:v>0.37342908438061001</c:v>
                </c:pt>
                <c:pt idx="2895">
                  <c:v>0.40134529147982001</c:v>
                </c:pt>
                <c:pt idx="2896">
                  <c:v>0.43392070484581402</c:v>
                </c:pt>
                <c:pt idx="2897">
                  <c:v>0.46621621621621601</c:v>
                </c:pt>
                <c:pt idx="2898">
                  <c:v>0.37759999999999999</c:v>
                </c:pt>
                <c:pt idx="2899">
                  <c:v>0.38917975567190199</c:v>
                </c:pt>
                <c:pt idx="2900">
                  <c:v>0.18586387434554899</c:v>
                </c:pt>
                <c:pt idx="2901">
                  <c:v>0.217054263565891</c:v>
                </c:pt>
                <c:pt idx="2902">
                  <c:v>0.17511520737327099</c:v>
                </c:pt>
                <c:pt idx="2903">
                  <c:v>0.20135746606334801</c:v>
                </c:pt>
                <c:pt idx="2904">
                  <c:v>0.30909090909090903</c:v>
                </c:pt>
                <c:pt idx="2905">
                  <c:v>0.156498673740053</c:v>
                </c:pt>
                <c:pt idx="2906">
                  <c:v>0.21006564551422299</c:v>
                </c:pt>
                <c:pt idx="2907">
                  <c:v>0.26865671641791</c:v>
                </c:pt>
                <c:pt idx="2908">
                  <c:v>0.240654205607476</c:v>
                </c:pt>
                <c:pt idx="2909">
                  <c:v>0.25615763546797998</c:v>
                </c:pt>
                <c:pt idx="2910">
                  <c:v>0.253071253071253</c:v>
                </c:pt>
                <c:pt idx="2911">
                  <c:v>0.188811188811188</c:v>
                </c:pt>
                <c:pt idx="2912">
                  <c:v>0.296296296296296</c:v>
                </c:pt>
                <c:pt idx="2913">
                  <c:v>0.21788990825688001</c:v>
                </c:pt>
                <c:pt idx="2914">
                  <c:v>0.205020920502092</c:v>
                </c:pt>
                <c:pt idx="2915">
                  <c:v>0.17749999999999999</c:v>
                </c:pt>
                <c:pt idx="2916">
                  <c:v>0.20689655172413701</c:v>
                </c:pt>
                <c:pt idx="2917">
                  <c:v>0.25</c:v>
                </c:pt>
                <c:pt idx="2918">
                  <c:v>0.3125</c:v>
                </c:pt>
                <c:pt idx="2919">
                  <c:v>0.28205128205128199</c:v>
                </c:pt>
                <c:pt idx="2920">
                  <c:v>0.27433628318584002</c:v>
                </c:pt>
                <c:pt idx="2921">
                  <c:v>0.30718954248365998</c:v>
                </c:pt>
                <c:pt idx="2922">
                  <c:v>0.24952015355086299</c:v>
                </c:pt>
                <c:pt idx="2923">
                  <c:v>0.27683615819209001</c:v>
                </c:pt>
                <c:pt idx="2924">
                  <c:v>0.37126865671641701</c:v>
                </c:pt>
                <c:pt idx="2925">
                  <c:v>0.24269662921348301</c:v>
                </c:pt>
                <c:pt idx="2926">
                  <c:v>0.28130671506352001</c:v>
                </c:pt>
                <c:pt idx="2927">
                  <c:v>0.35625000000000001</c:v>
                </c:pt>
                <c:pt idx="2928">
                  <c:v>0.321637426900584</c:v>
                </c:pt>
                <c:pt idx="2929">
                  <c:v>0.34504132231404899</c:v>
                </c:pt>
                <c:pt idx="2930">
                  <c:v>0.33950617283950602</c:v>
                </c:pt>
                <c:pt idx="2931">
                  <c:v>0.26162790697674398</c:v>
                </c:pt>
                <c:pt idx="2932">
                  <c:v>0.38888888888888801</c:v>
                </c:pt>
                <c:pt idx="2933">
                  <c:v>0.29389312977099202</c:v>
                </c:pt>
                <c:pt idx="2934">
                  <c:v>0.27383015597920202</c:v>
                </c:pt>
                <c:pt idx="2935">
                  <c:v>0.26050420168067201</c:v>
                </c:pt>
                <c:pt idx="2936">
                  <c:v>0.29132231404958597</c:v>
                </c:pt>
                <c:pt idx="2937">
                  <c:v>0.33832976445396101</c:v>
                </c:pt>
                <c:pt idx="2938">
                  <c:v>0.34415584415584399</c:v>
                </c:pt>
                <c:pt idx="2939">
                  <c:v>0.33975481611208402</c:v>
                </c:pt>
                <c:pt idx="2940">
                  <c:v>0.32089552238805902</c:v>
                </c:pt>
                <c:pt idx="2941">
                  <c:v>0.35872235872235803</c:v>
                </c:pt>
                <c:pt idx="2942">
                  <c:v>0.29589632829373602</c:v>
                </c:pt>
                <c:pt idx="2943">
                  <c:v>0.32135306553911203</c:v>
                </c:pt>
                <c:pt idx="2944">
                  <c:v>0.44255319148936101</c:v>
                </c:pt>
                <c:pt idx="2945">
                  <c:v>0.28463476070528898</c:v>
                </c:pt>
                <c:pt idx="2946">
                  <c:v>0.33950617283950602</c:v>
                </c:pt>
                <c:pt idx="2947">
                  <c:v>0.42180094786729799</c:v>
                </c:pt>
                <c:pt idx="2948">
                  <c:v>0.382743362831858</c:v>
                </c:pt>
                <c:pt idx="2949">
                  <c:v>0.40845070422535201</c:v>
                </c:pt>
                <c:pt idx="2950">
                  <c:v>0.40515222482435598</c:v>
                </c:pt>
                <c:pt idx="2951">
                  <c:v>0.31868131868131799</c:v>
                </c:pt>
                <c:pt idx="2952">
                  <c:v>0.461928934010152</c:v>
                </c:pt>
                <c:pt idx="2953">
                  <c:v>0.34120171673819699</c:v>
                </c:pt>
                <c:pt idx="2954">
                  <c:v>0.31906614785992199</c:v>
                </c:pt>
                <c:pt idx="2955">
                  <c:v>0.304245283018867</c:v>
                </c:pt>
                <c:pt idx="2956">
                  <c:v>0.33953488372092999</c:v>
                </c:pt>
                <c:pt idx="2957">
                  <c:v>0.39805825242718401</c:v>
                </c:pt>
                <c:pt idx="2958">
                  <c:v>0.41404805914972198</c:v>
                </c:pt>
                <c:pt idx="2959">
                  <c:v>0.41482965931863702</c:v>
                </c:pt>
                <c:pt idx="2960">
                  <c:v>0.30117647058823499</c:v>
                </c:pt>
                <c:pt idx="2961">
                  <c:v>0.33642691415313197</c:v>
                </c:pt>
                <c:pt idx="2962">
                  <c:v>0.27551020408163202</c:v>
                </c:pt>
                <c:pt idx="2963">
                  <c:v>0.30199999999999999</c:v>
                </c:pt>
                <c:pt idx="2964">
                  <c:v>0.40079365079364998</c:v>
                </c:pt>
                <c:pt idx="2965">
                  <c:v>0.26730310262529799</c:v>
                </c:pt>
                <c:pt idx="2966">
                  <c:v>0.31395348837209303</c:v>
                </c:pt>
                <c:pt idx="2967">
                  <c:v>0.39508928571428498</c:v>
                </c:pt>
                <c:pt idx="2968">
                  <c:v>0.35625000000000001</c:v>
                </c:pt>
                <c:pt idx="2969">
                  <c:v>0.382743362831858</c:v>
                </c:pt>
                <c:pt idx="2970">
                  <c:v>0.376651982378854</c:v>
                </c:pt>
                <c:pt idx="2971">
                  <c:v>0.29399585921325</c:v>
                </c:pt>
                <c:pt idx="2972">
                  <c:v>0.43198090692124103</c:v>
                </c:pt>
                <c:pt idx="2973">
                  <c:v>0.32048681541582102</c:v>
                </c:pt>
                <c:pt idx="2974">
                  <c:v>0.300184162062615</c:v>
                </c:pt>
                <c:pt idx="2975">
                  <c:v>0.28571428571428498</c:v>
                </c:pt>
                <c:pt idx="2976">
                  <c:v>0.31868131868131799</c:v>
                </c:pt>
                <c:pt idx="2977">
                  <c:v>0.37299771167048001</c:v>
                </c:pt>
                <c:pt idx="2978">
                  <c:v>0.37954939341421101</c:v>
                </c:pt>
                <c:pt idx="2979">
                  <c:v>0.37383177570093401</c:v>
                </c:pt>
                <c:pt idx="2980">
                  <c:v>0.32089552238805902</c:v>
                </c:pt>
                <c:pt idx="2981">
                  <c:v>0.35872235872235803</c:v>
                </c:pt>
                <c:pt idx="2982">
                  <c:v>0.29310344827586199</c:v>
                </c:pt>
                <c:pt idx="2983">
                  <c:v>0.32135306553911203</c:v>
                </c:pt>
                <c:pt idx="2984">
                  <c:v>0.43644067796610098</c:v>
                </c:pt>
                <c:pt idx="2985">
                  <c:v>0.28463476070528898</c:v>
                </c:pt>
                <c:pt idx="2986">
                  <c:v>0.33675564681724801</c:v>
                </c:pt>
                <c:pt idx="2987">
                  <c:v>0.42180094786729799</c:v>
                </c:pt>
                <c:pt idx="2988">
                  <c:v>0.382743362831858</c:v>
                </c:pt>
                <c:pt idx="2989">
                  <c:v>0.40845070422535201</c:v>
                </c:pt>
                <c:pt idx="2990">
                  <c:v>0.40515222482435598</c:v>
                </c:pt>
                <c:pt idx="2991">
                  <c:v>0.31291028446389402</c:v>
                </c:pt>
                <c:pt idx="2992">
                  <c:v>0.461928934010152</c:v>
                </c:pt>
                <c:pt idx="2993">
                  <c:v>0.34120171673819699</c:v>
                </c:pt>
                <c:pt idx="2994">
                  <c:v>0.31906614785992199</c:v>
                </c:pt>
                <c:pt idx="2995">
                  <c:v>0.304245283018867</c:v>
                </c:pt>
                <c:pt idx="2996">
                  <c:v>0.33953488372092999</c:v>
                </c:pt>
                <c:pt idx="2997">
                  <c:v>0.39805825242718401</c:v>
                </c:pt>
                <c:pt idx="2998">
                  <c:v>0.40625</c:v>
                </c:pt>
                <c:pt idx="2999">
                  <c:v>0.40918163672654601</c:v>
                </c:pt>
                <c:pt idx="3000">
                  <c:v>0.317617866004962</c:v>
                </c:pt>
                <c:pt idx="3001">
                  <c:v>0.355392156862745</c:v>
                </c:pt>
                <c:pt idx="3002">
                  <c:v>0.29032258064516098</c:v>
                </c:pt>
                <c:pt idx="3003">
                  <c:v>0.31856540084388102</c:v>
                </c:pt>
                <c:pt idx="3004">
                  <c:v>0.42436974789915899</c:v>
                </c:pt>
                <c:pt idx="3005">
                  <c:v>0.28140703517587901</c:v>
                </c:pt>
                <c:pt idx="3006">
                  <c:v>0.33128834355828202</c:v>
                </c:pt>
                <c:pt idx="3007">
                  <c:v>0.41843971631205601</c:v>
                </c:pt>
                <c:pt idx="3008">
                  <c:v>0.376651982378854</c:v>
                </c:pt>
                <c:pt idx="3009">
                  <c:v>0.40515222482435598</c:v>
                </c:pt>
                <c:pt idx="3010">
                  <c:v>0.39860139860139798</c:v>
                </c:pt>
                <c:pt idx="3011">
                  <c:v>0.31004366812227002</c:v>
                </c:pt>
                <c:pt idx="3012">
                  <c:v>0.45822784810126499</c:v>
                </c:pt>
                <c:pt idx="3013">
                  <c:v>0.33832976445396101</c:v>
                </c:pt>
                <c:pt idx="3014">
                  <c:v>0.316504854368932</c:v>
                </c:pt>
                <c:pt idx="3015">
                  <c:v>0.30117647058823499</c:v>
                </c:pt>
                <c:pt idx="3016">
                  <c:v>0.33642691415313197</c:v>
                </c:pt>
                <c:pt idx="3017">
                  <c:v>0.39467312348668199</c:v>
                </c:pt>
                <c:pt idx="3018">
                  <c:v>0.40109890109890101</c:v>
                </c:pt>
                <c:pt idx="3019">
                  <c:v>0.39525691699604698</c:v>
                </c:pt>
                <c:pt idx="3020">
                  <c:v>0.243559718969555</c:v>
                </c:pt>
                <c:pt idx="3021">
                  <c:v>0.27419354838709598</c:v>
                </c:pt>
                <c:pt idx="3022">
                  <c:v>0.22199592668024401</c:v>
                </c:pt>
                <c:pt idx="3023">
                  <c:v>0.25</c:v>
                </c:pt>
                <c:pt idx="3024">
                  <c:v>0.34257425742574199</c:v>
                </c:pt>
                <c:pt idx="3025">
                  <c:v>0.211401425178147</c:v>
                </c:pt>
                <c:pt idx="3026">
                  <c:v>0.24952015355086299</c:v>
                </c:pt>
                <c:pt idx="3027">
                  <c:v>0.31868131868131799</c:v>
                </c:pt>
                <c:pt idx="3028">
                  <c:v>0.28600823045267398</c:v>
                </c:pt>
                <c:pt idx="3029">
                  <c:v>0.30718954248365998</c:v>
                </c:pt>
                <c:pt idx="3030">
                  <c:v>0.30151843817787399</c:v>
                </c:pt>
                <c:pt idx="3031">
                  <c:v>0.22699386503067401</c:v>
                </c:pt>
                <c:pt idx="3032">
                  <c:v>0.34579439252336402</c:v>
                </c:pt>
                <c:pt idx="3033">
                  <c:v>0.25502008032128498</c:v>
                </c:pt>
                <c:pt idx="3034">
                  <c:v>0.246323529411764</c:v>
                </c:pt>
                <c:pt idx="3035">
                  <c:v>0.23162583518930899</c:v>
                </c:pt>
                <c:pt idx="3036">
                  <c:v>0.26039387308533901</c:v>
                </c:pt>
                <c:pt idx="3037">
                  <c:v>0.30316742081447901</c:v>
                </c:pt>
                <c:pt idx="3038">
                  <c:v>0.33275261324041799</c:v>
                </c:pt>
                <c:pt idx="3039">
                  <c:v>0.314711359404096</c:v>
                </c:pt>
                <c:pt idx="3040">
                  <c:v>0.33507853403141302</c:v>
                </c:pt>
                <c:pt idx="3041">
                  <c:v>0.375647668393782</c:v>
                </c:pt>
                <c:pt idx="3042">
                  <c:v>0.30909090909090903</c:v>
                </c:pt>
                <c:pt idx="3043">
                  <c:v>0.336302895322939</c:v>
                </c:pt>
                <c:pt idx="3044">
                  <c:v>0.479545454545454</c:v>
                </c:pt>
                <c:pt idx="3045">
                  <c:v>0.296296296296296</c:v>
                </c:pt>
                <c:pt idx="3046">
                  <c:v>0.34989200863930803</c:v>
                </c:pt>
                <c:pt idx="3047">
                  <c:v>0.44360902255639001</c:v>
                </c:pt>
                <c:pt idx="3048">
                  <c:v>0.39860139860139798</c:v>
                </c:pt>
                <c:pt idx="3049">
                  <c:v>0.42928039702233201</c:v>
                </c:pt>
                <c:pt idx="3050">
                  <c:v>0.422222222222222</c:v>
                </c:pt>
                <c:pt idx="3051">
                  <c:v>0.33025404157043797</c:v>
                </c:pt>
                <c:pt idx="3052">
                  <c:v>0.46296296296296202</c:v>
                </c:pt>
                <c:pt idx="3053">
                  <c:v>0.35440180586907399</c:v>
                </c:pt>
                <c:pt idx="3054">
                  <c:v>0.33401639344262202</c:v>
                </c:pt>
                <c:pt idx="3055">
                  <c:v>0.317617866004962</c:v>
                </c:pt>
                <c:pt idx="3056">
                  <c:v>0.355392156862745</c:v>
                </c:pt>
                <c:pt idx="3057">
                  <c:v>0.41794871794871702</c:v>
                </c:pt>
                <c:pt idx="3058">
                  <c:v>0.43274853801169499</c:v>
                </c:pt>
                <c:pt idx="3059">
                  <c:v>0.43644067796610098</c:v>
                </c:pt>
                <c:pt idx="3060">
                  <c:v>0.265446224256292</c:v>
                </c:pt>
                <c:pt idx="3061">
                  <c:v>0.29438202247190998</c:v>
                </c:pt>
                <c:pt idx="3062">
                  <c:v>0.24254473161033699</c:v>
                </c:pt>
                <c:pt idx="3063">
                  <c:v>0.26653696498054402</c:v>
                </c:pt>
                <c:pt idx="3064">
                  <c:v>0.36557059961315203</c:v>
                </c:pt>
                <c:pt idx="3065">
                  <c:v>0.23201856148491801</c:v>
                </c:pt>
                <c:pt idx="3066">
                  <c:v>0.27204502814258902</c:v>
                </c:pt>
                <c:pt idx="3067">
                  <c:v>0.33832976445396101</c:v>
                </c:pt>
                <c:pt idx="3068">
                  <c:v>0.30722891566264998</c:v>
                </c:pt>
                <c:pt idx="3069">
                  <c:v>0.329787234042553</c:v>
                </c:pt>
                <c:pt idx="3070">
                  <c:v>0.32415254237288099</c:v>
                </c:pt>
                <c:pt idx="3071">
                  <c:v>0.25</c:v>
                </c:pt>
                <c:pt idx="3072">
                  <c:v>0.37299771167048001</c:v>
                </c:pt>
                <c:pt idx="3073">
                  <c:v>0.271484375</c:v>
                </c:pt>
                <c:pt idx="3074">
                  <c:v>0.26296958855098301</c:v>
                </c:pt>
                <c:pt idx="3075">
                  <c:v>0.25217391304347803</c:v>
                </c:pt>
                <c:pt idx="3076">
                  <c:v>0.27931769722814498</c:v>
                </c:pt>
                <c:pt idx="3077">
                  <c:v>0.3215859030837</c:v>
                </c:pt>
                <c:pt idx="3078">
                  <c:v>0.351443123938879</c:v>
                </c:pt>
                <c:pt idx="3079">
                  <c:v>0.33636363636363598</c:v>
                </c:pt>
                <c:pt idx="3080">
                  <c:v>0.24223602484472001</c:v>
                </c:pt>
                <c:pt idx="3081">
                  <c:v>0.27032520325203202</c:v>
                </c:pt>
                <c:pt idx="3082">
                  <c:v>0.223826714801444</c:v>
                </c:pt>
                <c:pt idx="3083">
                  <c:v>0.245149911816578</c:v>
                </c:pt>
                <c:pt idx="3084">
                  <c:v>0.34210526315789402</c:v>
                </c:pt>
                <c:pt idx="3085">
                  <c:v>0.215189873417721</c:v>
                </c:pt>
                <c:pt idx="3086">
                  <c:v>0.256410256410256</c:v>
                </c:pt>
                <c:pt idx="3087">
                  <c:v>0.316504854368932</c:v>
                </c:pt>
                <c:pt idx="3088">
                  <c:v>0.28832116788321099</c:v>
                </c:pt>
                <c:pt idx="3089">
                  <c:v>0.30635838150289002</c:v>
                </c:pt>
                <c:pt idx="3090">
                  <c:v>0.30384615384615299</c:v>
                </c:pt>
                <c:pt idx="3091">
                  <c:v>0.23948811700182801</c:v>
                </c:pt>
                <c:pt idx="3092">
                  <c:v>0.34504132231404899</c:v>
                </c:pt>
                <c:pt idx="3093">
                  <c:v>0.26071428571428501</c:v>
                </c:pt>
                <c:pt idx="3094">
                  <c:v>0.24390243902438999</c:v>
                </c:pt>
                <c:pt idx="3095">
                  <c:v>0.23031496062992099</c:v>
                </c:pt>
                <c:pt idx="3096">
                  <c:v>0.25675675675675602</c:v>
                </c:pt>
                <c:pt idx="3097">
                  <c:v>0.29940119760479</c:v>
                </c:pt>
                <c:pt idx="3098">
                  <c:v>0.328703703703703</c:v>
                </c:pt>
                <c:pt idx="3099">
                  <c:v>0.31788079470198599</c:v>
                </c:pt>
                <c:pt idx="3100">
                  <c:v>0.20689655172413701</c:v>
                </c:pt>
                <c:pt idx="3101">
                  <c:v>0.237864077669902</c:v>
                </c:pt>
                <c:pt idx="3102">
                  <c:v>0.19438444924406001</c:v>
                </c:pt>
                <c:pt idx="3103">
                  <c:v>0.22033898305084701</c:v>
                </c:pt>
                <c:pt idx="3104">
                  <c:v>0.329787234042553</c:v>
                </c:pt>
                <c:pt idx="3105">
                  <c:v>0.17749999999999999</c:v>
                </c:pt>
                <c:pt idx="3106">
                  <c:v>0.22950819672131101</c:v>
                </c:pt>
                <c:pt idx="3107">
                  <c:v>0.28904428904428903</c:v>
                </c:pt>
                <c:pt idx="3108">
                  <c:v>0.26039387308533901</c:v>
                </c:pt>
                <c:pt idx="3109">
                  <c:v>0.27713625866050801</c:v>
                </c:pt>
                <c:pt idx="3110">
                  <c:v>0.27419354838709598</c:v>
                </c:pt>
                <c:pt idx="3111">
                  <c:v>0.21006564551422299</c:v>
                </c:pt>
                <c:pt idx="3112">
                  <c:v>0.317617866004962</c:v>
                </c:pt>
                <c:pt idx="3113">
                  <c:v>0.238709677419354</c:v>
                </c:pt>
                <c:pt idx="3114">
                  <c:v>0.220703125</c:v>
                </c:pt>
                <c:pt idx="3115">
                  <c:v>0.19718309859154901</c:v>
                </c:pt>
                <c:pt idx="3116">
                  <c:v>0.22632794457274799</c:v>
                </c:pt>
                <c:pt idx="3117">
                  <c:v>0.27033492822966498</c:v>
                </c:pt>
                <c:pt idx="3118">
                  <c:v>0.32956685499058302</c:v>
                </c:pt>
                <c:pt idx="3119">
                  <c:v>0.29940119760479</c:v>
                </c:pt>
                <c:pt idx="3120">
                  <c:v>0.237864077669902</c:v>
                </c:pt>
                <c:pt idx="3121">
                  <c:v>0.27033492822966498</c:v>
                </c:pt>
                <c:pt idx="3122">
                  <c:v>0.22292993630573199</c:v>
                </c:pt>
                <c:pt idx="3123">
                  <c:v>0.247401247401247</c:v>
                </c:pt>
                <c:pt idx="3124">
                  <c:v>0.36477987421383601</c:v>
                </c:pt>
                <c:pt idx="3125">
                  <c:v>0.20689655172413701</c:v>
                </c:pt>
                <c:pt idx="3126">
                  <c:v>0.26008064516128998</c:v>
                </c:pt>
                <c:pt idx="3127">
                  <c:v>0.32413793103448202</c:v>
                </c:pt>
                <c:pt idx="3128">
                  <c:v>0.29310344827586199</c:v>
                </c:pt>
                <c:pt idx="3129">
                  <c:v>0.31207289293849599</c:v>
                </c:pt>
                <c:pt idx="3130">
                  <c:v>0.30909090909090903</c:v>
                </c:pt>
                <c:pt idx="3131">
                  <c:v>0.24137931034482701</c:v>
                </c:pt>
                <c:pt idx="3132">
                  <c:v>0.355392156862745</c:v>
                </c:pt>
                <c:pt idx="3133">
                  <c:v>0.265822784810126</c:v>
                </c:pt>
                <c:pt idx="3134">
                  <c:v>0.247126436781609</c:v>
                </c:pt>
                <c:pt idx="3135">
                  <c:v>0.22632794457274799</c:v>
                </c:pt>
                <c:pt idx="3136">
                  <c:v>0.256818181818181</c:v>
                </c:pt>
                <c:pt idx="3137">
                  <c:v>0.304245283018867</c:v>
                </c:pt>
                <c:pt idx="3138">
                  <c:v>0.35608856088560797</c:v>
                </c:pt>
                <c:pt idx="3139">
                  <c:v>0.33202357563850599</c:v>
                </c:pt>
                <c:pt idx="3140">
                  <c:v>0.28463476070528898</c:v>
                </c:pt>
                <c:pt idx="3141">
                  <c:v>0.32089552238805902</c:v>
                </c:pt>
                <c:pt idx="3142">
                  <c:v>0.26593406593406499</c:v>
                </c:pt>
                <c:pt idx="3143">
                  <c:v>0.29032258064516098</c:v>
                </c:pt>
                <c:pt idx="3144">
                  <c:v>0.42139737991266302</c:v>
                </c:pt>
                <c:pt idx="3145">
                  <c:v>0.25</c:v>
                </c:pt>
                <c:pt idx="3146">
                  <c:v>0.30753138075313802</c:v>
                </c:pt>
                <c:pt idx="3147">
                  <c:v>0.38129496402877699</c:v>
                </c:pt>
                <c:pt idx="3148">
                  <c:v>0.34529147982062702</c:v>
                </c:pt>
                <c:pt idx="3149">
                  <c:v>0.36817102137767199</c:v>
                </c:pt>
                <c:pt idx="3150">
                  <c:v>0.36492890995260602</c:v>
                </c:pt>
                <c:pt idx="3151">
                  <c:v>0.288590604026845</c:v>
                </c:pt>
                <c:pt idx="3152">
                  <c:v>0.41794871794871702</c:v>
                </c:pt>
                <c:pt idx="3153">
                  <c:v>0.31004366812227002</c:v>
                </c:pt>
                <c:pt idx="3154">
                  <c:v>0.28910891089108898</c:v>
                </c:pt>
                <c:pt idx="3155">
                  <c:v>0.27033492822966498</c:v>
                </c:pt>
                <c:pt idx="3156">
                  <c:v>0.304245283018867</c:v>
                </c:pt>
                <c:pt idx="3157">
                  <c:v>0.35872235872235803</c:v>
                </c:pt>
                <c:pt idx="3158">
                  <c:v>0.4</c:v>
                </c:pt>
                <c:pt idx="3159">
                  <c:v>0.38650306748466201</c:v>
                </c:pt>
                <c:pt idx="3160">
                  <c:v>0.42736842105263101</c:v>
                </c:pt>
                <c:pt idx="3161">
                  <c:v>0.43204868154158199</c:v>
                </c:pt>
                <c:pt idx="3162">
                  <c:v>0.37589928057553901</c:v>
                </c:pt>
                <c:pt idx="3163">
                  <c:v>0.37716262975778497</c:v>
                </c:pt>
                <c:pt idx="3164">
                  <c:v>0.37539936102236399</c:v>
                </c:pt>
                <c:pt idx="3165">
                  <c:v>0.39400428265524601</c:v>
                </c:pt>
                <c:pt idx="3166">
                  <c:v>0.36859504132231402</c:v>
                </c:pt>
                <c:pt idx="3167">
                  <c:v>0.42193308550185799</c:v>
                </c:pt>
                <c:pt idx="3168">
                  <c:v>0.394045534150612</c:v>
                </c:pt>
                <c:pt idx="3169">
                  <c:v>0.41929499072356202</c:v>
                </c:pt>
                <c:pt idx="3170">
                  <c:v>0.41666666666666602</c:v>
                </c:pt>
                <c:pt idx="3171">
                  <c:v>0.38838475499092501</c:v>
                </c:pt>
                <c:pt idx="3172">
                  <c:v>0.49694501018329901</c:v>
                </c:pt>
                <c:pt idx="3173">
                  <c:v>0.38917975567190199</c:v>
                </c:pt>
                <c:pt idx="3174">
                  <c:v>0.35164835164835101</c:v>
                </c:pt>
                <c:pt idx="3175">
                  <c:v>0.40357852882703699</c:v>
                </c:pt>
                <c:pt idx="3176">
                  <c:v>0.40804597701149398</c:v>
                </c:pt>
                <c:pt idx="3177">
                  <c:v>0.43274853801169499</c:v>
                </c:pt>
                <c:pt idx="3178">
                  <c:v>0.33241379310344799</c:v>
                </c:pt>
                <c:pt idx="3179">
                  <c:v>0.36225266362252601</c:v>
                </c:pt>
                <c:pt idx="3180">
                  <c:v>0.37061403508771901</c:v>
                </c:pt>
                <c:pt idx="3181">
                  <c:v>0.40604751619870399</c:v>
                </c:pt>
                <c:pt idx="3182">
                  <c:v>0.33207547169811302</c:v>
                </c:pt>
                <c:pt idx="3183">
                  <c:v>0.35859519408502699</c:v>
                </c:pt>
                <c:pt idx="3184">
                  <c:v>0.38917975567190199</c:v>
                </c:pt>
                <c:pt idx="3185">
                  <c:v>0.336302895322939</c:v>
                </c:pt>
                <c:pt idx="3186">
                  <c:v>0.361209964412811</c:v>
                </c:pt>
                <c:pt idx="3187">
                  <c:v>0.43204868154158199</c:v>
                </c:pt>
                <c:pt idx="3188">
                  <c:v>0.39204545454545398</c:v>
                </c:pt>
                <c:pt idx="3189">
                  <c:v>0.42052313883299702</c:v>
                </c:pt>
                <c:pt idx="3190">
                  <c:v>0.41482965931863702</c:v>
                </c:pt>
                <c:pt idx="3191">
                  <c:v>0.34732824427480902</c:v>
                </c:pt>
                <c:pt idx="3192">
                  <c:v>0.48358862144420101</c:v>
                </c:pt>
                <c:pt idx="3193">
                  <c:v>0.37383177570093401</c:v>
                </c:pt>
                <c:pt idx="3194">
                  <c:v>0.34686971235194503</c:v>
                </c:pt>
                <c:pt idx="3195">
                  <c:v>0.35062240663900401</c:v>
                </c:pt>
                <c:pt idx="3196">
                  <c:v>0.38367346938775498</c:v>
                </c:pt>
                <c:pt idx="3197">
                  <c:v>0.433403805496828</c:v>
                </c:pt>
                <c:pt idx="3198">
                  <c:v>0.36432926829268197</c:v>
                </c:pt>
                <c:pt idx="3199">
                  <c:v>0.37313432835820898</c:v>
                </c:pt>
                <c:pt idx="3200">
                  <c:v>0.200980392156862</c:v>
                </c:pt>
                <c:pt idx="3201">
                  <c:v>0.22891566265060201</c:v>
                </c:pt>
                <c:pt idx="3202">
                  <c:v>0.18924731182795601</c:v>
                </c:pt>
                <c:pt idx="3203">
                  <c:v>0.21263157894736801</c:v>
                </c:pt>
                <c:pt idx="3204">
                  <c:v>0.31856540084388102</c:v>
                </c:pt>
                <c:pt idx="3205">
                  <c:v>0.171641791044776</c:v>
                </c:pt>
                <c:pt idx="3206">
                  <c:v>0.22199592668024401</c:v>
                </c:pt>
                <c:pt idx="3207">
                  <c:v>0.27419354838709598</c:v>
                </c:pt>
                <c:pt idx="3208">
                  <c:v>0.24945770065075901</c:v>
                </c:pt>
                <c:pt idx="3209">
                  <c:v>0.265446224256292</c:v>
                </c:pt>
                <c:pt idx="3210">
                  <c:v>0.26255707762557001</c:v>
                </c:pt>
                <c:pt idx="3211">
                  <c:v>0.20479302832244001</c:v>
                </c:pt>
                <c:pt idx="3212">
                  <c:v>0.30788177339901401</c:v>
                </c:pt>
                <c:pt idx="3213">
                  <c:v>0.23076923076923</c:v>
                </c:pt>
                <c:pt idx="3214">
                  <c:v>0.21124031007751901</c:v>
                </c:pt>
                <c:pt idx="3215">
                  <c:v>0.19158878504672799</c:v>
                </c:pt>
                <c:pt idx="3216">
                  <c:v>0.21788990825688001</c:v>
                </c:pt>
                <c:pt idx="3217">
                  <c:v>0.25531914893617003</c:v>
                </c:pt>
                <c:pt idx="3218">
                  <c:v>0.31962616822429901</c:v>
                </c:pt>
                <c:pt idx="3219">
                  <c:v>0.28910891089108898</c:v>
                </c:pt>
                <c:pt idx="3220">
                  <c:v>0.231884057971014</c:v>
                </c:pt>
                <c:pt idx="3221">
                  <c:v>0.26128266033254099</c:v>
                </c:pt>
                <c:pt idx="3222">
                  <c:v>0.217758985200845</c:v>
                </c:pt>
                <c:pt idx="3223">
                  <c:v>0.23966942148760301</c:v>
                </c:pt>
                <c:pt idx="3224">
                  <c:v>0.35343035343035301</c:v>
                </c:pt>
                <c:pt idx="3225">
                  <c:v>0.200980392156862</c:v>
                </c:pt>
                <c:pt idx="3226">
                  <c:v>0.25250501002004</c:v>
                </c:pt>
                <c:pt idx="3227">
                  <c:v>0.30909090909090903</c:v>
                </c:pt>
                <c:pt idx="3228">
                  <c:v>0.28205128205128199</c:v>
                </c:pt>
                <c:pt idx="3229">
                  <c:v>0.30022573363431099</c:v>
                </c:pt>
                <c:pt idx="3230">
                  <c:v>0.29729729729729698</c:v>
                </c:pt>
                <c:pt idx="3231">
                  <c:v>0.23605150214592199</c:v>
                </c:pt>
                <c:pt idx="3232">
                  <c:v>0.34549878345498702</c:v>
                </c:pt>
                <c:pt idx="3233">
                  <c:v>0.25786163522012501</c:v>
                </c:pt>
                <c:pt idx="3234">
                  <c:v>0.23764258555133</c:v>
                </c:pt>
                <c:pt idx="3235">
                  <c:v>0.22068965517241301</c:v>
                </c:pt>
                <c:pt idx="3236">
                  <c:v>0.24830699774266299</c:v>
                </c:pt>
                <c:pt idx="3237">
                  <c:v>0.28904428904428903</c:v>
                </c:pt>
                <c:pt idx="3238">
                  <c:v>0.34615384615384598</c:v>
                </c:pt>
                <c:pt idx="3239">
                  <c:v>0.321637426900584</c:v>
                </c:pt>
                <c:pt idx="3240">
                  <c:v>0.19696969696969599</c:v>
                </c:pt>
                <c:pt idx="3241">
                  <c:v>0.22292993630573199</c:v>
                </c:pt>
                <c:pt idx="3242">
                  <c:v>0.18371212121212099</c:v>
                </c:pt>
                <c:pt idx="3243">
                  <c:v>0.20555555555555499</c:v>
                </c:pt>
                <c:pt idx="3244">
                  <c:v>0.29541284403669699</c:v>
                </c:pt>
                <c:pt idx="3245">
                  <c:v>0.16960352422907399</c:v>
                </c:pt>
                <c:pt idx="3246">
                  <c:v>0.21071428571428499</c:v>
                </c:pt>
                <c:pt idx="3247">
                  <c:v>0.26262626262626199</c:v>
                </c:pt>
                <c:pt idx="3248">
                  <c:v>0.23764258555133</c:v>
                </c:pt>
                <c:pt idx="3249">
                  <c:v>0.25250501002004</c:v>
                </c:pt>
                <c:pt idx="3250">
                  <c:v>0.25</c:v>
                </c:pt>
                <c:pt idx="3251">
                  <c:v>0.19502868068833601</c:v>
                </c:pt>
                <c:pt idx="3252">
                  <c:v>0.29310344827586199</c:v>
                </c:pt>
                <c:pt idx="3253">
                  <c:v>0.221388367729831</c:v>
                </c:pt>
                <c:pt idx="3254">
                  <c:v>0.20272572402044201</c:v>
                </c:pt>
                <c:pt idx="3255">
                  <c:v>0.187628865979381</c:v>
                </c:pt>
                <c:pt idx="3256">
                  <c:v>0.21212121212121199</c:v>
                </c:pt>
                <c:pt idx="3257">
                  <c:v>0.247401247401247</c:v>
                </c:pt>
                <c:pt idx="3258">
                  <c:v>0.29220779220779203</c:v>
                </c:pt>
                <c:pt idx="3259">
                  <c:v>0.26943005181347102</c:v>
                </c:pt>
                <c:pt idx="3260">
                  <c:v>0.22292993630573199</c:v>
                </c:pt>
                <c:pt idx="3261">
                  <c:v>0.247401247401247</c:v>
                </c:pt>
                <c:pt idx="3262">
                  <c:v>0.207792207792207</c:v>
                </c:pt>
                <c:pt idx="3263">
                  <c:v>0.22603978300180799</c:v>
                </c:pt>
                <c:pt idx="3264">
                  <c:v>0.32194244604316502</c:v>
                </c:pt>
                <c:pt idx="3265">
                  <c:v>0.19438444924406001</c:v>
                </c:pt>
                <c:pt idx="3266">
                  <c:v>0.23642732049036699</c:v>
                </c:pt>
                <c:pt idx="3267">
                  <c:v>0.28656126482213401</c:v>
                </c:pt>
                <c:pt idx="3268">
                  <c:v>0.26256983240223403</c:v>
                </c:pt>
                <c:pt idx="3269">
                  <c:v>0.27897838899803501</c:v>
                </c:pt>
                <c:pt idx="3270">
                  <c:v>0.27647058823529402</c:v>
                </c:pt>
                <c:pt idx="3271">
                  <c:v>0.221388367729831</c:v>
                </c:pt>
                <c:pt idx="3272">
                  <c:v>0.32415254237288099</c:v>
                </c:pt>
                <c:pt idx="3273">
                  <c:v>0.24175824175824101</c:v>
                </c:pt>
                <c:pt idx="3274">
                  <c:v>0.22296173044925099</c:v>
                </c:pt>
                <c:pt idx="3275">
                  <c:v>0.21212121212121199</c:v>
                </c:pt>
                <c:pt idx="3276">
                  <c:v>0.235177865612648</c:v>
                </c:pt>
                <c:pt idx="3277">
                  <c:v>0.27032520325203202</c:v>
                </c:pt>
                <c:pt idx="3278">
                  <c:v>0.312202852614897</c:v>
                </c:pt>
                <c:pt idx="3279">
                  <c:v>0.294416243654822</c:v>
                </c:pt>
                <c:pt idx="3280">
                  <c:v>0.38888888888888801</c:v>
                </c:pt>
                <c:pt idx="3281">
                  <c:v>0.41521739130434698</c:v>
                </c:pt>
                <c:pt idx="3282">
                  <c:v>0.34732824427480902</c:v>
                </c:pt>
                <c:pt idx="3283">
                  <c:v>0.36617100371747202</c:v>
                </c:pt>
                <c:pt idx="3284">
                  <c:v>0.37954939341421101</c:v>
                </c:pt>
                <c:pt idx="3285">
                  <c:v>0.35440180586907399</c:v>
                </c:pt>
                <c:pt idx="3286">
                  <c:v>0.361209964412811</c:v>
                </c:pt>
                <c:pt idx="3287">
                  <c:v>0.42626262626262601</c:v>
                </c:pt>
                <c:pt idx="3288">
                  <c:v>0.38679245283018798</c:v>
                </c:pt>
                <c:pt idx="3289">
                  <c:v>0.41482965931863702</c:v>
                </c:pt>
                <c:pt idx="3290">
                  <c:v>0.40918163672654601</c:v>
                </c:pt>
                <c:pt idx="3291">
                  <c:v>0.36293436293436199</c:v>
                </c:pt>
                <c:pt idx="3292">
                  <c:v>0.5</c:v>
                </c:pt>
                <c:pt idx="3293">
                  <c:v>0.38157894736842102</c:v>
                </c:pt>
                <c:pt idx="3294">
                  <c:v>0.34232715008431702</c:v>
                </c:pt>
                <c:pt idx="3295">
                  <c:v>0.36764705882352899</c:v>
                </c:pt>
                <c:pt idx="3296">
                  <c:v>0.392197125256673</c:v>
                </c:pt>
                <c:pt idx="3297">
                  <c:v>0.430379746835443</c:v>
                </c:pt>
                <c:pt idx="3298">
                  <c:v>0.35196374622356402</c:v>
                </c:pt>
                <c:pt idx="3299">
                  <c:v>0.36408566721581498</c:v>
                </c:pt>
                <c:pt idx="3300">
                  <c:v>0.171641791044776</c:v>
                </c:pt>
                <c:pt idx="3301">
                  <c:v>0.19804400977995101</c:v>
                </c:pt>
                <c:pt idx="3302">
                  <c:v>0.16192560175054699</c:v>
                </c:pt>
                <c:pt idx="3303">
                  <c:v>0.18415417558886499</c:v>
                </c:pt>
                <c:pt idx="3304">
                  <c:v>0.28205128205128199</c:v>
                </c:pt>
                <c:pt idx="3305">
                  <c:v>0.14393939393939301</c:v>
                </c:pt>
                <c:pt idx="3306">
                  <c:v>0.19254658385093101</c:v>
                </c:pt>
                <c:pt idx="3307">
                  <c:v>0.240654205607476</c:v>
                </c:pt>
                <c:pt idx="3308">
                  <c:v>0.21806167400880999</c:v>
                </c:pt>
                <c:pt idx="3309">
                  <c:v>0.23201856148491801</c:v>
                </c:pt>
                <c:pt idx="3310">
                  <c:v>0.22916666666666599</c:v>
                </c:pt>
                <c:pt idx="3311">
                  <c:v>0.17477876106194601</c:v>
                </c:pt>
                <c:pt idx="3312">
                  <c:v>0.27182044887780499</c:v>
                </c:pt>
                <c:pt idx="3313">
                  <c:v>0.19956616052060699</c:v>
                </c:pt>
                <c:pt idx="3314">
                  <c:v>0.185770750988142</c:v>
                </c:pt>
                <c:pt idx="3315">
                  <c:v>0.163895486935866</c:v>
                </c:pt>
                <c:pt idx="3316">
                  <c:v>0.188811188811188</c:v>
                </c:pt>
                <c:pt idx="3317">
                  <c:v>0.22302158273381201</c:v>
                </c:pt>
                <c:pt idx="3318">
                  <c:v>0.28652751423149903</c:v>
                </c:pt>
                <c:pt idx="3319">
                  <c:v>0.25754527162977803</c:v>
                </c:pt>
                <c:pt idx="3320">
                  <c:v>0.25260960334029198</c:v>
                </c:pt>
                <c:pt idx="3321">
                  <c:v>0.27811860940695299</c:v>
                </c:pt>
                <c:pt idx="3322">
                  <c:v>0.23049001814882</c:v>
                </c:pt>
                <c:pt idx="3323">
                  <c:v>0.25177304964538999</c:v>
                </c:pt>
                <c:pt idx="3324">
                  <c:v>0.33741258741258701</c:v>
                </c:pt>
                <c:pt idx="3325">
                  <c:v>0.22292993630573199</c:v>
                </c:pt>
                <c:pt idx="3326">
                  <c:v>0.256410256410256</c:v>
                </c:pt>
                <c:pt idx="3327">
                  <c:v>0.321637426900584</c:v>
                </c:pt>
                <c:pt idx="3328">
                  <c:v>0.28832116788321099</c:v>
                </c:pt>
                <c:pt idx="3329">
                  <c:v>0.30888030888030799</c:v>
                </c:pt>
                <c:pt idx="3330">
                  <c:v>0.30384615384615299</c:v>
                </c:pt>
                <c:pt idx="3331">
                  <c:v>0.24175824175824101</c:v>
                </c:pt>
                <c:pt idx="3332">
                  <c:v>0.35343035343035301</c:v>
                </c:pt>
                <c:pt idx="3333">
                  <c:v>0.26750448833034102</c:v>
                </c:pt>
                <c:pt idx="3334">
                  <c:v>0.24796084828711201</c:v>
                </c:pt>
                <c:pt idx="3335">
                  <c:v>0.240079365079365</c:v>
                </c:pt>
                <c:pt idx="3336">
                  <c:v>0.26407766990291198</c:v>
                </c:pt>
                <c:pt idx="3337">
                  <c:v>0.304609218436873</c:v>
                </c:pt>
                <c:pt idx="3338">
                  <c:v>0.31852986217457802</c:v>
                </c:pt>
                <c:pt idx="3339">
                  <c:v>0.30921052631578899</c:v>
                </c:pt>
                <c:pt idx="3340">
                  <c:v>0.298122065727699</c:v>
                </c:pt>
                <c:pt idx="3341">
                  <c:v>0.33025404157043797</c:v>
                </c:pt>
                <c:pt idx="3342">
                  <c:v>0.27551020408163202</c:v>
                </c:pt>
                <c:pt idx="3343">
                  <c:v>0.29681274900398402</c:v>
                </c:pt>
                <c:pt idx="3344">
                  <c:v>0.40637450199203101</c:v>
                </c:pt>
                <c:pt idx="3345">
                  <c:v>0.26428571428571401</c:v>
                </c:pt>
                <c:pt idx="3346">
                  <c:v>0.31395348837209303</c:v>
                </c:pt>
                <c:pt idx="3347">
                  <c:v>0.382743362831858</c:v>
                </c:pt>
                <c:pt idx="3348">
                  <c:v>0.35062240663900401</c:v>
                </c:pt>
                <c:pt idx="3349">
                  <c:v>0.37362637362637302</c:v>
                </c:pt>
                <c:pt idx="3350">
                  <c:v>0.37061403508771901</c:v>
                </c:pt>
                <c:pt idx="3351">
                  <c:v>0.29668049792531098</c:v>
                </c:pt>
                <c:pt idx="3352">
                  <c:v>0.42517814726840802</c:v>
                </c:pt>
                <c:pt idx="3353">
                  <c:v>0.31515151515151502</c:v>
                </c:pt>
                <c:pt idx="3354">
                  <c:v>0.293040293040293</c:v>
                </c:pt>
                <c:pt idx="3355">
                  <c:v>0.28285077951002202</c:v>
                </c:pt>
                <c:pt idx="3356">
                  <c:v>0.31291028446389402</c:v>
                </c:pt>
                <c:pt idx="3357">
                  <c:v>0.36054421768707401</c:v>
                </c:pt>
                <c:pt idx="3358">
                  <c:v>0.38194444444444398</c:v>
                </c:pt>
                <c:pt idx="3359">
                  <c:v>0.37898686679174398</c:v>
                </c:pt>
                <c:pt idx="3360">
                  <c:v>0.28000000000000003</c:v>
                </c:pt>
                <c:pt idx="3361">
                  <c:v>0.30718954248365998</c:v>
                </c:pt>
                <c:pt idx="3362">
                  <c:v>0.25675675675675602</c:v>
                </c:pt>
                <c:pt idx="3363">
                  <c:v>0.27683615819209001</c:v>
                </c:pt>
                <c:pt idx="3364">
                  <c:v>0.36871508379888202</c:v>
                </c:pt>
                <c:pt idx="3365">
                  <c:v>0.24830699774266299</c:v>
                </c:pt>
                <c:pt idx="3366">
                  <c:v>0.28832116788321099</c:v>
                </c:pt>
                <c:pt idx="3367">
                  <c:v>0.35625000000000001</c:v>
                </c:pt>
                <c:pt idx="3368">
                  <c:v>0.321637426900584</c:v>
                </c:pt>
                <c:pt idx="3369">
                  <c:v>0.34504132231404899</c:v>
                </c:pt>
                <c:pt idx="3370">
                  <c:v>0.33950617283950602</c:v>
                </c:pt>
                <c:pt idx="3371">
                  <c:v>0.27397260273972601</c:v>
                </c:pt>
                <c:pt idx="3372">
                  <c:v>0.39508928571428498</c:v>
                </c:pt>
                <c:pt idx="3373">
                  <c:v>0.29389312977099202</c:v>
                </c:pt>
                <c:pt idx="3374">
                  <c:v>0.27383015597920202</c:v>
                </c:pt>
                <c:pt idx="3375">
                  <c:v>0.265822784810126</c:v>
                </c:pt>
                <c:pt idx="3376">
                  <c:v>0.29132231404958597</c:v>
                </c:pt>
                <c:pt idx="3377">
                  <c:v>0.335470085470085</c:v>
                </c:pt>
                <c:pt idx="3378">
                  <c:v>0.34853420195439699</c:v>
                </c:pt>
                <c:pt idx="3379">
                  <c:v>0.34446397188049199</c:v>
                </c:pt>
                <c:pt idx="3380">
                  <c:v>0.298122065727699</c:v>
                </c:pt>
                <c:pt idx="3381">
                  <c:v>0.33025404157043797</c:v>
                </c:pt>
                <c:pt idx="3382">
                  <c:v>0.27291242362525397</c:v>
                </c:pt>
                <c:pt idx="3383">
                  <c:v>0.29681274900398402</c:v>
                </c:pt>
                <c:pt idx="3384">
                  <c:v>0.39801980198019798</c:v>
                </c:pt>
                <c:pt idx="3385">
                  <c:v>0.26428571428571401</c:v>
                </c:pt>
                <c:pt idx="3386">
                  <c:v>0.31141199226305599</c:v>
                </c:pt>
                <c:pt idx="3387">
                  <c:v>0.382743362831858</c:v>
                </c:pt>
                <c:pt idx="3388">
                  <c:v>0.34782608695652101</c:v>
                </c:pt>
                <c:pt idx="3389">
                  <c:v>0.37362637362637302</c:v>
                </c:pt>
                <c:pt idx="3390">
                  <c:v>0.36761487964988998</c:v>
                </c:pt>
                <c:pt idx="3391">
                  <c:v>0.29132231404958597</c:v>
                </c:pt>
                <c:pt idx="3392">
                  <c:v>0.42517814726840802</c:v>
                </c:pt>
                <c:pt idx="3393">
                  <c:v>0.31515151515151502</c:v>
                </c:pt>
                <c:pt idx="3394">
                  <c:v>0.293040293040293</c:v>
                </c:pt>
                <c:pt idx="3395">
                  <c:v>0.28285077951002202</c:v>
                </c:pt>
                <c:pt idx="3396">
                  <c:v>0.31291028446389402</c:v>
                </c:pt>
                <c:pt idx="3397">
                  <c:v>0.36054421768707401</c:v>
                </c:pt>
                <c:pt idx="3398">
                  <c:v>0.37241379310344802</c:v>
                </c:pt>
                <c:pt idx="3399">
                  <c:v>0.37126865671641701</c:v>
                </c:pt>
                <c:pt idx="3400">
                  <c:v>0.29508196721311403</c:v>
                </c:pt>
                <c:pt idx="3401">
                  <c:v>0.32413793103448202</c:v>
                </c:pt>
                <c:pt idx="3402">
                  <c:v>0.27032520325203202</c:v>
                </c:pt>
                <c:pt idx="3403">
                  <c:v>0.29166666666666602</c:v>
                </c:pt>
                <c:pt idx="3404">
                  <c:v>0.38976377952755897</c:v>
                </c:pt>
                <c:pt idx="3405">
                  <c:v>0.26128266033254099</c:v>
                </c:pt>
                <c:pt idx="3406">
                  <c:v>0.30384615384615299</c:v>
                </c:pt>
                <c:pt idx="3407">
                  <c:v>0.376651982378854</c:v>
                </c:pt>
                <c:pt idx="3408">
                  <c:v>0.33950617283950602</c:v>
                </c:pt>
                <c:pt idx="3409">
                  <c:v>0.36462882096069799</c:v>
                </c:pt>
                <c:pt idx="3410">
                  <c:v>0.35869565217391303</c:v>
                </c:pt>
                <c:pt idx="3411">
                  <c:v>0.28865979381443202</c:v>
                </c:pt>
                <c:pt idx="3412">
                  <c:v>0.41843971631205601</c:v>
                </c:pt>
                <c:pt idx="3413">
                  <c:v>0.309859154929577</c:v>
                </c:pt>
                <c:pt idx="3414">
                  <c:v>0.28832116788321099</c:v>
                </c:pt>
                <c:pt idx="3415">
                  <c:v>0.28000000000000003</c:v>
                </c:pt>
                <c:pt idx="3416">
                  <c:v>0.30718954248365998</c:v>
                </c:pt>
                <c:pt idx="3417">
                  <c:v>0.35440180586907399</c:v>
                </c:pt>
                <c:pt idx="3418">
                  <c:v>0.36769759450171802</c:v>
                </c:pt>
                <c:pt idx="3419">
                  <c:v>0.36363636363636298</c:v>
                </c:pt>
                <c:pt idx="3420">
                  <c:v>0.22075055187637899</c:v>
                </c:pt>
                <c:pt idx="3421">
                  <c:v>0.24945770065075901</c:v>
                </c:pt>
                <c:pt idx="3422">
                  <c:v>0.20192307692307601</c:v>
                </c:pt>
                <c:pt idx="3423">
                  <c:v>0.228301886792452</c:v>
                </c:pt>
                <c:pt idx="3424">
                  <c:v>0.314711359404096</c:v>
                </c:pt>
                <c:pt idx="3425">
                  <c:v>0.19058295964125499</c:v>
                </c:pt>
                <c:pt idx="3426">
                  <c:v>0.22826086956521699</c:v>
                </c:pt>
                <c:pt idx="3427">
                  <c:v>0.28600823045267398</c:v>
                </c:pt>
                <c:pt idx="3428">
                  <c:v>0.26162790697674398</c:v>
                </c:pt>
                <c:pt idx="3429">
                  <c:v>0.27811860940695299</c:v>
                </c:pt>
                <c:pt idx="3430">
                  <c:v>0.27551020408163202</c:v>
                </c:pt>
                <c:pt idx="3431">
                  <c:v>0.20889748549323001</c:v>
                </c:pt>
                <c:pt idx="3432">
                  <c:v>0.31578947368421001</c:v>
                </c:pt>
                <c:pt idx="3433">
                  <c:v>0.23529411764705799</c:v>
                </c:pt>
                <c:pt idx="3434">
                  <c:v>0.223570190641247</c:v>
                </c:pt>
                <c:pt idx="3435">
                  <c:v>0.21008403361344499</c:v>
                </c:pt>
                <c:pt idx="3436">
                  <c:v>0.23711340206185499</c:v>
                </c:pt>
                <c:pt idx="3437">
                  <c:v>0.27118644067796599</c:v>
                </c:pt>
                <c:pt idx="3438">
                  <c:v>0.30921052631578899</c:v>
                </c:pt>
                <c:pt idx="3439">
                  <c:v>0.28947368421052599</c:v>
                </c:pt>
                <c:pt idx="3440">
                  <c:v>0.31111111111111101</c:v>
                </c:pt>
                <c:pt idx="3441">
                  <c:v>0.34549878345498702</c:v>
                </c:pt>
                <c:pt idx="3442">
                  <c:v>0.28755364806866901</c:v>
                </c:pt>
                <c:pt idx="3443">
                  <c:v>0.310272536687631</c:v>
                </c:pt>
                <c:pt idx="3444">
                  <c:v>0.43949044585987201</c:v>
                </c:pt>
                <c:pt idx="3445">
                  <c:v>0.27500000000000002</c:v>
                </c:pt>
                <c:pt idx="3446">
                  <c:v>0.32317073170731703</c:v>
                </c:pt>
                <c:pt idx="3447">
                  <c:v>0.401869158878504</c:v>
                </c:pt>
                <c:pt idx="3448">
                  <c:v>0.36462882096069799</c:v>
                </c:pt>
                <c:pt idx="3449">
                  <c:v>0.39211136890951198</c:v>
                </c:pt>
                <c:pt idx="3450">
                  <c:v>0.38568129330253997</c:v>
                </c:pt>
                <c:pt idx="3451">
                  <c:v>0.30718954248365998</c:v>
                </c:pt>
                <c:pt idx="3452">
                  <c:v>0.42928039702233201</c:v>
                </c:pt>
                <c:pt idx="3453">
                  <c:v>0.32696390658174002</c:v>
                </c:pt>
                <c:pt idx="3454">
                  <c:v>0.30635838150289002</c:v>
                </c:pt>
                <c:pt idx="3455">
                  <c:v>0.29508196721311403</c:v>
                </c:pt>
                <c:pt idx="3456">
                  <c:v>0.32718894009216498</c:v>
                </c:pt>
                <c:pt idx="3457">
                  <c:v>0.37799043062200899</c:v>
                </c:pt>
                <c:pt idx="3458">
                  <c:v>0.403669724770642</c:v>
                </c:pt>
                <c:pt idx="3459">
                  <c:v>0.40079365079364998</c:v>
                </c:pt>
                <c:pt idx="3460">
                  <c:v>0.246753246753246</c:v>
                </c:pt>
                <c:pt idx="3461">
                  <c:v>0.27118644067796599</c:v>
                </c:pt>
                <c:pt idx="3462">
                  <c:v>0.225988700564971</c:v>
                </c:pt>
                <c:pt idx="3463">
                  <c:v>0.246323529411764</c:v>
                </c:pt>
                <c:pt idx="3464">
                  <c:v>0.33879781420764998</c:v>
                </c:pt>
                <c:pt idx="3465">
                  <c:v>0.21538461538461501</c:v>
                </c:pt>
                <c:pt idx="3466">
                  <c:v>0.25399644760213103</c:v>
                </c:pt>
                <c:pt idx="3467">
                  <c:v>0.30722891566264998</c:v>
                </c:pt>
                <c:pt idx="3468">
                  <c:v>0.28409090909090901</c:v>
                </c:pt>
                <c:pt idx="3469">
                  <c:v>0.30199999999999999</c:v>
                </c:pt>
                <c:pt idx="3470">
                  <c:v>0.29940119760479</c:v>
                </c:pt>
                <c:pt idx="3471">
                  <c:v>0.23529411764705799</c:v>
                </c:pt>
                <c:pt idx="3472">
                  <c:v>0.346982758620689</c:v>
                </c:pt>
                <c:pt idx="3473">
                  <c:v>0.25323475046210697</c:v>
                </c:pt>
                <c:pt idx="3474">
                  <c:v>0.241554054054054</c:v>
                </c:pt>
                <c:pt idx="3475">
                  <c:v>0.234567901234567</c:v>
                </c:pt>
                <c:pt idx="3476">
                  <c:v>0.25754527162977803</c:v>
                </c:pt>
                <c:pt idx="3477">
                  <c:v>0.29132231404958597</c:v>
                </c:pt>
                <c:pt idx="3478">
                  <c:v>0.32692307692307598</c:v>
                </c:pt>
                <c:pt idx="3479">
                  <c:v>0.31217838765008499</c:v>
                </c:pt>
                <c:pt idx="3480">
                  <c:v>0.22549019607843099</c:v>
                </c:pt>
                <c:pt idx="3481">
                  <c:v>0.24952015355086299</c:v>
                </c:pt>
                <c:pt idx="3482">
                  <c:v>0.20890410958904099</c:v>
                </c:pt>
                <c:pt idx="3483">
                  <c:v>0.227045075125208</c:v>
                </c:pt>
                <c:pt idx="3484">
                  <c:v>0.313531353135313</c:v>
                </c:pt>
                <c:pt idx="3485">
                  <c:v>0.2</c:v>
                </c:pt>
                <c:pt idx="3486">
                  <c:v>0.237864077669902</c:v>
                </c:pt>
                <c:pt idx="3487">
                  <c:v>0.28832116788321099</c:v>
                </c:pt>
                <c:pt idx="3488">
                  <c:v>0.265060240963855</c:v>
                </c:pt>
                <c:pt idx="3489">
                  <c:v>0.28130671506352001</c:v>
                </c:pt>
                <c:pt idx="3490">
                  <c:v>0.278985507246376</c:v>
                </c:pt>
                <c:pt idx="3491">
                  <c:v>0.223570190641247</c:v>
                </c:pt>
                <c:pt idx="3492">
                  <c:v>0.31906614785992199</c:v>
                </c:pt>
                <c:pt idx="3493">
                  <c:v>0.241554054054054</c:v>
                </c:pt>
                <c:pt idx="3494">
                  <c:v>0.224615384615384</c:v>
                </c:pt>
                <c:pt idx="3495">
                  <c:v>0.21455223880596999</c:v>
                </c:pt>
                <c:pt idx="3496">
                  <c:v>0.23722627737226201</c:v>
                </c:pt>
                <c:pt idx="3497">
                  <c:v>0.27204502814258902</c:v>
                </c:pt>
                <c:pt idx="3498">
                  <c:v>0.30276564774381298</c:v>
                </c:pt>
                <c:pt idx="3499">
                  <c:v>0.29173166926677002</c:v>
                </c:pt>
                <c:pt idx="3500">
                  <c:v>0.19158878504672799</c:v>
                </c:pt>
                <c:pt idx="3501">
                  <c:v>0.21788990825688001</c:v>
                </c:pt>
                <c:pt idx="3502">
                  <c:v>0.18032786885245899</c:v>
                </c:pt>
                <c:pt idx="3503">
                  <c:v>0.20240480961923801</c:v>
                </c:pt>
                <c:pt idx="3504">
                  <c:v>0.30199999999999999</c:v>
                </c:pt>
                <c:pt idx="3505">
                  <c:v>0.163895486935866</c:v>
                </c:pt>
                <c:pt idx="3506">
                  <c:v>0.21124031007751901</c:v>
                </c:pt>
                <c:pt idx="3507">
                  <c:v>0.26039387308533901</c:v>
                </c:pt>
                <c:pt idx="3508">
                  <c:v>0.23711340206185499</c:v>
                </c:pt>
                <c:pt idx="3509">
                  <c:v>0.25217391304347803</c:v>
                </c:pt>
                <c:pt idx="3510">
                  <c:v>0.24945770065075901</c:v>
                </c:pt>
                <c:pt idx="3511">
                  <c:v>0.195020746887966</c:v>
                </c:pt>
                <c:pt idx="3512">
                  <c:v>0.29205607476635498</c:v>
                </c:pt>
                <c:pt idx="3513">
                  <c:v>0.219512195121951</c:v>
                </c:pt>
                <c:pt idx="3514">
                  <c:v>0.20110701107011</c:v>
                </c:pt>
                <c:pt idx="3515">
                  <c:v>0.18262806236080101</c:v>
                </c:pt>
                <c:pt idx="3516">
                  <c:v>0.20742358078602599</c:v>
                </c:pt>
                <c:pt idx="3517">
                  <c:v>0.24269662921348301</c:v>
                </c:pt>
                <c:pt idx="3518">
                  <c:v>0.30319148936170198</c:v>
                </c:pt>
                <c:pt idx="3519">
                  <c:v>0.27443609022556298</c:v>
                </c:pt>
                <c:pt idx="3520">
                  <c:v>0.22068965517241301</c:v>
                </c:pt>
                <c:pt idx="3521">
                  <c:v>0.24830699774266299</c:v>
                </c:pt>
                <c:pt idx="3522">
                  <c:v>0.207243460764587</c:v>
                </c:pt>
                <c:pt idx="3523">
                  <c:v>0.227897838899803</c:v>
                </c:pt>
                <c:pt idx="3524">
                  <c:v>0.33464566929133799</c:v>
                </c:pt>
                <c:pt idx="3525">
                  <c:v>0.19158878504672799</c:v>
                </c:pt>
                <c:pt idx="3526">
                  <c:v>0.24</c:v>
                </c:pt>
                <c:pt idx="3527">
                  <c:v>0.29310344827586199</c:v>
                </c:pt>
                <c:pt idx="3528">
                  <c:v>0.267748478701825</c:v>
                </c:pt>
                <c:pt idx="3529">
                  <c:v>0.28479657387580298</c:v>
                </c:pt>
                <c:pt idx="3530">
                  <c:v>0.28205128205128199</c:v>
                </c:pt>
                <c:pt idx="3531">
                  <c:v>0.22448979591836701</c:v>
                </c:pt>
                <c:pt idx="3532">
                  <c:v>0.32718894009216498</c:v>
                </c:pt>
                <c:pt idx="3533">
                  <c:v>0.24501992031872499</c:v>
                </c:pt>
                <c:pt idx="3534">
                  <c:v>0.22603978300180799</c:v>
                </c:pt>
                <c:pt idx="3535">
                  <c:v>0.21006564551422299</c:v>
                </c:pt>
                <c:pt idx="3536">
                  <c:v>0.23605150214592199</c:v>
                </c:pt>
                <c:pt idx="3537">
                  <c:v>0.27433628318584002</c:v>
                </c:pt>
                <c:pt idx="3538">
                  <c:v>0.328125</c:v>
                </c:pt>
                <c:pt idx="3539">
                  <c:v>0.30499075785582203</c:v>
                </c:pt>
                <c:pt idx="3540">
                  <c:v>0.26428571428571401</c:v>
                </c:pt>
                <c:pt idx="3541">
                  <c:v>0.29508196721311403</c:v>
                </c:pt>
                <c:pt idx="3542">
                  <c:v>0.247401247401247</c:v>
                </c:pt>
                <c:pt idx="3543">
                  <c:v>0.267748478701825</c:v>
                </c:pt>
                <c:pt idx="3544">
                  <c:v>0.38650306748466201</c:v>
                </c:pt>
                <c:pt idx="3545">
                  <c:v>0.231884057971014</c:v>
                </c:pt>
                <c:pt idx="3546">
                  <c:v>0.28402366863905298</c:v>
                </c:pt>
                <c:pt idx="3547">
                  <c:v>0.34529147982062702</c:v>
                </c:pt>
                <c:pt idx="3548">
                  <c:v>0.31578947368421001</c:v>
                </c:pt>
                <c:pt idx="3549">
                  <c:v>0.336302895322939</c:v>
                </c:pt>
                <c:pt idx="3550">
                  <c:v>0.33333333333333298</c:v>
                </c:pt>
                <c:pt idx="3551">
                  <c:v>0.268498942917547</c:v>
                </c:pt>
                <c:pt idx="3552">
                  <c:v>0.38461538461538403</c:v>
                </c:pt>
                <c:pt idx="3553">
                  <c:v>0.28600823045267398</c:v>
                </c:pt>
                <c:pt idx="3554">
                  <c:v>0.26492537313432801</c:v>
                </c:pt>
                <c:pt idx="3555">
                  <c:v>0.25113122171945701</c:v>
                </c:pt>
                <c:pt idx="3556">
                  <c:v>0.28000000000000003</c:v>
                </c:pt>
                <c:pt idx="3557">
                  <c:v>0.32413793103448202</c:v>
                </c:pt>
                <c:pt idx="3558">
                  <c:v>0.37096774193548299</c:v>
                </c:pt>
                <c:pt idx="3559">
                  <c:v>0.355086372360844</c:v>
                </c:pt>
                <c:pt idx="3560">
                  <c:v>0.38703339882121801</c:v>
                </c:pt>
                <c:pt idx="3561">
                  <c:v>0.394686907020872</c:v>
                </c:pt>
                <c:pt idx="3562">
                  <c:v>0.34232715008431702</c:v>
                </c:pt>
                <c:pt idx="3563">
                  <c:v>0.34634146341463401</c:v>
                </c:pt>
                <c:pt idx="3564">
                  <c:v>0.34992458521870201</c:v>
                </c:pt>
                <c:pt idx="3565">
                  <c:v>0.358717434869739</c:v>
                </c:pt>
                <c:pt idx="3566">
                  <c:v>0.33903576982892603</c:v>
                </c:pt>
                <c:pt idx="3567">
                  <c:v>0.394045534150612</c:v>
                </c:pt>
                <c:pt idx="3568">
                  <c:v>0.36408566721581498</c:v>
                </c:pt>
                <c:pt idx="3569">
                  <c:v>0.38917975567190199</c:v>
                </c:pt>
                <c:pt idx="3570">
                  <c:v>0.384347826086956</c:v>
                </c:pt>
                <c:pt idx="3571">
                  <c:v>0.35374149659863902</c:v>
                </c:pt>
                <c:pt idx="3572">
                  <c:v>0.45714285714285702</c:v>
                </c:pt>
                <c:pt idx="3573">
                  <c:v>0.35737704918032698</c:v>
                </c:pt>
                <c:pt idx="3574">
                  <c:v>0.32396449704142</c:v>
                </c:pt>
                <c:pt idx="3575">
                  <c:v>0.36617100371747202</c:v>
                </c:pt>
                <c:pt idx="3576">
                  <c:v>0.37342908438061001</c:v>
                </c:pt>
                <c:pt idx="3577">
                  <c:v>0.40109890109890101</c:v>
                </c:pt>
                <c:pt idx="3578">
                  <c:v>0.31282722513089001</c:v>
                </c:pt>
                <c:pt idx="3579">
                  <c:v>0.34005763688760798</c:v>
                </c:pt>
                <c:pt idx="3580">
                  <c:v>0.34226804123711302</c:v>
                </c:pt>
                <c:pt idx="3581">
                  <c:v>0.36969696969696902</c:v>
                </c:pt>
                <c:pt idx="3582">
                  <c:v>0.30782918149466099</c:v>
                </c:pt>
                <c:pt idx="3583">
                  <c:v>0.328125</c:v>
                </c:pt>
                <c:pt idx="3584">
                  <c:v>0.36408566721581498</c:v>
                </c:pt>
                <c:pt idx="3585">
                  <c:v>0.313025210084033</c:v>
                </c:pt>
                <c:pt idx="3586">
                  <c:v>0.32666666666666599</c:v>
                </c:pt>
                <c:pt idx="3587">
                  <c:v>0.394686907020872</c:v>
                </c:pt>
                <c:pt idx="3588">
                  <c:v>0.35879218472468899</c:v>
                </c:pt>
                <c:pt idx="3589">
                  <c:v>0.38157894736842102</c:v>
                </c:pt>
                <c:pt idx="3590">
                  <c:v>0.37898686679174398</c:v>
                </c:pt>
                <c:pt idx="3591">
                  <c:v>0.32432432432432401</c:v>
                </c:pt>
                <c:pt idx="3592">
                  <c:v>0.44376278118609402</c:v>
                </c:pt>
                <c:pt idx="3593">
                  <c:v>0.34446397188049199</c:v>
                </c:pt>
                <c:pt idx="3594">
                  <c:v>0.31637519872813902</c:v>
                </c:pt>
                <c:pt idx="3595">
                  <c:v>0.32421875</c:v>
                </c:pt>
                <c:pt idx="3596">
                  <c:v>0.34990439770554399</c:v>
                </c:pt>
                <c:pt idx="3597">
                  <c:v>0.39525691699604698</c:v>
                </c:pt>
                <c:pt idx="3598">
                  <c:v>0.34199134199134201</c:v>
                </c:pt>
                <c:pt idx="3599">
                  <c:v>0.34741784037558598</c:v>
                </c:pt>
                <c:pt idx="3600">
                  <c:v>0.217054263565891</c:v>
                </c:pt>
                <c:pt idx="3601">
                  <c:v>0.25</c:v>
                </c:pt>
                <c:pt idx="3602">
                  <c:v>0.20408163265306101</c:v>
                </c:pt>
                <c:pt idx="3603">
                  <c:v>0.23162583518930899</c:v>
                </c:pt>
                <c:pt idx="3604">
                  <c:v>0.34529147982062702</c:v>
                </c:pt>
                <c:pt idx="3605">
                  <c:v>0.18586387434554899</c:v>
                </c:pt>
                <c:pt idx="3606">
                  <c:v>0.24137931034482701</c:v>
                </c:pt>
                <c:pt idx="3607">
                  <c:v>0.29828850855745698</c:v>
                </c:pt>
                <c:pt idx="3608">
                  <c:v>0.27126436781609198</c:v>
                </c:pt>
                <c:pt idx="3609">
                  <c:v>0.28883495145631</c:v>
                </c:pt>
                <c:pt idx="3610">
                  <c:v>0.28571428571428498</c:v>
                </c:pt>
                <c:pt idx="3611">
                  <c:v>0.22068965517241301</c:v>
                </c:pt>
                <c:pt idx="3612">
                  <c:v>0.33159268929503899</c:v>
                </c:pt>
                <c:pt idx="3613">
                  <c:v>0.25113122171945701</c:v>
                </c:pt>
                <c:pt idx="3614">
                  <c:v>0.22950819672131101</c:v>
                </c:pt>
                <c:pt idx="3615">
                  <c:v>0.20689655172413701</c:v>
                </c:pt>
                <c:pt idx="3616">
                  <c:v>0.237864077669902</c:v>
                </c:pt>
                <c:pt idx="3617">
                  <c:v>0.278195488721804</c:v>
                </c:pt>
                <c:pt idx="3618">
                  <c:v>0.34257425742574199</c:v>
                </c:pt>
                <c:pt idx="3619">
                  <c:v>0.313025210084033</c:v>
                </c:pt>
                <c:pt idx="3620">
                  <c:v>0.25</c:v>
                </c:pt>
                <c:pt idx="3621">
                  <c:v>0.28463476070528898</c:v>
                </c:pt>
                <c:pt idx="3622">
                  <c:v>0.234375</c:v>
                </c:pt>
                <c:pt idx="3623">
                  <c:v>0.26039387308533901</c:v>
                </c:pt>
                <c:pt idx="3624">
                  <c:v>0.382743362831858</c:v>
                </c:pt>
                <c:pt idx="3625">
                  <c:v>0.217054263565891</c:v>
                </c:pt>
                <c:pt idx="3626">
                  <c:v>0.273885350318471</c:v>
                </c:pt>
                <c:pt idx="3627">
                  <c:v>0.335748792270531</c:v>
                </c:pt>
                <c:pt idx="3628">
                  <c:v>0.30612244897959101</c:v>
                </c:pt>
                <c:pt idx="3629">
                  <c:v>0.32613908872901598</c:v>
                </c:pt>
                <c:pt idx="3630">
                  <c:v>0.32296650717703301</c:v>
                </c:pt>
                <c:pt idx="3631">
                  <c:v>0.25396825396825301</c:v>
                </c:pt>
                <c:pt idx="3632">
                  <c:v>0.372093023255813</c:v>
                </c:pt>
                <c:pt idx="3633">
                  <c:v>0.28000000000000003</c:v>
                </c:pt>
                <c:pt idx="3634">
                  <c:v>0.25754527162977803</c:v>
                </c:pt>
                <c:pt idx="3635">
                  <c:v>0.237864077669902</c:v>
                </c:pt>
                <c:pt idx="3636">
                  <c:v>0.27033492822966498</c:v>
                </c:pt>
                <c:pt idx="3637">
                  <c:v>0.31435643564356403</c:v>
                </c:pt>
                <c:pt idx="3638">
                  <c:v>0.37087378640776603</c:v>
                </c:pt>
                <c:pt idx="3639">
                  <c:v>0.34782608695652101</c:v>
                </c:pt>
                <c:pt idx="3640">
                  <c:v>0.21232876712328699</c:v>
                </c:pt>
                <c:pt idx="3641">
                  <c:v>0.24269662921348301</c:v>
                </c:pt>
                <c:pt idx="3642">
                  <c:v>0.19760479041916101</c:v>
                </c:pt>
                <c:pt idx="3643">
                  <c:v>0.22309197651663401</c:v>
                </c:pt>
                <c:pt idx="3644">
                  <c:v>0.31906614785992199</c:v>
                </c:pt>
                <c:pt idx="3645">
                  <c:v>0.18329466357308499</c:v>
                </c:pt>
                <c:pt idx="3646">
                  <c:v>0.228301886792452</c:v>
                </c:pt>
                <c:pt idx="3647">
                  <c:v>0.28479657387580298</c:v>
                </c:pt>
                <c:pt idx="3648">
                  <c:v>0.25754527162977803</c:v>
                </c:pt>
                <c:pt idx="3649">
                  <c:v>0.273885350318471</c:v>
                </c:pt>
                <c:pt idx="3650">
                  <c:v>0.27118644067796599</c:v>
                </c:pt>
                <c:pt idx="3651">
                  <c:v>0.209677419354838</c:v>
                </c:pt>
                <c:pt idx="3652">
                  <c:v>0.31506849315068403</c:v>
                </c:pt>
                <c:pt idx="3653">
                  <c:v>0.240079365079365</c:v>
                </c:pt>
                <c:pt idx="3654">
                  <c:v>0.21942446043165401</c:v>
                </c:pt>
                <c:pt idx="3655">
                  <c:v>0.20217391304347801</c:v>
                </c:pt>
                <c:pt idx="3656">
                  <c:v>0.23076923076923</c:v>
                </c:pt>
                <c:pt idx="3657">
                  <c:v>0.26872246696035201</c:v>
                </c:pt>
                <c:pt idx="3658">
                  <c:v>0.30993150684931497</c:v>
                </c:pt>
                <c:pt idx="3659">
                  <c:v>0.29067641681901202</c:v>
                </c:pt>
                <c:pt idx="3660">
                  <c:v>0.23991031390134501</c:v>
                </c:pt>
                <c:pt idx="3661">
                  <c:v>0.26872246696035201</c:v>
                </c:pt>
                <c:pt idx="3662">
                  <c:v>0.22309197651663401</c:v>
                </c:pt>
                <c:pt idx="3663">
                  <c:v>0.24474187380497101</c:v>
                </c:pt>
                <c:pt idx="3664">
                  <c:v>0.34732824427480902</c:v>
                </c:pt>
                <c:pt idx="3665">
                  <c:v>0.209567198177676</c:v>
                </c:pt>
                <c:pt idx="3666">
                  <c:v>0.25555555555555498</c:v>
                </c:pt>
                <c:pt idx="3667">
                  <c:v>0.310272536687631</c:v>
                </c:pt>
                <c:pt idx="3668">
                  <c:v>0.28402366863905298</c:v>
                </c:pt>
                <c:pt idx="3669">
                  <c:v>0.30208333333333298</c:v>
                </c:pt>
                <c:pt idx="3670">
                  <c:v>0.299376299376299</c:v>
                </c:pt>
                <c:pt idx="3671">
                  <c:v>0.237623762376237</c:v>
                </c:pt>
                <c:pt idx="3672">
                  <c:v>0.348314606741573</c:v>
                </c:pt>
                <c:pt idx="3673">
                  <c:v>0.26162790697674398</c:v>
                </c:pt>
                <c:pt idx="3674">
                  <c:v>0.240773286467486</c:v>
                </c:pt>
                <c:pt idx="3675">
                  <c:v>0.228144989339019</c:v>
                </c:pt>
                <c:pt idx="3676">
                  <c:v>0.255230125523012</c:v>
                </c:pt>
                <c:pt idx="3677">
                  <c:v>0.29310344827586199</c:v>
                </c:pt>
                <c:pt idx="3678">
                  <c:v>0.331103678929765</c:v>
                </c:pt>
                <c:pt idx="3679">
                  <c:v>0.31720430107526798</c:v>
                </c:pt>
                <c:pt idx="3680">
                  <c:v>0.42857142857142799</c:v>
                </c:pt>
                <c:pt idx="3681">
                  <c:v>0.45348837209302301</c:v>
                </c:pt>
                <c:pt idx="3682">
                  <c:v>0.380855397148676</c:v>
                </c:pt>
                <c:pt idx="3683">
                  <c:v>0.39801980198019798</c:v>
                </c:pt>
                <c:pt idx="3684">
                  <c:v>0.403669724770642</c:v>
                </c:pt>
                <c:pt idx="3685">
                  <c:v>0.38795180722891498</c:v>
                </c:pt>
                <c:pt idx="3686">
                  <c:v>0.38941398865784499</c:v>
                </c:pt>
                <c:pt idx="3687">
                  <c:v>0.45493562231759599</c:v>
                </c:pt>
                <c:pt idx="3688">
                  <c:v>0.417670682730923</c:v>
                </c:pt>
                <c:pt idx="3689">
                  <c:v>0.44562899786780302</c:v>
                </c:pt>
                <c:pt idx="3690">
                  <c:v>0.44255319148936101</c:v>
                </c:pt>
                <c:pt idx="3691">
                  <c:v>0.39793814432989599</c:v>
                </c:pt>
                <c:pt idx="3692">
                  <c:v>0.54631828978622299</c:v>
                </c:pt>
                <c:pt idx="3693">
                  <c:v>0.41199999999999998</c:v>
                </c:pt>
                <c:pt idx="3694">
                  <c:v>0.36851520572450802</c:v>
                </c:pt>
                <c:pt idx="3695">
                  <c:v>0.40449438202247101</c:v>
                </c:pt>
                <c:pt idx="3696">
                  <c:v>0.42763157894736797</c:v>
                </c:pt>
                <c:pt idx="3697">
                  <c:v>0.46292134831460602</c:v>
                </c:pt>
                <c:pt idx="3698">
                  <c:v>0.37320574162679399</c:v>
                </c:pt>
                <c:pt idx="3699">
                  <c:v>0.38917975567190199</c:v>
                </c:pt>
                <c:pt idx="3700">
                  <c:v>0.18586387434554899</c:v>
                </c:pt>
                <c:pt idx="3701">
                  <c:v>0.217054263565891</c:v>
                </c:pt>
                <c:pt idx="3702">
                  <c:v>0.17511520737327099</c:v>
                </c:pt>
                <c:pt idx="3703">
                  <c:v>0.20135746606334801</c:v>
                </c:pt>
                <c:pt idx="3704">
                  <c:v>0.30612244897959101</c:v>
                </c:pt>
                <c:pt idx="3705">
                  <c:v>0.156498673740053</c:v>
                </c:pt>
                <c:pt idx="3706">
                  <c:v>0.21006564551422299</c:v>
                </c:pt>
                <c:pt idx="3707">
                  <c:v>0.262376237623762</c:v>
                </c:pt>
                <c:pt idx="3708">
                  <c:v>0.23776223776223701</c:v>
                </c:pt>
                <c:pt idx="3709">
                  <c:v>0.253071253071253</c:v>
                </c:pt>
                <c:pt idx="3710">
                  <c:v>0.25</c:v>
                </c:pt>
                <c:pt idx="3711">
                  <c:v>0.188811188811188</c:v>
                </c:pt>
                <c:pt idx="3712">
                  <c:v>0.29287598944590998</c:v>
                </c:pt>
                <c:pt idx="3713">
                  <c:v>0.21788990825688001</c:v>
                </c:pt>
                <c:pt idx="3714">
                  <c:v>0.20250521920667999</c:v>
                </c:pt>
                <c:pt idx="3715">
                  <c:v>0.17749999999999999</c:v>
                </c:pt>
                <c:pt idx="3716">
                  <c:v>0.20689655172413701</c:v>
                </c:pt>
                <c:pt idx="3717">
                  <c:v>0.243654822335025</c:v>
                </c:pt>
                <c:pt idx="3718">
                  <c:v>0.30722891566264998</c:v>
                </c:pt>
                <c:pt idx="3719">
                  <c:v>0.27931769722814498</c:v>
                </c:pt>
                <c:pt idx="3720">
                  <c:v>0.27152317880794702</c:v>
                </c:pt>
                <c:pt idx="3721">
                  <c:v>0.30434782608695599</c:v>
                </c:pt>
                <c:pt idx="3722">
                  <c:v>0.247126436781609</c:v>
                </c:pt>
                <c:pt idx="3723">
                  <c:v>0.27443609022556298</c:v>
                </c:pt>
                <c:pt idx="3724">
                  <c:v>0.36617100371747202</c:v>
                </c:pt>
                <c:pt idx="3725">
                  <c:v>0.23991031390134501</c:v>
                </c:pt>
                <c:pt idx="3726">
                  <c:v>0.278985507246376</c:v>
                </c:pt>
                <c:pt idx="3727">
                  <c:v>0.34782608695652101</c:v>
                </c:pt>
                <c:pt idx="3728">
                  <c:v>0.31395348837209303</c:v>
                </c:pt>
                <c:pt idx="3729">
                  <c:v>0.33675564681724801</c:v>
                </c:pt>
                <c:pt idx="3730">
                  <c:v>0.33128834355828202</c:v>
                </c:pt>
                <c:pt idx="3731">
                  <c:v>0.259187620889748</c:v>
                </c:pt>
                <c:pt idx="3732">
                  <c:v>0.382743362831858</c:v>
                </c:pt>
                <c:pt idx="3733">
                  <c:v>0.29142857142857098</c:v>
                </c:pt>
                <c:pt idx="3734">
                  <c:v>0.26943005181347102</c:v>
                </c:pt>
                <c:pt idx="3735">
                  <c:v>0.25786163522012501</c:v>
                </c:pt>
                <c:pt idx="3736">
                  <c:v>0.28865979381443202</c:v>
                </c:pt>
                <c:pt idx="3737">
                  <c:v>0.329787234042553</c:v>
                </c:pt>
                <c:pt idx="3738">
                  <c:v>0.33548387096774102</c:v>
                </c:pt>
                <c:pt idx="3739">
                  <c:v>0.33507853403141302</c:v>
                </c:pt>
                <c:pt idx="3740">
                  <c:v>0.32089552238805902</c:v>
                </c:pt>
                <c:pt idx="3741">
                  <c:v>0.35872235872235803</c:v>
                </c:pt>
                <c:pt idx="3742">
                  <c:v>0.29589632829373602</c:v>
                </c:pt>
                <c:pt idx="3743">
                  <c:v>0.32135306553911203</c:v>
                </c:pt>
                <c:pt idx="3744">
                  <c:v>0.43949044585987201</c:v>
                </c:pt>
                <c:pt idx="3745">
                  <c:v>0.28463476070528898</c:v>
                </c:pt>
                <c:pt idx="3746">
                  <c:v>0.33950617283950602</c:v>
                </c:pt>
                <c:pt idx="3747">
                  <c:v>0.41509433962264097</c:v>
                </c:pt>
                <c:pt idx="3748">
                  <c:v>0.37969094922737301</c:v>
                </c:pt>
                <c:pt idx="3749">
                  <c:v>0.40515222482435598</c:v>
                </c:pt>
                <c:pt idx="3750">
                  <c:v>0.401869158878504</c:v>
                </c:pt>
                <c:pt idx="3751">
                  <c:v>0.31868131868131799</c:v>
                </c:pt>
                <c:pt idx="3752">
                  <c:v>0.45822784810126499</c:v>
                </c:pt>
                <c:pt idx="3753">
                  <c:v>0.34120171673819699</c:v>
                </c:pt>
                <c:pt idx="3754">
                  <c:v>0.316504854368932</c:v>
                </c:pt>
                <c:pt idx="3755">
                  <c:v>0.304245283018867</c:v>
                </c:pt>
                <c:pt idx="3756">
                  <c:v>0.33953488372092999</c:v>
                </c:pt>
                <c:pt idx="3757">
                  <c:v>0.39130434782608697</c:v>
                </c:pt>
                <c:pt idx="3758">
                  <c:v>0.40625</c:v>
                </c:pt>
                <c:pt idx="3759">
                  <c:v>0.41199999999999998</c:v>
                </c:pt>
                <c:pt idx="3760">
                  <c:v>0.30117647058823499</c:v>
                </c:pt>
                <c:pt idx="3761">
                  <c:v>0.33642691415313197</c:v>
                </c:pt>
                <c:pt idx="3762">
                  <c:v>0.27551020408163202</c:v>
                </c:pt>
                <c:pt idx="3763">
                  <c:v>0.30199999999999999</c:v>
                </c:pt>
                <c:pt idx="3764">
                  <c:v>0.39801980198019798</c:v>
                </c:pt>
                <c:pt idx="3765">
                  <c:v>0.26730310262529799</c:v>
                </c:pt>
                <c:pt idx="3766">
                  <c:v>0.31395348837209303</c:v>
                </c:pt>
                <c:pt idx="3767">
                  <c:v>0.38888888888888801</c:v>
                </c:pt>
                <c:pt idx="3768">
                  <c:v>0.35062240663900401</c:v>
                </c:pt>
                <c:pt idx="3769">
                  <c:v>0.376651982378854</c:v>
                </c:pt>
                <c:pt idx="3770">
                  <c:v>0.37061403508771901</c:v>
                </c:pt>
                <c:pt idx="3771">
                  <c:v>0.29399585921325</c:v>
                </c:pt>
                <c:pt idx="3772">
                  <c:v>0.42857142857142799</c:v>
                </c:pt>
                <c:pt idx="3773">
                  <c:v>0.32048681541582102</c:v>
                </c:pt>
                <c:pt idx="3774">
                  <c:v>0.29779411764705799</c:v>
                </c:pt>
                <c:pt idx="3775">
                  <c:v>0.28571428571428498</c:v>
                </c:pt>
                <c:pt idx="3776">
                  <c:v>0.31868131868131799</c:v>
                </c:pt>
                <c:pt idx="3777">
                  <c:v>0.36674259681093302</c:v>
                </c:pt>
                <c:pt idx="3778">
                  <c:v>0.370051635111876</c:v>
                </c:pt>
                <c:pt idx="3779">
                  <c:v>0.37126865671641701</c:v>
                </c:pt>
                <c:pt idx="3780">
                  <c:v>0.32089552238805902</c:v>
                </c:pt>
                <c:pt idx="3781">
                  <c:v>0.35872235872235803</c:v>
                </c:pt>
                <c:pt idx="3782">
                  <c:v>0.29310344827586199</c:v>
                </c:pt>
                <c:pt idx="3783">
                  <c:v>0.32135306553911203</c:v>
                </c:pt>
                <c:pt idx="3784">
                  <c:v>0.42736842105263101</c:v>
                </c:pt>
                <c:pt idx="3785">
                  <c:v>0.28463476070528898</c:v>
                </c:pt>
                <c:pt idx="3786">
                  <c:v>0.33675564681724801</c:v>
                </c:pt>
                <c:pt idx="3787">
                  <c:v>0.41509433962264097</c:v>
                </c:pt>
                <c:pt idx="3788">
                  <c:v>0.37969094922737301</c:v>
                </c:pt>
                <c:pt idx="3789">
                  <c:v>0.401869158878504</c:v>
                </c:pt>
                <c:pt idx="3790">
                  <c:v>0.401869158878504</c:v>
                </c:pt>
                <c:pt idx="3791">
                  <c:v>0.31291028446389402</c:v>
                </c:pt>
                <c:pt idx="3792">
                  <c:v>0.45822784810126499</c:v>
                </c:pt>
                <c:pt idx="3793">
                  <c:v>0.34120171673819699</c:v>
                </c:pt>
                <c:pt idx="3794">
                  <c:v>0.316504854368932</c:v>
                </c:pt>
                <c:pt idx="3795">
                  <c:v>0.304245283018867</c:v>
                </c:pt>
                <c:pt idx="3796">
                  <c:v>0.33953488372092999</c:v>
                </c:pt>
                <c:pt idx="3797">
                  <c:v>0.39130434782608697</c:v>
                </c:pt>
                <c:pt idx="3798">
                  <c:v>0.393442622950819</c:v>
                </c:pt>
                <c:pt idx="3799">
                  <c:v>0.40079365079364998</c:v>
                </c:pt>
                <c:pt idx="3800">
                  <c:v>0.317617866004962</c:v>
                </c:pt>
                <c:pt idx="3801">
                  <c:v>0.355392156862745</c:v>
                </c:pt>
                <c:pt idx="3802">
                  <c:v>0.29032258064516098</c:v>
                </c:pt>
                <c:pt idx="3803">
                  <c:v>0.31856540084388102</c:v>
                </c:pt>
                <c:pt idx="3804">
                  <c:v>0.42138364779874199</c:v>
                </c:pt>
                <c:pt idx="3805">
                  <c:v>0.28140703517587901</c:v>
                </c:pt>
                <c:pt idx="3806">
                  <c:v>0.33128834355828202</c:v>
                </c:pt>
                <c:pt idx="3807">
                  <c:v>0.41176470588235198</c:v>
                </c:pt>
                <c:pt idx="3808">
                  <c:v>0.37061403508771901</c:v>
                </c:pt>
                <c:pt idx="3809">
                  <c:v>0.39860139860139798</c:v>
                </c:pt>
                <c:pt idx="3810">
                  <c:v>0.39211136890951198</c:v>
                </c:pt>
                <c:pt idx="3811">
                  <c:v>0.31004366812227002</c:v>
                </c:pt>
                <c:pt idx="3812">
                  <c:v>0.45454545454545398</c:v>
                </c:pt>
                <c:pt idx="3813">
                  <c:v>0.33832976445396101</c:v>
                </c:pt>
                <c:pt idx="3814">
                  <c:v>0.31395348837209303</c:v>
                </c:pt>
                <c:pt idx="3815">
                  <c:v>0.30117647058823499</c:v>
                </c:pt>
                <c:pt idx="3816">
                  <c:v>0.33642691415313197</c:v>
                </c:pt>
                <c:pt idx="3817">
                  <c:v>0.38795180722891498</c:v>
                </c:pt>
                <c:pt idx="3818">
                  <c:v>0.39090909090908998</c:v>
                </c:pt>
                <c:pt idx="3819">
                  <c:v>0.39250493096646899</c:v>
                </c:pt>
                <c:pt idx="3820">
                  <c:v>0.23776223776223701</c:v>
                </c:pt>
                <c:pt idx="3821">
                  <c:v>0.26834862385321101</c:v>
                </c:pt>
                <c:pt idx="3822">
                  <c:v>0.21703853955375199</c:v>
                </c:pt>
                <c:pt idx="3823">
                  <c:v>0.24501992031872499</c:v>
                </c:pt>
                <c:pt idx="3824">
                  <c:v>0.33727810650887502</c:v>
                </c:pt>
                <c:pt idx="3825">
                  <c:v>0.205673758865248</c:v>
                </c:pt>
                <c:pt idx="3826">
                  <c:v>0.247126436781609</c:v>
                </c:pt>
                <c:pt idx="3827">
                  <c:v>0.30718954248365998</c:v>
                </c:pt>
                <c:pt idx="3828">
                  <c:v>0.28073770491803202</c:v>
                </c:pt>
                <c:pt idx="3829">
                  <c:v>0.29870129870129802</c:v>
                </c:pt>
                <c:pt idx="3830">
                  <c:v>0.29589632829373602</c:v>
                </c:pt>
                <c:pt idx="3831">
                  <c:v>0.22448979591836701</c:v>
                </c:pt>
                <c:pt idx="3832">
                  <c:v>0.33953488372092999</c:v>
                </c:pt>
                <c:pt idx="3833">
                  <c:v>0.25250501002004</c:v>
                </c:pt>
                <c:pt idx="3834">
                  <c:v>0.23948811700182801</c:v>
                </c:pt>
                <c:pt idx="3835">
                  <c:v>0.22616407982261599</c:v>
                </c:pt>
                <c:pt idx="3836">
                  <c:v>0.25490196078431299</c:v>
                </c:pt>
                <c:pt idx="3837">
                  <c:v>0.29147982062780198</c:v>
                </c:pt>
                <c:pt idx="3838">
                  <c:v>0.328125</c:v>
                </c:pt>
                <c:pt idx="3839">
                  <c:v>0.30983302411873798</c:v>
                </c:pt>
                <c:pt idx="3840">
                  <c:v>0.33507853403141302</c:v>
                </c:pt>
                <c:pt idx="3841">
                  <c:v>0.375647668393782</c:v>
                </c:pt>
                <c:pt idx="3842">
                  <c:v>0.30909090909090903</c:v>
                </c:pt>
                <c:pt idx="3843">
                  <c:v>0.336302895322939</c:v>
                </c:pt>
                <c:pt idx="3844">
                  <c:v>0.476190476190476</c:v>
                </c:pt>
                <c:pt idx="3845">
                  <c:v>0.296296296296296</c:v>
                </c:pt>
                <c:pt idx="3846">
                  <c:v>0.34989200863930803</c:v>
                </c:pt>
                <c:pt idx="3847">
                  <c:v>0.43640897755610902</c:v>
                </c:pt>
                <c:pt idx="3848">
                  <c:v>0.39534883720930197</c:v>
                </c:pt>
                <c:pt idx="3849">
                  <c:v>0.42574257425742501</c:v>
                </c:pt>
                <c:pt idx="3850">
                  <c:v>0.41871921182265998</c:v>
                </c:pt>
                <c:pt idx="3851">
                  <c:v>0.33025404157043797</c:v>
                </c:pt>
                <c:pt idx="3852">
                  <c:v>0.46296296296296202</c:v>
                </c:pt>
                <c:pt idx="3853">
                  <c:v>0.35440180586907399</c:v>
                </c:pt>
                <c:pt idx="3854">
                  <c:v>0.33128834355828202</c:v>
                </c:pt>
                <c:pt idx="3855">
                  <c:v>0.317617866004962</c:v>
                </c:pt>
                <c:pt idx="3856">
                  <c:v>0.355392156862745</c:v>
                </c:pt>
                <c:pt idx="3857">
                  <c:v>0.41071428571428498</c:v>
                </c:pt>
                <c:pt idx="3858">
                  <c:v>0.42996108949416301</c:v>
                </c:pt>
                <c:pt idx="3859">
                  <c:v>0.433403805496828</c:v>
                </c:pt>
                <c:pt idx="3860">
                  <c:v>0.265446224256292</c:v>
                </c:pt>
                <c:pt idx="3861">
                  <c:v>0.29147982062780198</c:v>
                </c:pt>
                <c:pt idx="3862">
                  <c:v>0.24254473161033699</c:v>
                </c:pt>
                <c:pt idx="3863">
                  <c:v>0.26407766990291198</c:v>
                </c:pt>
                <c:pt idx="3864">
                  <c:v>0.36293436293436199</c:v>
                </c:pt>
                <c:pt idx="3865">
                  <c:v>0.23201856148491801</c:v>
                </c:pt>
                <c:pt idx="3866">
                  <c:v>0.27443609022556298</c:v>
                </c:pt>
                <c:pt idx="3867">
                  <c:v>0.329787234042553</c:v>
                </c:pt>
                <c:pt idx="3868">
                  <c:v>0.304609218436873</c:v>
                </c:pt>
                <c:pt idx="3869">
                  <c:v>0.32415254237288099</c:v>
                </c:pt>
                <c:pt idx="3870">
                  <c:v>0.32135306553911203</c:v>
                </c:pt>
                <c:pt idx="3871">
                  <c:v>0.25</c:v>
                </c:pt>
                <c:pt idx="3872">
                  <c:v>0.36986301369863001</c:v>
                </c:pt>
                <c:pt idx="3873">
                  <c:v>0.271484375</c:v>
                </c:pt>
                <c:pt idx="3874">
                  <c:v>0.25846702317290499</c:v>
                </c:pt>
                <c:pt idx="3875">
                  <c:v>0.25217391304347803</c:v>
                </c:pt>
                <c:pt idx="3876">
                  <c:v>0.27659574468085102</c:v>
                </c:pt>
                <c:pt idx="3877">
                  <c:v>0.31291028446389402</c:v>
                </c:pt>
                <c:pt idx="3878">
                  <c:v>0.34686971235194503</c:v>
                </c:pt>
                <c:pt idx="3879">
                  <c:v>0.33393829401088898</c:v>
                </c:pt>
                <c:pt idx="3880">
                  <c:v>0.24223602484472001</c:v>
                </c:pt>
                <c:pt idx="3881">
                  <c:v>0.27032520325203202</c:v>
                </c:pt>
                <c:pt idx="3882">
                  <c:v>0.223826714801444</c:v>
                </c:pt>
                <c:pt idx="3883">
                  <c:v>0.245149911816578</c:v>
                </c:pt>
                <c:pt idx="3884">
                  <c:v>0.33975481611208402</c:v>
                </c:pt>
                <c:pt idx="3885">
                  <c:v>0.215189873417721</c:v>
                </c:pt>
                <c:pt idx="3886">
                  <c:v>0.256410256410256</c:v>
                </c:pt>
                <c:pt idx="3887">
                  <c:v>0.31141199226305599</c:v>
                </c:pt>
                <c:pt idx="3888">
                  <c:v>0.28597449908925299</c:v>
                </c:pt>
                <c:pt idx="3889">
                  <c:v>0.30384615384615299</c:v>
                </c:pt>
                <c:pt idx="3890">
                  <c:v>0.301343570057581</c:v>
                </c:pt>
                <c:pt idx="3891">
                  <c:v>0.23948811700182801</c:v>
                </c:pt>
                <c:pt idx="3892">
                  <c:v>0.34226804123711302</c:v>
                </c:pt>
                <c:pt idx="3893">
                  <c:v>0.26071428571428501</c:v>
                </c:pt>
                <c:pt idx="3894">
                  <c:v>0.24188311688311601</c:v>
                </c:pt>
                <c:pt idx="3895">
                  <c:v>0.23031496062992099</c:v>
                </c:pt>
                <c:pt idx="3896">
                  <c:v>0.25675675675675602</c:v>
                </c:pt>
                <c:pt idx="3897">
                  <c:v>0.29423459244532801</c:v>
                </c:pt>
                <c:pt idx="3898">
                  <c:v>0.32055214723926301</c:v>
                </c:pt>
                <c:pt idx="3899">
                  <c:v>0.31570247933884299</c:v>
                </c:pt>
                <c:pt idx="3900">
                  <c:v>0.20689655172413701</c:v>
                </c:pt>
                <c:pt idx="3901">
                  <c:v>0.237864077669902</c:v>
                </c:pt>
                <c:pt idx="3902">
                  <c:v>0.19438444924406001</c:v>
                </c:pt>
                <c:pt idx="3903">
                  <c:v>0.22033898305084701</c:v>
                </c:pt>
                <c:pt idx="3904">
                  <c:v>0.32696390658174002</c:v>
                </c:pt>
                <c:pt idx="3905">
                  <c:v>0.17749999999999999</c:v>
                </c:pt>
                <c:pt idx="3906">
                  <c:v>0.22950819672131101</c:v>
                </c:pt>
                <c:pt idx="3907">
                  <c:v>0.2830626450116</c:v>
                </c:pt>
                <c:pt idx="3908">
                  <c:v>0.25764192139737901</c:v>
                </c:pt>
                <c:pt idx="3909">
                  <c:v>0.27419354838709598</c:v>
                </c:pt>
                <c:pt idx="3910">
                  <c:v>0.27126436781609198</c:v>
                </c:pt>
                <c:pt idx="3911">
                  <c:v>0.21006564551422299</c:v>
                </c:pt>
                <c:pt idx="3912">
                  <c:v>0.31435643564356403</c:v>
                </c:pt>
                <c:pt idx="3913">
                  <c:v>0.238709677419354</c:v>
                </c:pt>
                <c:pt idx="3914">
                  <c:v>0.218323586744639</c:v>
                </c:pt>
                <c:pt idx="3915">
                  <c:v>0.19718309859154901</c:v>
                </c:pt>
                <c:pt idx="3916">
                  <c:v>0.22632794457274799</c:v>
                </c:pt>
                <c:pt idx="3917">
                  <c:v>0.26428571428571401</c:v>
                </c:pt>
                <c:pt idx="3918">
                  <c:v>0.32457786116322701</c:v>
                </c:pt>
                <c:pt idx="3919">
                  <c:v>0.29681274900398402</c:v>
                </c:pt>
                <c:pt idx="3920">
                  <c:v>0.237864077669902</c:v>
                </c:pt>
                <c:pt idx="3921">
                  <c:v>0.27033492822966498</c:v>
                </c:pt>
                <c:pt idx="3922">
                  <c:v>0.22292993630573199</c:v>
                </c:pt>
                <c:pt idx="3923">
                  <c:v>0.247401247401247</c:v>
                </c:pt>
                <c:pt idx="3924">
                  <c:v>0.36192468619246798</c:v>
                </c:pt>
                <c:pt idx="3925">
                  <c:v>0.20689655172413701</c:v>
                </c:pt>
                <c:pt idx="3926">
                  <c:v>0.26008064516128998</c:v>
                </c:pt>
                <c:pt idx="3927">
                  <c:v>0.31807780320366102</c:v>
                </c:pt>
                <c:pt idx="3928">
                  <c:v>0.29032258064516098</c:v>
                </c:pt>
                <c:pt idx="3929">
                  <c:v>0.30909090909090903</c:v>
                </c:pt>
                <c:pt idx="3930">
                  <c:v>0.30612244897959101</c:v>
                </c:pt>
                <c:pt idx="3931">
                  <c:v>0.24137931034482701</c:v>
                </c:pt>
                <c:pt idx="3932">
                  <c:v>0.35207823960880102</c:v>
                </c:pt>
                <c:pt idx="3933">
                  <c:v>0.265822784810126</c:v>
                </c:pt>
                <c:pt idx="3934">
                  <c:v>0.24474187380497101</c:v>
                </c:pt>
                <c:pt idx="3935">
                  <c:v>0.22632794457274799</c:v>
                </c:pt>
                <c:pt idx="3936">
                  <c:v>0.256818181818181</c:v>
                </c:pt>
                <c:pt idx="3937">
                  <c:v>0.298122065727699</c:v>
                </c:pt>
                <c:pt idx="3938">
                  <c:v>0.35110294117647001</c:v>
                </c:pt>
                <c:pt idx="3939">
                  <c:v>0.32941176470588202</c:v>
                </c:pt>
                <c:pt idx="3940">
                  <c:v>0.28463476070528898</c:v>
                </c:pt>
                <c:pt idx="3941">
                  <c:v>0.32089552238805902</c:v>
                </c:pt>
                <c:pt idx="3942">
                  <c:v>0.26593406593406499</c:v>
                </c:pt>
                <c:pt idx="3943">
                  <c:v>0.29032258064516098</c:v>
                </c:pt>
                <c:pt idx="3944">
                  <c:v>0.41830065359477098</c:v>
                </c:pt>
                <c:pt idx="3945">
                  <c:v>0.25</c:v>
                </c:pt>
                <c:pt idx="3946">
                  <c:v>0.30753138075313802</c:v>
                </c:pt>
                <c:pt idx="3947">
                  <c:v>0.37470167064439103</c:v>
                </c:pt>
                <c:pt idx="3948">
                  <c:v>0.34228187919462999</c:v>
                </c:pt>
                <c:pt idx="3949">
                  <c:v>0.36492890995260602</c:v>
                </c:pt>
                <c:pt idx="3950">
                  <c:v>0.36170212765957399</c:v>
                </c:pt>
                <c:pt idx="3951">
                  <c:v>0.288590604026845</c:v>
                </c:pt>
                <c:pt idx="3952">
                  <c:v>0.41432225063938599</c:v>
                </c:pt>
                <c:pt idx="3953">
                  <c:v>0.31004366812227002</c:v>
                </c:pt>
                <c:pt idx="3954">
                  <c:v>0.28656126482213401</c:v>
                </c:pt>
                <c:pt idx="3955">
                  <c:v>0.27033492822966498</c:v>
                </c:pt>
                <c:pt idx="3956">
                  <c:v>0.304245283018867</c:v>
                </c:pt>
                <c:pt idx="3957">
                  <c:v>0.35207823960880102</c:v>
                </c:pt>
                <c:pt idx="3958">
                  <c:v>0.39733840304182499</c:v>
                </c:pt>
                <c:pt idx="3959">
                  <c:v>0.38367346938775498</c:v>
                </c:pt>
                <c:pt idx="3960">
                  <c:v>0.41544885177453</c:v>
                </c:pt>
                <c:pt idx="3961">
                  <c:v>0.42052313883299702</c:v>
                </c:pt>
                <c:pt idx="3962">
                  <c:v>0.36607142857142799</c:v>
                </c:pt>
                <c:pt idx="3963">
                  <c:v>0.36769759450171802</c:v>
                </c:pt>
                <c:pt idx="3964">
                  <c:v>0.37101910828025397</c:v>
                </c:pt>
                <c:pt idx="3965">
                  <c:v>0.38216560509554098</c:v>
                </c:pt>
                <c:pt idx="3966">
                  <c:v>0.35960591133004899</c:v>
                </c:pt>
                <c:pt idx="3967">
                  <c:v>0.41666666666666602</c:v>
                </c:pt>
                <c:pt idx="3968">
                  <c:v>0.38675958188153298</c:v>
                </c:pt>
                <c:pt idx="3969">
                  <c:v>0.411439114391143</c:v>
                </c:pt>
                <c:pt idx="3970">
                  <c:v>0.40883977900552398</c:v>
                </c:pt>
                <c:pt idx="3971">
                  <c:v>0.37837837837837801</c:v>
                </c:pt>
                <c:pt idx="3972">
                  <c:v>0.48785425101214502</c:v>
                </c:pt>
                <c:pt idx="3973">
                  <c:v>0.37954939341421101</c:v>
                </c:pt>
                <c:pt idx="3974">
                  <c:v>0.34321372854914101</c:v>
                </c:pt>
                <c:pt idx="3975">
                  <c:v>0.39250493096646899</c:v>
                </c:pt>
                <c:pt idx="3976">
                  <c:v>0.39733840304182499</c:v>
                </c:pt>
                <c:pt idx="3977">
                  <c:v>0.42718446601941701</c:v>
                </c:pt>
                <c:pt idx="3978">
                  <c:v>0.330578512396694</c:v>
                </c:pt>
                <c:pt idx="3979">
                  <c:v>0.35811836115326201</c:v>
                </c:pt>
                <c:pt idx="3980">
                  <c:v>0.37061403508771901</c:v>
                </c:pt>
                <c:pt idx="3981">
                  <c:v>0.40604751619870399</c:v>
                </c:pt>
                <c:pt idx="3982">
                  <c:v>0.33207547169811302</c:v>
                </c:pt>
                <c:pt idx="3983">
                  <c:v>0.35859519408502699</c:v>
                </c:pt>
                <c:pt idx="3984">
                  <c:v>0.38917975567190199</c:v>
                </c:pt>
                <c:pt idx="3985">
                  <c:v>0.336302895322939</c:v>
                </c:pt>
                <c:pt idx="3986">
                  <c:v>0.35638297872340402</c:v>
                </c:pt>
                <c:pt idx="3987">
                  <c:v>0.42626262626262601</c:v>
                </c:pt>
                <c:pt idx="3988">
                  <c:v>0.38679245283018798</c:v>
                </c:pt>
                <c:pt idx="3989">
                  <c:v>0.41199999999999998</c:v>
                </c:pt>
                <c:pt idx="3990">
                  <c:v>0.40918163672654601</c:v>
                </c:pt>
                <c:pt idx="3991">
                  <c:v>0.34990439770554399</c:v>
                </c:pt>
                <c:pt idx="3992">
                  <c:v>0.48358862144420101</c:v>
                </c:pt>
                <c:pt idx="3993">
                  <c:v>0.376404494382022</c:v>
                </c:pt>
                <c:pt idx="3994">
                  <c:v>0.34006734006734002</c:v>
                </c:pt>
                <c:pt idx="3995">
                  <c:v>0.35062240663900401</c:v>
                </c:pt>
                <c:pt idx="3996">
                  <c:v>0.38367346938775498</c:v>
                </c:pt>
                <c:pt idx="3997">
                  <c:v>0.42736842105263101</c:v>
                </c:pt>
                <c:pt idx="3998">
                  <c:v>0.36018237082066801</c:v>
                </c:pt>
                <c:pt idx="3999">
                  <c:v>0.370860927152317</c:v>
                </c:pt>
                <c:pt idx="4000">
                  <c:v>0.21079691516709501</c:v>
                </c:pt>
                <c:pt idx="4001">
                  <c:v>0.240506329113924</c:v>
                </c:pt>
                <c:pt idx="4002">
                  <c:v>0.19864559819413</c:v>
                </c:pt>
                <c:pt idx="4003">
                  <c:v>0.223451327433628</c:v>
                </c:pt>
                <c:pt idx="4004">
                  <c:v>0.336302895322939</c:v>
                </c:pt>
                <c:pt idx="4005">
                  <c:v>0.1796875</c:v>
                </c:pt>
                <c:pt idx="4006">
                  <c:v>0.23340471092077</c:v>
                </c:pt>
                <c:pt idx="4007">
                  <c:v>0.28883495145631</c:v>
                </c:pt>
                <c:pt idx="4008">
                  <c:v>0.26255707762557001</c:v>
                </c:pt>
                <c:pt idx="4009">
                  <c:v>0.27951807228915598</c:v>
                </c:pt>
                <c:pt idx="4010">
                  <c:v>0.27644230769230699</c:v>
                </c:pt>
                <c:pt idx="4011">
                  <c:v>0.21510297482837501</c:v>
                </c:pt>
                <c:pt idx="4012">
                  <c:v>0.32467532467532401</c:v>
                </c:pt>
                <c:pt idx="4013">
                  <c:v>0.24269662921348301</c:v>
                </c:pt>
                <c:pt idx="4014">
                  <c:v>0.22199592668024401</c:v>
                </c:pt>
                <c:pt idx="4015">
                  <c:v>0.200980392156862</c:v>
                </c:pt>
                <c:pt idx="4016">
                  <c:v>0.22891566265060201</c:v>
                </c:pt>
                <c:pt idx="4017">
                  <c:v>0.26865671641791</c:v>
                </c:pt>
                <c:pt idx="4018">
                  <c:v>0.33727810650887502</c:v>
                </c:pt>
                <c:pt idx="4019">
                  <c:v>0.30480167014613702</c:v>
                </c:pt>
                <c:pt idx="4020">
                  <c:v>0.243654822335025</c:v>
                </c:pt>
                <c:pt idx="4021">
                  <c:v>0.27500000000000002</c:v>
                </c:pt>
                <c:pt idx="4022">
                  <c:v>0.228888888888888</c:v>
                </c:pt>
                <c:pt idx="4023">
                  <c:v>0.25217391304347803</c:v>
                </c:pt>
                <c:pt idx="4024">
                  <c:v>0.37362637362637302</c:v>
                </c:pt>
                <c:pt idx="4025">
                  <c:v>0.21079691516709501</c:v>
                </c:pt>
                <c:pt idx="4026">
                  <c:v>0.265822784810126</c:v>
                </c:pt>
                <c:pt idx="4027">
                  <c:v>0.32613908872901598</c:v>
                </c:pt>
                <c:pt idx="4028">
                  <c:v>0.29729729729729698</c:v>
                </c:pt>
                <c:pt idx="4029">
                  <c:v>0.31666666666666599</c:v>
                </c:pt>
                <c:pt idx="4030">
                  <c:v>0.31353919239904898</c:v>
                </c:pt>
                <c:pt idx="4031">
                  <c:v>0.24830699774266299</c:v>
                </c:pt>
                <c:pt idx="4032">
                  <c:v>0.365038560411311</c:v>
                </c:pt>
                <c:pt idx="4033">
                  <c:v>0.27152317880794702</c:v>
                </c:pt>
                <c:pt idx="4034">
                  <c:v>0.25</c:v>
                </c:pt>
                <c:pt idx="4035">
                  <c:v>0.231884057971014</c:v>
                </c:pt>
                <c:pt idx="4036">
                  <c:v>0.26128266033254099</c:v>
                </c:pt>
                <c:pt idx="4037">
                  <c:v>0.30466830466830402</c:v>
                </c:pt>
                <c:pt idx="4038">
                  <c:v>0.36557059961315203</c:v>
                </c:pt>
                <c:pt idx="4039">
                  <c:v>0.33950617283950602</c:v>
                </c:pt>
                <c:pt idx="4040">
                  <c:v>0.20681818181818101</c:v>
                </c:pt>
                <c:pt idx="4041">
                  <c:v>0.234375</c:v>
                </c:pt>
                <c:pt idx="4042">
                  <c:v>0.192842942345924</c:v>
                </c:pt>
                <c:pt idx="4043">
                  <c:v>0.21595330739299601</c:v>
                </c:pt>
                <c:pt idx="4044">
                  <c:v>0.31141199226305599</c:v>
                </c:pt>
                <c:pt idx="4045">
                  <c:v>0.17782909930715901</c:v>
                </c:pt>
                <c:pt idx="4046">
                  <c:v>0.221388367729831</c:v>
                </c:pt>
                <c:pt idx="4047">
                  <c:v>0.27659574468085102</c:v>
                </c:pt>
                <c:pt idx="4048">
                  <c:v>0.25</c:v>
                </c:pt>
                <c:pt idx="4049">
                  <c:v>0.265822784810126</c:v>
                </c:pt>
                <c:pt idx="4050">
                  <c:v>0.26315789473684198</c:v>
                </c:pt>
                <c:pt idx="4051">
                  <c:v>0.20481927710843301</c:v>
                </c:pt>
                <c:pt idx="4052">
                  <c:v>0.30909090909090903</c:v>
                </c:pt>
                <c:pt idx="4053">
                  <c:v>0.232741617357001</c:v>
                </c:pt>
                <c:pt idx="4054">
                  <c:v>0.21288014311270101</c:v>
                </c:pt>
                <c:pt idx="4055">
                  <c:v>0.19696969696969599</c:v>
                </c:pt>
                <c:pt idx="4056">
                  <c:v>0.22292993630573199</c:v>
                </c:pt>
                <c:pt idx="4057">
                  <c:v>0.26039387308533901</c:v>
                </c:pt>
                <c:pt idx="4058">
                  <c:v>0.30769230769230699</c:v>
                </c:pt>
                <c:pt idx="4059">
                  <c:v>0.28363636363636302</c:v>
                </c:pt>
                <c:pt idx="4060">
                  <c:v>0.234375</c:v>
                </c:pt>
                <c:pt idx="4061">
                  <c:v>0.26039387308533901</c:v>
                </c:pt>
                <c:pt idx="4062">
                  <c:v>0.218323586744639</c:v>
                </c:pt>
                <c:pt idx="4063">
                  <c:v>0.23764258555133</c:v>
                </c:pt>
                <c:pt idx="4064">
                  <c:v>0.33965844402277001</c:v>
                </c:pt>
                <c:pt idx="4065">
                  <c:v>0.20408163265306101</c:v>
                </c:pt>
                <c:pt idx="4066">
                  <c:v>0.24861878453038599</c:v>
                </c:pt>
                <c:pt idx="4067">
                  <c:v>0.30208333333333298</c:v>
                </c:pt>
                <c:pt idx="4068">
                  <c:v>0.27647058823529402</c:v>
                </c:pt>
                <c:pt idx="4069">
                  <c:v>0.29399585921325</c:v>
                </c:pt>
                <c:pt idx="4070">
                  <c:v>0.29132231404958597</c:v>
                </c:pt>
                <c:pt idx="4071">
                  <c:v>0.232741617357001</c:v>
                </c:pt>
                <c:pt idx="4072">
                  <c:v>0.34228187919462999</c:v>
                </c:pt>
                <c:pt idx="4073">
                  <c:v>0.25433526011560598</c:v>
                </c:pt>
                <c:pt idx="4074">
                  <c:v>0.23426573426573399</c:v>
                </c:pt>
                <c:pt idx="4075">
                  <c:v>0.22292993630573199</c:v>
                </c:pt>
                <c:pt idx="4076">
                  <c:v>0.247401247401247</c:v>
                </c:pt>
                <c:pt idx="4077">
                  <c:v>0.28479657387580298</c:v>
                </c:pt>
                <c:pt idx="4078">
                  <c:v>0.328881469115192</c:v>
                </c:pt>
                <c:pt idx="4079">
                  <c:v>0.31016042780748598</c:v>
                </c:pt>
                <c:pt idx="4080">
                  <c:v>0.41176470588235198</c:v>
                </c:pt>
                <c:pt idx="4081">
                  <c:v>0.44009216589861699</c:v>
                </c:pt>
                <c:pt idx="4082">
                  <c:v>0.36693548387096703</c:v>
                </c:pt>
                <c:pt idx="4083">
                  <c:v>0.38703339882121801</c:v>
                </c:pt>
                <c:pt idx="4084">
                  <c:v>0.40109890109890101</c:v>
                </c:pt>
                <c:pt idx="4085">
                  <c:v>0.37470167064439103</c:v>
                </c:pt>
                <c:pt idx="4086">
                  <c:v>0.38157894736842102</c:v>
                </c:pt>
                <c:pt idx="4087">
                  <c:v>0.45182012847965702</c:v>
                </c:pt>
                <c:pt idx="4088">
                  <c:v>0.40918163672654601</c:v>
                </c:pt>
                <c:pt idx="4089">
                  <c:v>0.43949044585987201</c:v>
                </c:pt>
                <c:pt idx="4090">
                  <c:v>0.433403805496828</c:v>
                </c:pt>
                <c:pt idx="4091">
                  <c:v>0.38367346938775498</c:v>
                </c:pt>
                <c:pt idx="4092">
                  <c:v>0.53176470588235203</c:v>
                </c:pt>
                <c:pt idx="4093">
                  <c:v>0.40357852882703699</c:v>
                </c:pt>
                <c:pt idx="4094">
                  <c:v>0.361209964412811</c:v>
                </c:pt>
                <c:pt idx="4095">
                  <c:v>0.38888888888888801</c:v>
                </c:pt>
                <c:pt idx="4096">
                  <c:v>0.41521739130434698</c:v>
                </c:pt>
                <c:pt idx="4097">
                  <c:v>0.456375838926174</c:v>
                </c:pt>
                <c:pt idx="4098">
                  <c:v>0.37101910828025397</c:v>
                </c:pt>
                <c:pt idx="4099">
                  <c:v>0.384347826086956</c:v>
                </c:pt>
                <c:pt idx="4100">
                  <c:v>0.1796875</c:v>
                </c:pt>
                <c:pt idx="4101">
                  <c:v>0.20769230769230701</c:v>
                </c:pt>
                <c:pt idx="4102">
                  <c:v>0.16972477064220101</c:v>
                </c:pt>
                <c:pt idx="4103">
                  <c:v>0.193258426966292</c:v>
                </c:pt>
                <c:pt idx="4104">
                  <c:v>0.29729729729729698</c:v>
                </c:pt>
                <c:pt idx="4105">
                  <c:v>0.150395778364116</c:v>
                </c:pt>
                <c:pt idx="4106">
                  <c:v>0.20217391304347801</c:v>
                </c:pt>
                <c:pt idx="4107">
                  <c:v>0.253071253071253</c:v>
                </c:pt>
                <c:pt idx="4108">
                  <c:v>0.22916666666666599</c:v>
                </c:pt>
                <c:pt idx="4109">
                  <c:v>0.24390243902438999</c:v>
                </c:pt>
                <c:pt idx="4110">
                  <c:v>0.240875912408759</c:v>
                </c:pt>
                <c:pt idx="4111">
                  <c:v>0.18329466357308499</c:v>
                </c:pt>
                <c:pt idx="4112">
                  <c:v>0.28608923884514398</c:v>
                </c:pt>
                <c:pt idx="4113">
                  <c:v>0.209567198177676</c:v>
                </c:pt>
                <c:pt idx="4114">
                  <c:v>0.195020746887966</c:v>
                </c:pt>
                <c:pt idx="4115">
                  <c:v>0.171641791044776</c:v>
                </c:pt>
                <c:pt idx="4116">
                  <c:v>0.19804400977995101</c:v>
                </c:pt>
                <c:pt idx="4117">
                  <c:v>0.23425692695214101</c:v>
                </c:pt>
                <c:pt idx="4118">
                  <c:v>0.30199999999999999</c:v>
                </c:pt>
                <c:pt idx="4119">
                  <c:v>0.27118644067796599</c:v>
                </c:pt>
                <c:pt idx="4120">
                  <c:v>0.26593406593406499</c:v>
                </c:pt>
                <c:pt idx="4121">
                  <c:v>0.29310344827586199</c:v>
                </c:pt>
                <c:pt idx="4122">
                  <c:v>0.24236641221374</c:v>
                </c:pt>
                <c:pt idx="4123">
                  <c:v>0.26492537313432801</c:v>
                </c:pt>
                <c:pt idx="4124">
                  <c:v>0.35608856088560797</c:v>
                </c:pt>
                <c:pt idx="4125">
                  <c:v>0.234375</c:v>
                </c:pt>
                <c:pt idx="4126">
                  <c:v>0.26978417266186999</c:v>
                </c:pt>
                <c:pt idx="4127">
                  <c:v>0.33950617283950602</c:v>
                </c:pt>
                <c:pt idx="4128">
                  <c:v>0.30384615384615299</c:v>
                </c:pt>
                <c:pt idx="4129">
                  <c:v>0.32586558044806502</c:v>
                </c:pt>
                <c:pt idx="4130">
                  <c:v>0.32048681541582102</c:v>
                </c:pt>
                <c:pt idx="4131">
                  <c:v>0.25433526011560598</c:v>
                </c:pt>
                <c:pt idx="4132">
                  <c:v>0.37362637362637302</c:v>
                </c:pt>
                <c:pt idx="4133">
                  <c:v>0.28166351606805201</c:v>
                </c:pt>
                <c:pt idx="4134">
                  <c:v>0.26072041166380699</c:v>
                </c:pt>
                <c:pt idx="4135">
                  <c:v>0.25260960334029198</c:v>
                </c:pt>
                <c:pt idx="4136">
                  <c:v>0.27811860940695299</c:v>
                </c:pt>
                <c:pt idx="4137">
                  <c:v>0.32135306553911203</c:v>
                </c:pt>
                <c:pt idx="4138">
                  <c:v>0.33548387096774102</c:v>
                </c:pt>
                <c:pt idx="4139">
                  <c:v>0.32582322357019</c:v>
                </c:pt>
                <c:pt idx="4140">
                  <c:v>0.31435643564356403</c:v>
                </c:pt>
                <c:pt idx="4141">
                  <c:v>0.34878048780487803</c:v>
                </c:pt>
                <c:pt idx="4142">
                  <c:v>0.29032258064516098</c:v>
                </c:pt>
                <c:pt idx="4143">
                  <c:v>0.313025210084033</c:v>
                </c:pt>
                <c:pt idx="4144">
                  <c:v>0.430379746835443</c:v>
                </c:pt>
                <c:pt idx="4145">
                  <c:v>0.278195488721804</c:v>
                </c:pt>
                <c:pt idx="4146">
                  <c:v>0.33128834355828202</c:v>
                </c:pt>
                <c:pt idx="4147">
                  <c:v>0.40515222482435598</c:v>
                </c:pt>
                <c:pt idx="4148">
                  <c:v>0.37061403508771901</c:v>
                </c:pt>
                <c:pt idx="4149">
                  <c:v>0.39534883720930197</c:v>
                </c:pt>
                <c:pt idx="4150">
                  <c:v>0.39211136890951198</c:v>
                </c:pt>
                <c:pt idx="4151">
                  <c:v>0.31291028446389402</c:v>
                </c:pt>
                <c:pt idx="4152">
                  <c:v>0.45088161209068001</c:v>
                </c:pt>
                <c:pt idx="4153">
                  <c:v>0.33262260127931698</c:v>
                </c:pt>
                <c:pt idx="4154">
                  <c:v>0.30888030888030799</c:v>
                </c:pt>
                <c:pt idx="4155">
                  <c:v>0.298122065727699</c:v>
                </c:pt>
                <c:pt idx="4156">
                  <c:v>0.33025404157043797</c:v>
                </c:pt>
                <c:pt idx="4157">
                  <c:v>0.38129496402877699</c:v>
                </c:pt>
                <c:pt idx="4158">
                  <c:v>0.403669724770642</c:v>
                </c:pt>
                <c:pt idx="4159">
                  <c:v>0.40079365079364998</c:v>
                </c:pt>
                <c:pt idx="4160">
                  <c:v>0.29508196721311403</c:v>
                </c:pt>
                <c:pt idx="4161">
                  <c:v>0.32413793103448202</c:v>
                </c:pt>
                <c:pt idx="4162">
                  <c:v>0.27032520325203202</c:v>
                </c:pt>
                <c:pt idx="4163">
                  <c:v>0.29166666666666602</c:v>
                </c:pt>
                <c:pt idx="4164">
                  <c:v>0.38976377952755897</c:v>
                </c:pt>
                <c:pt idx="4165">
                  <c:v>0.26128266033254099</c:v>
                </c:pt>
                <c:pt idx="4166">
                  <c:v>0.30384615384615299</c:v>
                </c:pt>
                <c:pt idx="4167">
                  <c:v>0.376651982378854</c:v>
                </c:pt>
                <c:pt idx="4168">
                  <c:v>0.33950617283950602</c:v>
                </c:pt>
                <c:pt idx="4169">
                  <c:v>0.36462882096069799</c:v>
                </c:pt>
                <c:pt idx="4170">
                  <c:v>0.35869565217391303</c:v>
                </c:pt>
                <c:pt idx="4171">
                  <c:v>0.28865979381443202</c:v>
                </c:pt>
                <c:pt idx="4172">
                  <c:v>0.41843971631205601</c:v>
                </c:pt>
                <c:pt idx="4173">
                  <c:v>0.309859154929577</c:v>
                </c:pt>
                <c:pt idx="4174">
                  <c:v>0.28832116788321099</c:v>
                </c:pt>
                <c:pt idx="4175">
                  <c:v>0.28000000000000003</c:v>
                </c:pt>
                <c:pt idx="4176">
                  <c:v>0.30718954248365998</c:v>
                </c:pt>
                <c:pt idx="4177">
                  <c:v>0.35440180586907399</c:v>
                </c:pt>
                <c:pt idx="4178">
                  <c:v>0.36769759450171802</c:v>
                </c:pt>
                <c:pt idx="4179">
                  <c:v>0.36363636363636298</c:v>
                </c:pt>
                <c:pt idx="4180">
                  <c:v>0.31435643564356403</c:v>
                </c:pt>
                <c:pt idx="4181">
                  <c:v>0.34878048780487803</c:v>
                </c:pt>
                <c:pt idx="4182">
                  <c:v>0.28755364806866901</c:v>
                </c:pt>
                <c:pt idx="4183">
                  <c:v>0.313025210084033</c:v>
                </c:pt>
                <c:pt idx="4184">
                  <c:v>0.42138364779874199</c:v>
                </c:pt>
                <c:pt idx="4185">
                  <c:v>0.278195488721804</c:v>
                </c:pt>
                <c:pt idx="4186">
                  <c:v>0.32857142857142801</c:v>
                </c:pt>
                <c:pt idx="4187">
                  <c:v>0.40515222482435598</c:v>
                </c:pt>
                <c:pt idx="4188">
                  <c:v>0.36761487964988998</c:v>
                </c:pt>
                <c:pt idx="4189">
                  <c:v>0.39534883720930197</c:v>
                </c:pt>
                <c:pt idx="4190">
                  <c:v>0.38888888888888801</c:v>
                </c:pt>
                <c:pt idx="4191">
                  <c:v>0.30718954248365998</c:v>
                </c:pt>
                <c:pt idx="4192">
                  <c:v>0.45088161209068001</c:v>
                </c:pt>
                <c:pt idx="4193">
                  <c:v>0.33262260127931698</c:v>
                </c:pt>
                <c:pt idx="4194">
                  <c:v>0.30888030888030799</c:v>
                </c:pt>
                <c:pt idx="4195">
                  <c:v>0.298122065727699</c:v>
                </c:pt>
                <c:pt idx="4196">
                  <c:v>0.33025404157043797</c:v>
                </c:pt>
                <c:pt idx="4197">
                  <c:v>0.38129496402877699</c:v>
                </c:pt>
                <c:pt idx="4198">
                  <c:v>0.393442622950819</c:v>
                </c:pt>
                <c:pt idx="4199">
                  <c:v>0.39250493096646899</c:v>
                </c:pt>
                <c:pt idx="4200">
                  <c:v>0.31111111111111101</c:v>
                </c:pt>
                <c:pt idx="4201">
                  <c:v>0.34223300970873699</c:v>
                </c:pt>
                <c:pt idx="4202">
                  <c:v>0.28479657387580298</c:v>
                </c:pt>
                <c:pt idx="4203">
                  <c:v>0.30753138075313802</c:v>
                </c:pt>
                <c:pt idx="4204">
                  <c:v>0.41249999999999998</c:v>
                </c:pt>
                <c:pt idx="4205">
                  <c:v>0.27500000000000002</c:v>
                </c:pt>
                <c:pt idx="4206">
                  <c:v>0.32048681541582102</c:v>
                </c:pt>
                <c:pt idx="4207">
                  <c:v>0.39860139860139798</c:v>
                </c:pt>
                <c:pt idx="4208">
                  <c:v>0.35869565217391303</c:v>
                </c:pt>
                <c:pt idx="4209">
                  <c:v>0.38568129330253997</c:v>
                </c:pt>
                <c:pt idx="4210">
                  <c:v>0.37931034482758602</c:v>
                </c:pt>
                <c:pt idx="4211">
                  <c:v>0.30434782608695599</c:v>
                </c:pt>
                <c:pt idx="4212">
                  <c:v>0.44360902255639001</c:v>
                </c:pt>
                <c:pt idx="4213">
                  <c:v>0.32696390658174002</c:v>
                </c:pt>
                <c:pt idx="4214">
                  <c:v>0.30384615384615299</c:v>
                </c:pt>
                <c:pt idx="4215">
                  <c:v>0.29508196721311403</c:v>
                </c:pt>
                <c:pt idx="4216">
                  <c:v>0.32413793103448202</c:v>
                </c:pt>
                <c:pt idx="4217">
                  <c:v>0.37470167064439103</c:v>
                </c:pt>
                <c:pt idx="4218">
                  <c:v>0.38838475499092501</c:v>
                </c:pt>
                <c:pt idx="4219">
                  <c:v>0.38431372549019599</c:v>
                </c:pt>
                <c:pt idx="4220">
                  <c:v>0.23201856148491801</c:v>
                </c:pt>
                <c:pt idx="4221">
                  <c:v>0.26255707762557001</c:v>
                </c:pt>
                <c:pt idx="4222">
                  <c:v>0.21212121212121199</c:v>
                </c:pt>
                <c:pt idx="4223">
                  <c:v>0.240079365079365</c:v>
                </c:pt>
                <c:pt idx="4224">
                  <c:v>0.33202357563850599</c:v>
                </c:pt>
                <c:pt idx="4225">
                  <c:v>0.2</c:v>
                </c:pt>
                <c:pt idx="4226">
                  <c:v>0.24</c:v>
                </c:pt>
                <c:pt idx="4227">
                  <c:v>0.30151843817787399</c:v>
                </c:pt>
                <c:pt idx="4228">
                  <c:v>0.27551020408163202</c:v>
                </c:pt>
                <c:pt idx="4229">
                  <c:v>0.29310344827586199</c:v>
                </c:pt>
                <c:pt idx="4230">
                  <c:v>0.29032258064516098</c:v>
                </c:pt>
                <c:pt idx="4231">
                  <c:v>0.219512195121951</c:v>
                </c:pt>
                <c:pt idx="4232">
                  <c:v>0.33333333333333298</c:v>
                </c:pt>
                <c:pt idx="4233">
                  <c:v>0.24750499001995999</c:v>
                </c:pt>
                <c:pt idx="4234">
                  <c:v>0.23497267759562801</c:v>
                </c:pt>
                <c:pt idx="4235">
                  <c:v>0.22075055187637899</c:v>
                </c:pt>
                <c:pt idx="4236">
                  <c:v>0.24945770065075901</c:v>
                </c:pt>
                <c:pt idx="4237">
                  <c:v>0.28571428571428498</c:v>
                </c:pt>
                <c:pt idx="4238">
                  <c:v>0.32582322357019</c:v>
                </c:pt>
                <c:pt idx="4239">
                  <c:v>0.30499075785582203</c:v>
                </c:pt>
                <c:pt idx="4240">
                  <c:v>0.328125</c:v>
                </c:pt>
                <c:pt idx="4241">
                  <c:v>0.365038560411311</c:v>
                </c:pt>
                <c:pt idx="4242">
                  <c:v>0.30316742081447901</c:v>
                </c:pt>
                <c:pt idx="4243">
                  <c:v>0.32743362831858402</c:v>
                </c:pt>
                <c:pt idx="4244">
                  <c:v>0.46621621621621601</c:v>
                </c:pt>
                <c:pt idx="4245">
                  <c:v>0.28947368421052599</c:v>
                </c:pt>
                <c:pt idx="4246">
                  <c:v>0.34120171673819699</c:v>
                </c:pt>
                <c:pt idx="4247">
                  <c:v>0.42574257425742501</c:v>
                </c:pt>
                <c:pt idx="4248">
                  <c:v>0.38568129330253997</c:v>
                </c:pt>
                <c:pt idx="4249">
                  <c:v>0.415233415233415</c:v>
                </c:pt>
                <c:pt idx="4250">
                  <c:v>0.40831295843520699</c:v>
                </c:pt>
                <c:pt idx="4251">
                  <c:v>0.32413793103448202</c:v>
                </c:pt>
                <c:pt idx="4252">
                  <c:v>0.45526315789473598</c:v>
                </c:pt>
                <c:pt idx="4253">
                  <c:v>0.34529147982062702</c:v>
                </c:pt>
                <c:pt idx="4254">
                  <c:v>0.32317073170731703</c:v>
                </c:pt>
                <c:pt idx="4255">
                  <c:v>0.31111111111111101</c:v>
                </c:pt>
                <c:pt idx="4256">
                  <c:v>0.34549878345498702</c:v>
                </c:pt>
                <c:pt idx="4257">
                  <c:v>0.4</c:v>
                </c:pt>
                <c:pt idx="4258">
                  <c:v>0.42718446601941701</c:v>
                </c:pt>
                <c:pt idx="4259">
                  <c:v>0.42436974789915899</c:v>
                </c:pt>
                <c:pt idx="4260">
                  <c:v>0.25968109339407702</c:v>
                </c:pt>
                <c:pt idx="4261">
                  <c:v>0.28571428571428498</c:v>
                </c:pt>
                <c:pt idx="4262">
                  <c:v>0.237623762376237</c:v>
                </c:pt>
                <c:pt idx="4263">
                  <c:v>0.259187620889748</c:v>
                </c:pt>
                <c:pt idx="4264">
                  <c:v>0.35769230769230698</c:v>
                </c:pt>
                <c:pt idx="4265">
                  <c:v>0.22632794457274799</c:v>
                </c:pt>
                <c:pt idx="4266">
                  <c:v>0.26728971962616799</c:v>
                </c:pt>
                <c:pt idx="4267">
                  <c:v>0.32415254237288099</c:v>
                </c:pt>
                <c:pt idx="4268">
                  <c:v>0.29940119760479</c:v>
                </c:pt>
                <c:pt idx="4269">
                  <c:v>0.31856540084388102</c:v>
                </c:pt>
                <c:pt idx="4270">
                  <c:v>0.31578947368421001</c:v>
                </c:pt>
                <c:pt idx="4271">
                  <c:v>0.24750499001995999</c:v>
                </c:pt>
                <c:pt idx="4272">
                  <c:v>0.36674259681093302</c:v>
                </c:pt>
                <c:pt idx="4273">
                  <c:v>0.26653696498054402</c:v>
                </c:pt>
                <c:pt idx="4274">
                  <c:v>0.25399644760213103</c:v>
                </c:pt>
                <c:pt idx="4275">
                  <c:v>0.246753246753246</c:v>
                </c:pt>
                <c:pt idx="4276">
                  <c:v>0.27118644067796599</c:v>
                </c:pt>
                <c:pt idx="4277">
                  <c:v>0.30718954248365998</c:v>
                </c:pt>
                <c:pt idx="4278">
                  <c:v>0.34459459459459402</c:v>
                </c:pt>
                <c:pt idx="4279">
                  <c:v>0.329113924050632</c:v>
                </c:pt>
                <c:pt idx="4280">
                  <c:v>0.23711340206185499</c:v>
                </c:pt>
                <c:pt idx="4281">
                  <c:v>0.26262626262626199</c:v>
                </c:pt>
                <c:pt idx="4282">
                  <c:v>0.21942446043165401</c:v>
                </c:pt>
                <c:pt idx="4283">
                  <c:v>0.23859649122807</c:v>
                </c:pt>
                <c:pt idx="4284">
                  <c:v>0.33043478260869502</c:v>
                </c:pt>
                <c:pt idx="4285">
                  <c:v>0.21008403361344499</c:v>
                </c:pt>
                <c:pt idx="4286">
                  <c:v>0.25</c:v>
                </c:pt>
                <c:pt idx="4287">
                  <c:v>0.30384615384615299</c:v>
                </c:pt>
                <c:pt idx="4288">
                  <c:v>0.278985507246376</c:v>
                </c:pt>
                <c:pt idx="4289">
                  <c:v>0.29636711281070699</c:v>
                </c:pt>
                <c:pt idx="4290">
                  <c:v>0.29389312977099202</c:v>
                </c:pt>
                <c:pt idx="4291">
                  <c:v>0.23497267759562801</c:v>
                </c:pt>
                <c:pt idx="4292">
                  <c:v>0.33675564681724801</c:v>
                </c:pt>
                <c:pt idx="4293">
                  <c:v>0.25399644760213103</c:v>
                </c:pt>
                <c:pt idx="4294">
                  <c:v>0.235864297253634</c:v>
                </c:pt>
                <c:pt idx="4295">
                  <c:v>0.22549019607843099</c:v>
                </c:pt>
                <c:pt idx="4296">
                  <c:v>0.24952015355086299</c:v>
                </c:pt>
                <c:pt idx="4297">
                  <c:v>0.28656126482213401</c:v>
                </c:pt>
                <c:pt idx="4298">
                  <c:v>0.31852986217457802</c:v>
                </c:pt>
                <c:pt idx="4299">
                  <c:v>0.30706075533661698</c:v>
                </c:pt>
                <c:pt idx="4300">
                  <c:v>0.200980392156862</c:v>
                </c:pt>
                <c:pt idx="4301">
                  <c:v>0.22891566265060201</c:v>
                </c:pt>
                <c:pt idx="4302">
                  <c:v>0.18924731182795601</c:v>
                </c:pt>
                <c:pt idx="4303">
                  <c:v>0.21263157894736801</c:v>
                </c:pt>
                <c:pt idx="4304">
                  <c:v>0.31856540084388102</c:v>
                </c:pt>
                <c:pt idx="4305">
                  <c:v>0.171641791044776</c:v>
                </c:pt>
                <c:pt idx="4306">
                  <c:v>0.22199592668024401</c:v>
                </c:pt>
                <c:pt idx="4307">
                  <c:v>0.27419354838709598</c:v>
                </c:pt>
                <c:pt idx="4308">
                  <c:v>0.24945770065075901</c:v>
                </c:pt>
                <c:pt idx="4309">
                  <c:v>0.265446224256292</c:v>
                </c:pt>
                <c:pt idx="4310">
                  <c:v>0.26255707762557001</c:v>
                </c:pt>
                <c:pt idx="4311">
                  <c:v>0.20479302832244001</c:v>
                </c:pt>
                <c:pt idx="4312">
                  <c:v>0.30788177339901401</c:v>
                </c:pt>
                <c:pt idx="4313">
                  <c:v>0.23076923076923</c:v>
                </c:pt>
                <c:pt idx="4314">
                  <c:v>0.21124031007751901</c:v>
                </c:pt>
                <c:pt idx="4315">
                  <c:v>0.19158878504672799</c:v>
                </c:pt>
                <c:pt idx="4316">
                  <c:v>0.21788990825688001</c:v>
                </c:pt>
                <c:pt idx="4317">
                  <c:v>0.25531914893617003</c:v>
                </c:pt>
                <c:pt idx="4318">
                  <c:v>0.31962616822429901</c:v>
                </c:pt>
                <c:pt idx="4319">
                  <c:v>0.28910891089108898</c:v>
                </c:pt>
                <c:pt idx="4320">
                  <c:v>0.231884057971014</c:v>
                </c:pt>
                <c:pt idx="4321">
                  <c:v>0.26128266033254099</c:v>
                </c:pt>
                <c:pt idx="4322">
                  <c:v>0.217758985200845</c:v>
                </c:pt>
                <c:pt idx="4323">
                  <c:v>0.23966942148760301</c:v>
                </c:pt>
                <c:pt idx="4324">
                  <c:v>0.35343035343035301</c:v>
                </c:pt>
                <c:pt idx="4325">
                  <c:v>0.200980392156862</c:v>
                </c:pt>
                <c:pt idx="4326">
                  <c:v>0.25250501002004</c:v>
                </c:pt>
                <c:pt idx="4327">
                  <c:v>0.30909090909090903</c:v>
                </c:pt>
                <c:pt idx="4328">
                  <c:v>0.28205128205128199</c:v>
                </c:pt>
                <c:pt idx="4329">
                  <c:v>0.30022573363431099</c:v>
                </c:pt>
                <c:pt idx="4330">
                  <c:v>0.29729729729729698</c:v>
                </c:pt>
                <c:pt idx="4331">
                  <c:v>0.23605150214592199</c:v>
                </c:pt>
                <c:pt idx="4332">
                  <c:v>0.34549878345498702</c:v>
                </c:pt>
                <c:pt idx="4333">
                  <c:v>0.25786163522012501</c:v>
                </c:pt>
                <c:pt idx="4334">
                  <c:v>0.23764258555133</c:v>
                </c:pt>
                <c:pt idx="4335">
                  <c:v>0.22068965517241301</c:v>
                </c:pt>
                <c:pt idx="4336">
                  <c:v>0.24830699774266299</c:v>
                </c:pt>
                <c:pt idx="4337">
                  <c:v>0.28904428904428903</c:v>
                </c:pt>
                <c:pt idx="4338">
                  <c:v>0.34615384615384598</c:v>
                </c:pt>
                <c:pt idx="4339">
                  <c:v>0.321637426900584</c:v>
                </c:pt>
                <c:pt idx="4340">
                  <c:v>0.278195488721804</c:v>
                </c:pt>
                <c:pt idx="4341">
                  <c:v>0.31111111111111101</c:v>
                </c:pt>
                <c:pt idx="4342">
                  <c:v>0.26039387308533901</c:v>
                </c:pt>
                <c:pt idx="4343">
                  <c:v>0.28205128205128199</c:v>
                </c:pt>
                <c:pt idx="4344">
                  <c:v>0.40909090909090901</c:v>
                </c:pt>
                <c:pt idx="4345">
                  <c:v>0.243654822335025</c:v>
                </c:pt>
                <c:pt idx="4346">
                  <c:v>0.299376299376299</c:v>
                </c:pt>
                <c:pt idx="4347">
                  <c:v>0.36492890995260602</c:v>
                </c:pt>
                <c:pt idx="4348">
                  <c:v>0.33333333333333298</c:v>
                </c:pt>
                <c:pt idx="4349">
                  <c:v>0.35529411764705798</c:v>
                </c:pt>
                <c:pt idx="4350">
                  <c:v>0.352112676056338</c:v>
                </c:pt>
                <c:pt idx="4351">
                  <c:v>0.28285077951002202</c:v>
                </c:pt>
                <c:pt idx="4352">
                  <c:v>0.40712468193384199</c:v>
                </c:pt>
                <c:pt idx="4353">
                  <c:v>0.30151843817787399</c:v>
                </c:pt>
                <c:pt idx="4354">
                  <c:v>0.27897838899803501</c:v>
                </c:pt>
                <c:pt idx="4355">
                  <c:v>0.26428571428571401</c:v>
                </c:pt>
                <c:pt idx="4356">
                  <c:v>0.29508196721311403</c:v>
                </c:pt>
                <c:pt idx="4357">
                  <c:v>0.34223300970873699</c:v>
                </c:pt>
                <c:pt idx="4358">
                  <c:v>0.39204545454545398</c:v>
                </c:pt>
                <c:pt idx="4359">
                  <c:v>0.37525354969573999</c:v>
                </c:pt>
                <c:pt idx="4360">
                  <c:v>0.40956340956340898</c:v>
                </c:pt>
                <c:pt idx="4361">
                  <c:v>0.417670682730923</c:v>
                </c:pt>
                <c:pt idx="4362">
                  <c:v>0.361209964412811</c:v>
                </c:pt>
                <c:pt idx="4363">
                  <c:v>0.365351629502572</c:v>
                </c:pt>
                <c:pt idx="4364">
                  <c:v>0.36883942766295702</c:v>
                </c:pt>
                <c:pt idx="4365">
                  <c:v>0.37923728813559299</c:v>
                </c:pt>
                <c:pt idx="4366">
                  <c:v>0.35737704918032698</c:v>
                </c:pt>
                <c:pt idx="4367">
                  <c:v>0.41666666666666602</c:v>
                </c:pt>
                <c:pt idx="4368">
                  <c:v>0.384347826086956</c:v>
                </c:pt>
                <c:pt idx="4369">
                  <c:v>0.411439114391143</c:v>
                </c:pt>
                <c:pt idx="4370">
                  <c:v>0.40625</c:v>
                </c:pt>
                <c:pt idx="4371">
                  <c:v>0.37342908438061001</c:v>
                </c:pt>
                <c:pt idx="4372">
                  <c:v>0.48484848484848397</c:v>
                </c:pt>
                <c:pt idx="4373">
                  <c:v>0.37716262975778497</c:v>
                </c:pt>
                <c:pt idx="4374">
                  <c:v>0.34112149532710201</c:v>
                </c:pt>
                <c:pt idx="4375">
                  <c:v>0.38703339882121801</c:v>
                </c:pt>
                <c:pt idx="4376">
                  <c:v>0.394686907020872</c:v>
                </c:pt>
                <c:pt idx="4377">
                  <c:v>0.42441860465116199</c:v>
                </c:pt>
                <c:pt idx="4378">
                  <c:v>0.32874828060522698</c:v>
                </c:pt>
                <c:pt idx="4379">
                  <c:v>0.35811836115326201</c:v>
                </c:pt>
                <c:pt idx="4380">
                  <c:v>0.361655773420479</c:v>
                </c:pt>
                <c:pt idx="4381">
                  <c:v>0.39102564102564102</c:v>
                </c:pt>
                <c:pt idx="4382">
                  <c:v>0.32457786116322701</c:v>
                </c:pt>
                <c:pt idx="4383">
                  <c:v>0.34615384615384598</c:v>
                </c:pt>
                <c:pt idx="4384">
                  <c:v>0.384347826086956</c:v>
                </c:pt>
                <c:pt idx="4385">
                  <c:v>0.33037694013303698</c:v>
                </c:pt>
                <c:pt idx="4386">
                  <c:v>0.34446397188049199</c:v>
                </c:pt>
                <c:pt idx="4387">
                  <c:v>0.417670682730923</c:v>
                </c:pt>
                <c:pt idx="4388">
                  <c:v>0.37898686679174398</c:v>
                </c:pt>
                <c:pt idx="4389">
                  <c:v>0.40357852882703699</c:v>
                </c:pt>
                <c:pt idx="4390">
                  <c:v>0.40079365079364998</c:v>
                </c:pt>
                <c:pt idx="4391">
                  <c:v>0.342205323193916</c:v>
                </c:pt>
                <c:pt idx="4392">
                  <c:v>0.47071583514099702</c:v>
                </c:pt>
                <c:pt idx="4393">
                  <c:v>0.36363636363636298</c:v>
                </c:pt>
                <c:pt idx="4394">
                  <c:v>0.33333333333333298</c:v>
                </c:pt>
                <c:pt idx="4395">
                  <c:v>0.34226804123711302</c:v>
                </c:pt>
                <c:pt idx="4396">
                  <c:v>0.36969696969696902</c:v>
                </c:pt>
                <c:pt idx="4397">
                  <c:v>0.418410041841004</c:v>
                </c:pt>
                <c:pt idx="4398">
                  <c:v>0.36018237082066801</c:v>
                </c:pt>
                <c:pt idx="4399">
                  <c:v>0.366336633663366</c:v>
                </c:pt>
                <c:pt idx="4400">
                  <c:v>0.145985401459854</c:v>
                </c:pt>
                <c:pt idx="4401">
                  <c:v>0.16945107398567999</c:v>
                </c:pt>
                <c:pt idx="4402">
                  <c:v>0.14193548387096699</c:v>
                </c:pt>
                <c:pt idx="4403">
                  <c:v>0.16176470588235201</c:v>
                </c:pt>
                <c:pt idx="4404">
                  <c:v>0.273885350318471</c:v>
                </c:pt>
                <c:pt idx="4405">
                  <c:v>0.12406947890818799</c:v>
                </c:pt>
                <c:pt idx="4406">
                  <c:v>0.17791411042944699</c:v>
                </c:pt>
                <c:pt idx="4407">
                  <c:v>0.21510297482837501</c:v>
                </c:pt>
                <c:pt idx="4408">
                  <c:v>0.19956616052060699</c:v>
                </c:pt>
                <c:pt idx="4409">
                  <c:v>0.209567198177676</c:v>
                </c:pt>
                <c:pt idx="4410">
                  <c:v>0.209567198177676</c:v>
                </c:pt>
                <c:pt idx="4411">
                  <c:v>0.15184381778741801</c:v>
                </c:pt>
                <c:pt idx="4412">
                  <c:v>0.22891566265060201</c:v>
                </c:pt>
                <c:pt idx="4413">
                  <c:v>0.17409766454352399</c:v>
                </c:pt>
                <c:pt idx="4414">
                  <c:v>0.16504854368932001</c:v>
                </c:pt>
                <c:pt idx="4415">
                  <c:v>0.13953488372093001</c:v>
                </c:pt>
                <c:pt idx="4416">
                  <c:v>0.16173120728929299</c:v>
                </c:pt>
                <c:pt idx="4417">
                  <c:v>0.19437939110070199</c:v>
                </c:pt>
                <c:pt idx="4418">
                  <c:v>0.28166351606805201</c:v>
                </c:pt>
                <c:pt idx="4419">
                  <c:v>0.24750499001995999</c:v>
                </c:pt>
                <c:pt idx="4420">
                  <c:v>0.17505995203836899</c:v>
                </c:pt>
                <c:pt idx="4421">
                  <c:v>0.2</c:v>
                </c:pt>
                <c:pt idx="4422">
                  <c:v>0.16913319238900601</c:v>
                </c:pt>
                <c:pt idx="4423">
                  <c:v>0.187628865979381</c:v>
                </c:pt>
                <c:pt idx="4424">
                  <c:v>0.310272536687631</c:v>
                </c:pt>
                <c:pt idx="4425">
                  <c:v>0.15158924205378899</c:v>
                </c:pt>
                <c:pt idx="4426">
                  <c:v>0.207243460764587</c:v>
                </c:pt>
                <c:pt idx="4427">
                  <c:v>0.24830699774266299</c:v>
                </c:pt>
                <c:pt idx="4428">
                  <c:v>0.23076923076923</c:v>
                </c:pt>
                <c:pt idx="4429">
                  <c:v>0.24269662921348301</c:v>
                </c:pt>
                <c:pt idx="4430">
                  <c:v>0.24269662921348301</c:v>
                </c:pt>
                <c:pt idx="4431">
                  <c:v>0.18162393162393101</c:v>
                </c:pt>
                <c:pt idx="4432">
                  <c:v>0.26428571428571401</c:v>
                </c:pt>
                <c:pt idx="4433">
                  <c:v>0.2</c:v>
                </c:pt>
                <c:pt idx="4434">
                  <c:v>0.19047619047618999</c:v>
                </c:pt>
                <c:pt idx="4435">
                  <c:v>0.16704805491990801</c:v>
                </c:pt>
                <c:pt idx="4436">
                  <c:v>0.19058295964125499</c:v>
                </c:pt>
                <c:pt idx="4437">
                  <c:v>0.22632794457274799</c:v>
                </c:pt>
                <c:pt idx="4438">
                  <c:v>0.31226765799256501</c:v>
                </c:pt>
                <c:pt idx="4439">
                  <c:v>0.27897838899803501</c:v>
                </c:pt>
                <c:pt idx="4440">
                  <c:v>0.146868250539956</c:v>
                </c:pt>
                <c:pt idx="4441">
                  <c:v>0.16913319238900601</c:v>
                </c:pt>
                <c:pt idx="4442">
                  <c:v>0.14068441064638701</c:v>
                </c:pt>
                <c:pt idx="4443">
                  <c:v>0.159554730983302</c:v>
                </c:pt>
                <c:pt idx="4444">
                  <c:v>0.25555555555555498</c:v>
                </c:pt>
                <c:pt idx="4445">
                  <c:v>0.12582781456953601</c:v>
                </c:pt>
                <c:pt idx="4446">
                  <c:v>0.17086330935251701</c:v>
                </c:pt>
                <c:pt idx="4447">
                  <c:v>0.209677419354838</c:v>
                </c:pt>
                <c:pt idx="4448">
                  <c:v>0.19274809160305301</c:v>
                </c:pt>
                <c:pt idx="4449">
                  <c:v>0.20240480961923801</c:v>
                </c:pt>
                <c:pt idx="4450">
                  <c:v>0.20240480961923801</c:v>
                </c:pt>
                <c:pt idx="4451">
                  <c:v>0.147227533460803</c:v>
                </c:pt>
                <c:pt idx="4452">
                  <c:v>0.22033898305084701</c:v>
                </c:pt>
                <c:pt idx="4453">
                  <c:v>0.17041198501872601</c:v>
                </c:pt>
                <c:pt idx="4454">
                  <c:v>0.16095890410958899</c:v>
                </c:pt>
                <c:pt idx="4455">
                  <c:v>0.14020618556701001</c:v>
                </c:pt>
                <c:pt idx="4456">
                  <c:v>0.16129032258064499</c:v>
                </c:pt>
                <c:pt idx="4457">
                  <c:v>0.19254658385093101</c:v>
                </c:pt>
                <c:pt idx="4458">
                  <c:v>0.25822368421052599</c:v>
                </c:pt>
                <c:pt idx="4459">
                  <c:v>0.232111692844677</c:v>
                </c:pt>
                <c:pt idx="4460">
                  <c:v>0.17409766454352399</c:v>
                </c:pt>
                <c:pt idx="4461">
                  <c:v>0.195020746887966</c:v>
                </c:pt>
                <c:pt idx="4462">
                  <c:v>0.16604477611940299</c:v>
                </c:pt>
                <c:pt idx="4463">
                  <c:v>0.181488203266787</c:v>
                </c:pt>
                <c:pt idx="4464">
                  <c:v>0.28597449908925299</c:v>
                </c:pt>
                <c:pt idx="4465">
                  <c:v>0.15184381778741801</c:v>
                </c:pt>
                <c:pt idx="4466">
                  <c:v>0.197879858657243</c:v>
                </c:pt>
                <c:pt idx="4467">
                  <c:v>0.235177865612648</c:v>
                </c:pt>
                <c:pt idx="4468">
                  <c:v>0.21910112359550499</c:v>
                </c:pt>
                <c:pt idx="4469">
                  <c:v>0.23031496062992099</c:v>
                </c:pt>
                <c:pt idx="4470">
                  <c:v>0.23031496062992099</c:v>
                </c:pt>
                <c:pt idx="4471">
                  <c:v>0.174812030075187</c:v>
                </c:pt>
                <c:pt idx="4472">
                  <c:v>0.25260960334029198</c:v>
                </c:pt>
                <c:pt idx="4473">
                  <c:v>0.19230769230769201</c:v>
                </c:pt>
                <c:pt idx="4474">
                  <c:v>0.182579564489112</c:v>
                </c:pt>
                <c:pt idx="4475">
                  <c:v>0.165991902834008</c:v>
                </c:pt>
                <c:pt idx="4476">
                  <c:v>0.185770750988142</c:v>
                </c:pt>
                <c:pt idx="4477">
                  <c:v>0.21703853955375199</c:v>
                </c:pt>
                <c:pt idx="4478">
                  <c:v>0.28180354267310698</c:v>
                </c:pt>
                <c:pt idx="4479">
                  <c:v>0.25856164383561597</c:v>
                </c:pt>
                <c:pt idx="4480">
                  <c:v>0.30434782608695599</c:v>
                </c:pt>
                <c:pt idx="4481">
                  <c:v>0.335470085470085</c:v>
                </c:pt>
                <c:pt idx="4482">
                  <c:v>0.27683615819209001</c:v>
                </c:pt>
                <c:pt idx="4483">
                  <c:v>0.300184162062615</c:v>
                </c:pt>
                <c:pt idx="4484">
                  <c:v>0.38586956521739102</c:v>
                </c:pt>
                <c:pt idx="4485">
                  <c:v>0.27433628318584002</c:v>
                </c:pt>
                <c:pt idx="4486">
                  <c:v>0.31484794275491901</c:v>
                </c:pt>
                <c:pt idx="4487">
                  <c:v>0.39506172839506098</c:v>
                </c:pt>
                <c:pt idx="4488">
                  <c:v>0.35769230769230698</c:v>
                </c:pt>
                <c:pt idx="4489">
                  <c:v>0.38934426229508101</c:v>
                </c:pt>
                <c:pt idx="4490">
                  <c:v>0.37804878048780399</c:v>
                </c:pt>
                <c:pt idx="4491">
                  <c:v>0.28652751423149903</c:v>
                </c:pt>
                <c:pt idx="4492">
                  <c:v>0.412147505422993</c:v>
                </c:pt>
                <c:pt idx="4493">
                  <c:v>0.30983302411873798</c:v>
                </c:pt>
                <c:pt idx="4494">
                  <c:v>0.30102040816326497</c:v>
                </c:pt>
                <c:pt idx="4495">
                  <c:v>0.28865979381443202</c:v>
                </c:pt>
                <c:pt idx="4496">
                  <c:v>0.31781376518218601</c:v>
                </c:pt>
                <c:pt idx="4497">
                  <c:v>0.36764705882352899</c:v>
                </c:pt>
                <c:pt idx="4498">
                  <c:v>0.36018957345971497</c:v>
                </c:pt>
                <c:pt idx="4499">
                  <c:v>0.36769759450171802</c:v>
                </c:pt>
                <c:pt idx="4500">
                  <c:v>0.118518518518518</c:v>
                </c:pt>
                <c:pt idx="4501">
                  <c:v>0.140435835351089</c:v>
                </c:pt>
                <c:pt idx="4502">
                  <c:v>0.11597374179431</c:v>
                </c:pt>
                <c:pt idx="4503">
                  <c:v>0.134615384615384</c:v>
                </c:pt>
                <c:pt idx="4504">
                  <c:v>0.238709677419354</c:v>
                </c:pt>
                <c:pt idx="4505">
                  <c:v>9.8236775818639793E-2</c:v>
                </c:pt>
                <c:pt idx="4506">
                  <c:v>0.149688149688149</c:v>
                </c:pt>
                <c:pt idx="4507">
                  <c:v>0.18329466357308499</c:v>
                </c:pt>
                <c:pt idx="4508">
                  <c:v>0.16960352422907399</c:v>
                </c:pt>
                <c:pt idx="4509">
                  <c:v>0.17782909930715901</c:v>
                </c:pt>
                <c:pt idx="4510">
                  <c:v>0.17782909930715901</c:v>
                </c:pt>
                <c:pt idx="4511">
                  <c:v>0.12582781456953601</c:v>
                </c:pt>
                <c:pt idx="4512">
                  <c:v>0.19804400977995101</c:v>
                </c:pt>
                <c:pt idx="4513">
                  <c:v>0.146868250539956</c:v>
                </c:pt>
                <c:pt idx="4514">
                  <c:v>0.14059405940594</c:v>
                </c:pt>
                <c:pt idx="4515">
                  <c:v>0.113475177304964</c:v>
                </c:pt>
                <c:pt idx="4516">
                  <c:v>0.134259259259259</c:v>
                </c:pt>
                <c:pt idx="4517">
                  <c:v>0.163895486935866</c:v>
                </c:pt>
                <c:pt idx="4518">
                  <c:v>0.24952015355086299</c:v>
                </c:pt>
                <c:pt idx="4519">
                  <c:v>0.21703853955375199</c:v>
                </c:pt>
                <c:pt idx="4520">
                  <c:v>0.19008264462809901</c:v>
                </c:pt>
                <c:pt idx="4521">
                  <c:v>0.21457489878542499</c:v>
                </c:pt>
                <c:pt idx="4522">
                  <c:v>0.177215189873417</c:v>
                </c:pt>
                <c:pt idx="4523">
                  <c:v>0.197879858657243</c:v>
                </c:pt>
                <c:pt idx="4524">
                  <c:v>0.30088495575221202</c:v>
                </c:pt>
                <c:pt idx="4525">
                  <c:v>0.16666666666666599</c:v>
                </c:pt>
                <c:pt idx="4526">
                  <c:v>0.21097770154373899</c:v>
                </c:pt>
                <c:pt idx="4527">
                  <c:v>0.259187620889748</c:v>
                </c:pt>
                <c:pt idx="4528">
                  <c:v>0.23948811700182801</c:v>
                </c:pt>
                <c:pt idx="4529">
                  <c:v>0.25192307692307597</c:v>
                </c:pt>
                <c:pt idx="4530">
                  <c:v>0.25192307692307597</c:v>
                </c:pt>
                <c:pt idx="4531">
                  <c:v>0.18363636363636299</c:v>
                </c:pt>
                <c:pt idx="4532">
                  <c:v>0.27032520325203202</c:v>
                </c:pt>
                <c:pt idx="4533">
                  <c:v>0.20855614973261999</c:v>
                </c:pt>
                <c:pt idx="4534">
                  <c:v>0.19902120717781399</c:v>
                </c:pt>
                <c:pt idx="4535">
                  <c:v>0.181102362204724</c:v>
                </c:pt>
                <c:pt idx="4536">
                  <c:v>0.204238921001926</c:v>
                </c:pt>
                <c:pt idx="4537">
                  <c:v>0.240079365079365</c:v>
                </c:pt>
                <c:pt idx="4538">
                  <c:v>0.29173166926677002</c:v>
                </c:pt>
                <c:pt idx="4539">
                  <c:v>0.27500000000000002</c:v>
                </c:pt>
                <c:pt idx="4540">
                  <c:v>0.23201856148491801</c:v>
                </c:pt>
                <c:pt idx="4541">
                  <c:v>0.25968109339407702</c:v>
                </c:pt>
                <c:pt idx="4542">
                  <c:v>0.219512195121951</c:v>
                </c:pt>
                <c:pt idx="4543">
                  <c:v>0.237623762376237</c:v>
                </c:pt>
                <c:pt idx="4544">
                  <c:v>0.37804878048780399</c:v>
                </c:pt>
                <c:pt idx="4545">
                  <c:v>0.205673758865248</c:v>
                </c:pt>
                <c:pt idx="4546">
                  <c:v>0.26162790697674398</c:v>
                </c:pt>
                <c:pt idx="4547">
                  <c:v>0.31291028446389402</c:v>
                </c:pt>
                <c:pt idx="4548">
                  <c:v>0.29132231404958597</c:v>
                </c:pt>
                <c:pt idx="4549">
                  <c:v>0.30718954248365998</c:v>
                </c:pt>
                <c:pt idx="4550">
                  <c:v>0.30718954248365998</c:v>
                </c:pt>
                <c:pt idx="4551">
                  <c:v>0.234567901234567</c:v>
                </c:pt>
                <c:pt idx="4552">
                  <c:v>0.33333333333333298</c:v>
                </c:pt>
                <c:pt idx="4553">
                  <c:v>0.25</c:v>
                </c:pt>
                <c:pt idx="4554">
                  <c:v>0.23948811700182801</c:v>
                </c:pt>
                <c:pt idx="4555">
                  <c:v>0.22075055187637899</c:v>
                </c:pt>
                <c:pt idx="4556">
                  <c:v>0.246753246753246</c:v>
                </c:pt>
                <c:pt idx="4557">
                  <c:v>0.288590604026845</c:v>
                </c:pt>
                <c:pt idx="4558">
                  <c:v>0.35879218472468899</c:v>
                </c:pt>
                <c:pt idx="4559">
                  <c:v>0.33965844402277001</c:v>
                </c:pt>
                <c:pt idx="4560">
                  <c:v>0.212719298245614</c:v>
                </c:pt>
                <c:pt idx="4561">
                  <c:v>0.238709677419354</c:v>
                </c:pt>
                <c:pt idx="4562">
                  <c:v>0.19961612284069</c:v>
                </c:pt>
                <c:pt idx="4563">
                  <c:v>0.21910112359550499</c:v>
                </c:pt>
                <c:pt idx="4564">
                  <c:v>0.33965844402277001</c:v>
                </c:pt>
                <c:pt idx="4565">
                  <c:v>0.187919463087248</c:v>
                </c:pt>
                <c:pt idx="4566">
                  <c:v>0.23948811700182801</c:v>
                </c:pt>
                <c:pt idx="4567">
                  <c:v>0.28865979381443202</c:v>
                </c:pt>
                <c:pt idx="4568">
                  <c:v>0.26900584795321603</c:v>
                </c:pt>
                <c:pt idx="4569">
                  <c:v>0.28336755646817202</c:v>
                </c:pt>
                <c:pt idx="4570">
                  <c:v>0.28336755646817202</c:v>
                </c:pt>
                <c:pt idx="4571">
                  <c:v>0.21124031007751901</c:v>
                </c:pt>
                <c:pt idx="4572">
                  <c:v>0.30718954248365998</c:v>
                </c:pt>
                <c:pt idx="4573">
                  <c:v>0.230623818525519</c:v>
                </c:pt>
                <c:pt idx="4574">
                  <c:v>0.22145328719723101</c:v>
                </c:pt>
                <c:pt idx="4575">
                  <c:v>0.20250521920667999</c:v>
                </c:pt>
                <c:pt idx="4576">
                  <c:v>0.22699386503067401</c:v>
                </c:pt>
                <c:pt idx="4577">
                  <c:v>0.265822784810126</c:v>
                </c:pt>
                <c:pt idx="4578">
                  <c:v>0.331103678929765</c:v>
                </c:pt>
                <c:pt idx="4579">
                  <c:v>0.31016042780748598</c:v>
                </c:pt>
                <c:pt idx="4580">
                  <c:v>0.22632794457274799</c:v>
                </c:pt>
                <c:pt idx="4581">
                  <c:v>0.25396825396825301</c:v>
                </c:pt>
                <c:pt idx="4582">
                  <c:v>0.21212121212121199</c:v>
                </c:pt>
                <c:pt idx="4583">
                  <c:v>0.232741617357001</c:v>
                </c:pt>
                <c:pt idx="4584">
                  <c:v>0.36693548387096703</c:v>
                </c:pt>
                <c:pt idx="4585">
                  <c:v>0.2</c:v>
                </c:pt>
                <c:pt idx="4586">
                  <c:v>0.25433526011560598</c:v>
                </c:pt>
                <c:pt idx="4587">
                  <c:v>0.30718954248365998</c:v>
                </c:pt>
                <c:pt idx="4588">
                  <c:v>0.28600823045267398</c:v>
                </c:pt>
                <c:pt idx="4589">
                  <c:v>0.30151843817787399</c:v>
                </c:pt>
                <c:pt idx="4590">
                  <c:v>0.30151843817787399</c:v>
                </c:pt>
                <c:pt idx="4591">
                  <c:v>0.22448979591836701</c:v>
                </c:pt>
                <c:pt idx="4592">
                  <c:v>0.32718894009216498</c:v>
                </c:pt>
                <c:pt idx="4593">
                  <c:v>0.24501992031872499</c:v>
                </c:pt>
                <c:pt idx="4594">
                  <c:v>0.23497267759562801</c:v>
                </c:pt>
                <c:pt idx="4595">
                  <c:v>0.21538461538461501</c:v>
                </c:pt>
                <c:pt idx="4596">
                  <c:v>0.24137931034482701</c:v>
                </c:pt>
                <c:pt idx="4597">
                  <c:v>0.28285077951002202</c:v>
                </c:pt>
                <c:pt idx="4598">
                  <c:v>0.35398230088495503</c:v>
                </c:pt>
                <c:pt idx="4599">
                  <c:v>0.33459357277882701</c:v>
                </c:pt>
                <c:pt idx="4600">
                  <c:v>0.223502304147465</c:v>
                </c:pt>
                <c:pt idx="4601">
                  <c:v>0.25113122171945701</c:v>
                </c:pt>
                <c:pt idx="4602">
                  <c:v>0.209677419354838</c:v>
                </c:pt>
                <c:pt idx="4603">
                  <c:v>0.23031496062992099</c:v>
                </c:pt>
                <c:pt idx="4604">
                  <c:v>0.358717434869739</c:v>
                </c:pt>
                <c:pt idx="4605">
                  <c:v>0.19718309859154901</c:v>
                </c:pt>
                <c:pt idx="4606">
                  <c:v>0.25192307692307597</c:v>
                </c:pt>
                <c:pt idx="4607">
                  <c:v>0.30434782608695599</c:v>
                </c:pt>
                <c:pt idx="4608">
                  <c:v>0.28336755646817202</c:v>
                </c:pt>
                <c:pt idx="4609">
                  <c:v>0.29870129870129802</c:v>
                </c:pt>
                <c:pt idx="4610">
                  <c:v>0.29870129870129802</c:v>
                </c:pt>
                <c:pt idx="4611">
                  <c:v>0.22199592668024401</c:v>
                </c:pt>
                <c:pt idx="4612">
                  <c:v>0.32413793103448202</c:v>
                </c:pt>
                <c:pt idx="4613">
                  <c:v>0.24254473161033699</c:v>
                </c:pt>
                <c:pt idx="4614">
                  <c:v>0.23272727272727201</c:v>
                </c:pt>
                <c:pt idx="4615">
                  <c:v>0.212719298245614</c:v>
                </c:pt>
                <c:pt idx="4616">
                  <c:v>0.238709677419354</c:v>
                </c:pt>
                <c:pt idx="4617">
                  <c:v>0.28000000000000003</c:v>
                </c:pt>
                <c:pt idx="4618">
                  <c:v>0.34920634920634902</c:v>
                </c:pt>
                <c:pt idx="4619">
                  <c:v>0.32706766917293201</c:v>
                </c:pt>
                <c:pt idx="4620">
                  <c:v>0.16192560175054699</c:v>
                </c:pt>
                <c:pt idx="4621">
                  <c:v>0.186695278969957</c:v>
                </c:pt>
                <c:pt idx="4622">
                  <c:v>0.151631477927063</c:v>
                </c:pt>
                <c:pt idx="4623">
                  <c:v>0.174812030075187</c:v>
                </c:pt>
                <c:pt idx="4624">
                  <c:v>0.26966292134831399</c:v>
                </c:pt>
                <c:pt idx="4625">
                  <c:v>0.13839285714285701</c:v>
                </c:pt>
                <c:pt idx="4626">
                  <c:v>0.181488203266787</c:v>
                </c:pt>
                <c:pt idx="4627">
                  <c:v>0.22950819672131101</c:v>
                </c:pt>
                <c:pt idx="4628">
                  <c:v>0.20889748549323001</c:v>
                </c:pt>
                <c:pt idx="4629">
                  <c:v>0.219512195121951</c:v>
                </c:pt>
                <c:pt idx="4630">
                  <c:v>0.219512195121951</c:v>
                </c:pt>
                <c:pt idx="4631">
                  <c:v>0.15830115830115801</c:v>
                </c:pt>
                <c:pt idx="4632">
                  <c:v>0.23605150214592199</c:v>
                </c:pt>
                <c:pt idx="4633">
                  <c:v>0.18371212121212099</c:v>
                </c:pt>
                <c:pt idx="4634">
                  <c:v>0.17504332755632501</c:v>
                </c:pt>
                <c:pt idx="4635">
                  <c:v>0.15448851774530201</c:v>
                </c:pt>
                <c:pt idx="4636">
                  <c:v>0.17791411042944699</c:v>
                </c:pt>
                <c:pt idx="4637">
                  <c:v>0.21263157894736801</c:v>
                </c:pt>
                <c:pt idx="4638">
                  <c:v>0.27287853577371002</c:v>
                </c:pt>
                <c:pt idx="4639">
                  <c:v>0.245149911816578</c:v>
                </c:pt>
                <c:pt idx="4640">
                  <c:v>0.24390243902438999</c:v>
                </c:pt>
                <c:pt idx="4641">
                  <c:v>0.27338129496402802</c:v>
                </c:pt>
                <c:pt idx="4642">
                  <c:v>0.228144989339019</c:v>
                </c:pt>
                <c:pt idx="4643">
                  <c:v>0.247401247401247</c:v>
                </c:pt>
                <c:pt idx="4644">
                  <c:v>0.39400428265524601</c:v>
                </c:pt>
                <c:pt idx="4645">
                  <c:v>0.21588089330024801</c:v>
                </c:pt>
                <c:pt idx="4646">
                  <c:v>0.267748478701825</c:v>
                </c:pt>
                <c:pt idx="4647">
                  <c:v>0.33025404157043797</c:v>
                </c:pt>
                <c:pt idx="4648">
                  <c:v>0.30434782608695599</c:v>
                </c:pt>
                <c:pt idx="4649">
                  <c:v>0.32413793103448202</c:v>
                </c:pt>
                <c:pt idx="4650">
                  <c:v>0.32110091743119201</c:v>
                </c:pt>
                <c:pt idx="4651">
                  <c:v>0.24137931034482701</c:v>
                </c:pt>
                <c:pt idx="4652">
                  <c:v>0.335748792270531</c:v>
                </c:pt>
                <c:pt idx="4653">
                  <c:v>0.26050420168067201</c:v>
                </c:pt>
                <c:pt idx="4654">
                  <c:v>0.24952015355086299</c:v>
                </c:pt>
                <c:pt idx="4655">
                  <c:v>0.23201856148491801</c:v>
                </c:pt>
                <c:pt idx="4656">
                  <c:v>0.25968109339407702</c:v>
                </c:pt>
                <c:pt idx="4657">
                  <c:v>0.304245283018867</c:v>
                </c:pt>
                <c:pt idx="4658">
                  <c:v>0.37383177570093401</c:v>
                </c:pt>
                <c:pt idx="4659">
                  <c:v>0.34791252485089402</c:v>
                </c:pt>
                <c:pt idx="4660">
                  <c:v>0.19181034482758599</c:v>
                </c:pt>
                <c:pt idx="4661">
                  <c:v>0.21263157894736801</c:v>
                </c:pt>
                <c:pt idx="4662">
                  <c:v>0.179245283018867</c:v>
                </c:pt>
                <c:pt idx="4663">
                  <c:v>0.19669117647058801</c:v>
                </c:pt>
                <c:pt idx="4664">
                  <c:v>0.29779411764705799</c:v>
                </c:pt>
                <c:pt idx="4665">
                  <c:v>0.16703296703296699</c:v>
                </c:pt>
                <c:pt idx="4666">
                  <c:v>0.21071428571428499</c:v>
                </c:pt>
                <c:pt idx="4667">
                  <c:v>0.25</c:v>
                </c:pt>
                <c:pt idx="4668">
                  <c:v>0.23529411764705799</c:v>
                </c:pt>
                <c:pt idx="4669">
                  <c:v>0.24750499001995999</c:v>
                </c:pt>
                <c:pt idx="4670">
                  <c:v>0.24750499001995999</c:v>
                </c:pt>
                <c:pt idx="4671">
                  <c:v>0.18821292775665399</c:v>
                </c:pt>
                <c:pt idx="4672">
                  <c:v>0.27118644067796599</c:v>
                </c:pt>
                <c:pt idx="4673">
                  <c:v>0.203327171903881</c:v>
                </c:pt>
                <c:pt idx="4674">
                  <c:v>0.19661016949152499</c:v>
                </c:pt>
                <c:pt idx="4675">
                  <c:v>0.182751540041067</c:v>
                </c:pt>
                <c:pt idx="4676">
                  <c:v>0.20240480961923801</c:v>
                </c:pt>
                <c:pt idx="4677">
                  <c:v>0.232032854209445</c:v>
                </c:pt>
                <c:pt idx="4678">
                  <c:v>0.29220779220779203</c:v>
                </c:pt>
                <c:pt idx="4679">
                  <c:v>0.271626297577854</c:v>
                </c:pt>
                <c:pt idx="4680">
                  <c:v>0.17416829745596801</c:v>
                </c:pt>
                <c:pt idx="4681">
                  <c:v>0.19502868068833601</c:v>
                </c:pt>
                <c:pt idx="4682">
                  <c:v>0.164948453608247</c:v>
                </c:pt>
                <c:pt idx="4683">
                  <c:v>0.18060200668896301</c:v>
                </c:pt>
                <c:pt idx="4684">
                  <c:v>0.283557046979865</c:v>
                </c:pt>
                <c:pt idx="4685">
                  <c:v>0.15430861723446801</c:v>
                </c:pt>
                <c:pt idx="4686">
                  <c:v>0.19706840390879399</c:v>
                </c:pt>
                <c:pt idx="4687">
                  <c:v>0.23497267759562801</c:v>
                </c:pt>
                <c:pt idx="4688">
                  <c:v>0.21934369602763301</c:v>
                </c:pt>
                <c:pt idx="4689">
                  <c:v>0.23049001814882</c:v>
                </c:pt>
                <c:pt idx="4690">
                  <c:v>0.23049001814882</c:v>
                </c:pt>
                <c:pt idx="4691">
                  <c:v>0.17504332755632501</c:v>
                </c:pt>
                <c:pt idx="4692">
                  <c:v>0.247126436781609</c:v>
                </c:pt>
                <c:pt idx="4693">
                  <c:v>0.19055649241146699</c:v>
                </c:pt>
                <c:pt idx="4694">
                  <c:v>0.18238021638330701</c:v>
                </c:pt>
                <c:pt idx="4695">
                  <c:v>0.16604477611940299</c:v>
                </c:pt>
                <c:pt idx="4696">
                  <c:v>0.185792349726775</c:v>
                </c:pt>
                <c:pt idx="4697">
                  <c:v>0.21682242990654199</c:v>
                </c:pt>
                <c:pt idx="4698">
                  <c:v>0.27744807121661702</c:v>
                </c:pt>
                <c:pt idx="4699">
                  <c:v>0.257503949447077</c:v>
                </c:pt>
                <c:pt idx="4700">
                  <c:v>0.13953488372093001</c:v>
                </c:pt>
                <c:pt idx="4701">
                  <c:v>0.16173120728929299</c:v>
                </c:pt>
                <c:pt idx="4702">
                  <c:v>0.135523613963039</c:v>
                </c:pt>
                <c:pt idx="4703">
                  <c:v>0.15430861723446801</c:v>
                </c:pt>
                <c:pt idx="4704">
                  <c:v>0.26008064516128998</c:v>
                </c:pt>
                <c:pt idx="4705">
                  <c:v>0.1187648456057</c:v>
                </c:pt>
                <c:pt idx="4706">
                  <c:v>0.16959064327485299</c:v>
                </c:pt>
                <c:pt idx="4707">
                  <c:v>0.20479302832244001</c:v>
                </c:pt>
                <c:pt idx="4708">
                  <c:v>0.19008264462809901</c:v>
                </c:pt>
                <c:pt idx="4709">
                  <c:v>0.19956616052060699</c:v>
                </c:pt>
                <c:pt idx="4710">
                  <c:v>0.19956616052060699</c:v>
                </c:pt>
                <c:pt idx="4711">
                  <c:v>0.14492753623188401</c:v>
                </c:pt>
                <c:pt idx="4712">
                  <c:v>0.21788990825688001</c:v>
                </c:pt>
                <c:pt idx="4713">
                  <c:v>0.165991902834008</c:v>
                </c:pt>
                <c:pt idx="4714">
                  <c:v>0.157407407407407</c:v>
                </c:pt>
                <c:pt idx="4715">
                  <c:v>0.133333333333333</c:v>
                </c:pt>
                <c:pt idx="4716">
                  <c:v>0.15434782608695599</c:v>
                </c:pt>
                <c:pt idx="4717">
                  <c:v>0.18526785714285701</c:v>
                </c:pt>
                <c:pt idx="4718">
                  <c:v>0.26750448833034102</c:v>
                </c:pt>
                <c:pt idx="4719">
                  <c:v>0.23529411764705799</c:v>
                </c:pt>
                <c:pt idx="4720">
                  <c:v>0.16704805491990801</c:v>
                </c:pt>
                <c:pt idx="4721">
                  <c:v>0.19058295964125499</c:v>
                </c:pt>
                <c:pt idx="4722">
                  <c:v>0.16129032258064499</c:v>
                </c:pt>
                <c:pt idx="4723">
                  <c:v>0.17878192534381099</c:v>
                </c:pt>
                <c:pt idx="4724">
                  <c:v>0.29423459244532801</c:v>
                </c:pt>
                <c:pt idx="4725">
                  <c:v>0.144859813084112</c:v>
                </c:pt>
                <c:pt idx="4726">
                  <c:v>0.197318007662835</c:v>
                </c:pt>
                <c:pt idx="4727">
                  <c:v>0.23605150214592199</c:v>
                </c:pt>
                <c:pt idx="4728">
                  <c:v>0.219512195121951</c:v>
                </c:pt>
                <c:pt idx="4729">
                  <c:v>0.23076923076923</c:v>
                </c:pt>
                <c:pt idx="4730">
                  <c:v>0.23076923076923</c:v>
                </c:pt>
                <c:pt idx="4731">
                  <c:v>0.17311608961303401</c:v>
                </c:pt>
                <c:pt idx="4732">
                  <c:v>0.25113122171945701</c:v>
                </c:pt>
                <c:pt idx="4733">
                  <c:v>0.19047619047618999</c:v>
                </c:pt>
                <c:pt idx="4734">
                  <c:v>0.181488203266787</c:v>
                </c:pt>
                <c:pt idx="4735">
                  <c:v>0.15938864628820901</c:v>
                </c:pt>
                <c:pt idx="4736">
                  <c:v>0.18162393162393101</c:v>
                </c:pt>
                <c:pt idx="4737">
                  <c:v>0.21538461538461501</c:v>
                </c:pt>
                <c:pt idx="4738">
                  <c:v>0.296296296296296</c:v>
                </c:pt>
                <c:pt idx="4739">
                  <c:v>0.26492537313432801</c:v>
                </c:pt>
                <c:pt idx="4740">
                  <c:v>0.205673758865248</c:v>
                </c:pt>
                <c:pt idx="4741">
                  <c:v>0.23201856148491801</c:v>
                </c:pt>
                <c:pt idx="4742">
                  <c:v>0.19750519750519699</c:v>
                </c:pt>
                <c:pt idx="4743">
                  <c:v>0.21457489878542499</c:v>
                </c:pt>
                <c:pt idx="4744">
                  <c:v>0.34782608695652101</c:v>
                </c:pt>
                <c:pt idx="4745">
                  <c:v>0.180722891566265</c:v>
                </c:pt>
                <c:pt idx="4746">
                  <c:v>0.237623762376237</c:v>
                </c:pt>
                <c:pt idx="4747">
                  <c:v>0.28285077951002202</c:v>
                </c:pt>
                <c:pt idx="4748">
                  <c:v>0.26315789473684198</c:v>
                </c:pt>
                <c:pt idx="4749">
                  <c:v>0.27716186252771602</c:v>
                </c:pt>
                <c:pt idx="4750">
                  <c:v>0.27716186252771602</c:v>
                </c:pt>
                <c:pt idx="4751">
                  <c:v>0.21263157894736801</c:v>
                </c:pt>
                <c:pt idx="4752">
                  <c:v>0.30117647058823499</c:v>
                </c:pt>
                <c:pt idx="4753">
                  <c:v>0.22699386503067401</c:v>
                </c:pt>
                <c:pt idx="4754">
                  <c:v>0.21682242990654199</c:v>
                </c:pt>
                <c:pt idx="4755">
                  <c:v>0.195945945945945</c:v>
                </c:pt>
                <c:pt idx="4756">
                  <c:v>0.22075055187637899</c:v>
                </c:pt>
                <c:pt idx="4757">
                  <c:v>0.25968109339407702</c:v>
                </c:pt>
                <c:pt idx="4758">
                  <c:v>0.34124087591240798</c:v>
                </c:pt>
                <c:pt idx="4759">
                  <c:v>0.31141199226305599</c:v>
                </c:pt>
                <c:pt idx="4760">
                  <c:v>0.31906614785992199</c:v>
                </c:pt>
                <c:pt idx="4761">
                  <c:v>0.342205323193916</c:v>
                </c:pt>
                <c:pt idx="4762">
                  <c:v>0.283557046979865</c:v>
                </c:pt>
                <c:pt idx="4763">
                  <c:v>0.30065359477124098</c:v>
                </c:pt>
                <c:pt idx="4764">
                  <c:v>0.35590551181102298</c:v>
                </c:pt>
                <c:pt idx="4765">
                  <c:v>0.29166666666666602</c:v>
                </c:pt>
                <c:pt idx="4766">
                  <c:v>0.310126582278481</c:v>
                </c:pt>
                <c:pt idx="4767">
                  <c:v>0.38336347197106602</c:v>
                </c:pt>
                <c:pt idx="4768">
                  <c:v>0.34915254237288101</c:v>
                </c:pt>
                <c:pt idx="4769">
                  <c:v>0.37589928057553901</c:v>
                </c:pt>
                <c:pt idx="4770">
                  <c:v>0.36851520572450802</c:v>
                </c:pt>
                <c:pt idx="4771">
                  <c:v>0.29005059021922402</c:v>
                </c:pt>
                <c:pt idx="4772">
                  <c:v>0.40535372848948298</c:v>
                </c:pt>
                <c:pt idx="4773">
                  <c:v>0.30706075533661698</c:v>
                </c:pt>
                <c:pt idx="4774">
                  <c:v>0.29864253393665102</c:v>
                </c:pt>
                <c:pt idx="4775">
                  <c:v>0.30258302583025798</c:v>
                </c:pt>
                <c:pt idx="4776">
                  <c:v>0.32432432432432401</c:v>
                </c:pt>
                <c:pt idx="4777">
                  <c:v>0.36617100371747202</c:v>
                </c:pt>
                <c:pt idx="4778">
                  <c:v>0.31607629427792899</c:v>
                </c:pt>
                <c:pt idx="4779">
                  <c:v>0.339820359281437</c:v>
                </c:pt>
                <c:pt idx="4780">
                  <c:v>0.267748478701825</c:v>
                </c:pt>
                <c:pt idx="4781">
                  <c:v>0.29423459244532801</c:v>
                </c:pt>
                <c:pt idx="4782">
                  <c:v>0.245149911816578</c:v>
                </c:pt>
                <c:pt idx="4783">
                  <c:v>0.265060240963855</c:v>
                </c:pt>
                <c:pt idx="4784">
                  <c:v>0.36301369863013699</c:v>
                </c:pt>
                <c:pt idx="4785">
                  <c:v>0.24223602484472001</c:v>
                </c:pt>
                <c:pt idx="4786">
                  <c:v>0.283557046979865</c:v>
                </c:pt>
                <c:pt idx="4787">
                  <c:v>0.34476190476190399</c:v>
                </c:pt>
                <c:pt idx="4788">
                  <c:v>0.31956912028725298</c:v>
                </c:pt>
                <c:pt idx="4789">
                  <c:v>0.33965844402277001</c:v>
                </c:pt>
                <c:pt idx="4790">
                  <c:v>0.33712121212121199</c:v>
                </c:pt>
                <c:pt idx="4791">
                  <c:v>0.256227758007117</c:v>
                </c:pt>
                <c:pt idx="4792">
                  <c:v>0.35599999999999998</c:v>
                </c:pt>
                <c:pt idx="4793">
                  <c:v>0.27604166666666602</c:v>
                </c:pt>
                <c:pt idx="4794">
                  <c:v>0.26550079491255901</c:v>
                </c:pt>
                <c:pt idx="4795">
                  <c:v>0.25433526011560598</c:v>
                </c:pt>
                <c:pt idx="4796">
                  <c:v>0.27924528301886697</c:v>
                </c:pt>
                <c:pt idx="4797">
                  <c:v>0.321637426900584</c:v>
                </c:pt>
                <c:pt idx="4798">
                  <c:v>0.34182908545727098</c:v>
                </c:pt>
                <c:pt idx="4799">
                  <c:v>0.33980582524271802</c:v>
                </c:pt>
                <c:pt idx="4800">
                  <c:v>0.18897637795275499</c:v>
                </c:pt>
                <c:pt idx="4801">
                  <c:v>0.22020725388601001</c:v>
                </c:pt>
                <c:pt idx="4802">
                  <c:v>0.180555555555555</c:v>
                </c:pt>
                <c:pt idx="4803">
                  <c:v>0.20681818181818101</c:v>
                </c:pt>
                <c:pt idx="4804">
                  <c:v>0.33025404157043797</c:v>
                </c:pt>
                <c:pt idx="4805">
                  <c:v>0.159574468085106</c:v>
                </c:pt>
                <c:pt idx="4806">
                  <c:v>0.22075055187637899</c:v>
                </c:pt>
                <c:pt idx="4807">
                  <c:v>0.28140703517587901</c:v>
                </c:pt>
                <c:pt idx="4808">
                  <c:v>0.25235849056603699</c:v>
                </c:pt>
                <c:pt idx="4809">
                  <c:v>0.26865671641791</c:v>
                </c:pt>
                <c:pt idx="4810">
                  <c:v>0.26550868486352303</c:v>
                </c:pt>
                <c:pt idx="4811">
                  <c:v>0.19718309859154901</c:v>
                </c:pt>
                <c:pt idx="4812">
                  <c:v>0.30319148936170198</c:v>
                </c:pt>
                <c:pt idx="4813">
                  <c:v>0.22632794457274799</c:v>
                </c:pt>
                <c:pt idx="4814">
                  <c:v>0.21263157894736801</c:v>
                </c:pt>
                <c:pt idx="4815">
                  <c:v>0.180451127819548</c:v>
                </c:pt>
                <c:pt idx="4816">
                  <c:v>0.209876543209876</c:v>
                </c:pt>
                <c:pt idx="4817">
                  <c:v>0.25319693094629098</c:v>
                </c:pt>
                <c:pt idx="4818">
                  <c:v>0.33401639344262202</c:v>
                </c:pt>
                <c:pt idx="4819">
                  <c:v>0.29870129870129802</c:v>
                </c:pt>
                <c:pt idx="4820">
                  <c:v>0.22020725388601001</c:v>
                </c:pt>
                <c:pt idx="4821">
                  <c:v>0.25319693094629098</c:v>
                </c:pt>
                <c:pt idx="4822">
                  <c:v>0.209567198177676</c:v>
                </c:pt>
                <c:pt idx="4823">
                  <c:v>0.234375</c:v>
                </c:pt>
                <c:pt idx="4824">
                  <c:v>0.36986301369863001</c:v>
                </c:pt>
                <c:pt idx="4825">
                  <c:v>0.18897637795275499</c:v>
                </c:pt>
                <c:pt idx="4826">
                  <c:v>0.25217391304347803</c:v>
                </c:pt>
                <c:pt idx="4827">
                  <c:v>0.317617866004962</c:v>
                </c:pt>
                <c:pt idx="4828">
                  <c:v>0.28604651162790601</c:v>
                </c:pt>
                <c:pt idx="4829">
                  <c:v>0.30466830466830402</c:v>
                </c:pt>
                <c:pt idx="4830">
                  <c:v>0.30147058823529399</c:v>
                </c:pt>
                <c:pt idx="4831">
                  <c:v>0.22916666666666599</c:v>
                </c:pt>
                <c:pt idx="4832">
                  <c:v>0.34210526315789402</c:v>
                </c:pt>
                <c:pt idx="4833">
                  <c:v>0.25396825396825301</c:v>
                </c:pt>
                <c:pt idx="4834">
                  <c:v>0.23966942148760301</c:v>
                </c:pt>
                <c:pt idx="4835">
                  <c:v>0.209876543209876</c:v>
                </c:pt>
                <c:pt idx="4836">
                  <c:v>0.240875912408759</c:v>
                </c:pt>
                <c:pt idx="4837">
                  <c:v>0.28787878787878701</c:v>
                </c:pt>
                <c:pt idx="4838">
                  <c:v>0.36693548387096703</c:v>
                </c:pt>
                <c:pt idx="4839">
                  <c:v>0.33262260127931698</c:v>
                </c:pt>
                <c:pt idx="4840">
                  <c:v>0.19158878504672799</c:v>
                </c:pt>
                <c:pt idx="4841">
                  <c:v>0.22068965517241301</c:v>
                </c:pt>
                <c:pt idx="4842">
                  <c:v>0.18032786885245899</c:v>
                </c:pt>
                <c:pt idx="4843">
                  <c:v>0.20481927710843301</c:v>
                </c:pt>
                <c:pt idx="4844">
                  <c:v>0.309859154929577</c:v>
                </c:pt>
                <c:pt idx="4845">
                  <c:v>0.163895486935866</c:v>
                </c:pt>
                <c:pt idx="4846">
                  <c:v>0.213592233009708</c:v>
                </c:pt>
                <c:pt idx="4847">
                  <c:v>0.27433628318584002</c:v>
                </c:pt>
                <c:pt idx="4848">
                  <c:v>0.244813278008298</c:v>
                </c:pt>
                <c:pt idx="4849">
                  <c:v>0.26039387308533901</c:v>
                </c:pt>
                <c:pt idx="4850">
                  <c:v>0.25764192139737901</c:v>
                </c:pt>
                <c:pt idx="4851">
                  <c:v>0.19254658385093101</c:v>
                </c:pt>
                <c:pt idx="4852">
                  <c:v>0.29508196721311403</c:v>
                </c:pt>
                <c:pt idx="4853">
                  <c:v>0.22199592668024401</c:v>
                </c:pt>
                <c:pt idx="4854">
                  <c:v>0.207792207792207</c:v>
                </c:pt>
                <c:pt idx="4855">
                  <c:v>0.18262806236080101</c:v>
                </c:pt>
                <c:pt idx="4856">
                  <c:v>0.21006564551422299</c:v>
                </c:pt>
                <c:pt idx="4857">
                  <c:v>0.25113122171945701</c:v>
                </c:pt>
                <c:pt idx="4858">
                  <c:v>0.30782918149466099</c:v>
                </c:pt>
                <c:pt idx="4859">
                  <c:v>0.28166351606805201</c:v>
                </c:pt>
                <c:pt idx="4860">
                  <c:v>0.21510297482837501</c:v>
                </c:pt>
                <c:pt idx="4861">
                  <c:v>0.24269662921348301</c:v>
                </c:pt>
                <c:pt idx="4862">
                  <c:v>0.20240480961923801</c:v>
                </c:pt>
                <c:pt idx="4863">
                  <c:v>0.22309197651663401</c:v>
                </c:pt>
                <c:pt idx="4864">
                  <c:v>0.33727810650887502</c:v>
                </c:pt>
                <c:pt idx="4865">
                  <c:v>0.186046511627906</c:v>
                </c:pt>
                <c:pt idx="4866">
                  <c:v>0.23764258555133</c:v>
                </c:pt>
                <c:pt idx="4867">
                  <c:v>0.29589632829373602</c:v>
                </c:pt>
                <c:pt idx="4868">
                  <c:v>0.267748478701825</c:v>
                </c:pt>
                <c:pt idx="4869">
                  <c:v>0.28479657387580298</c:v>
                </c:pt>
                <c:pt idx="4870">
                  <c:v>0.28205128205128199</c:v>
                </c:pt>
                <c:pt idx="4871">
                  <c:v>0.21703853955375199</c:v>
                </c:pt>
                <c:pt idx="4872">
                  <c:v>0.32413793103448202</c:v>
                </c:pt>
                <c:pt idx="4873">
                  <c:v>0.240079365079365</c:v>
                </c:pt>
                <c:pt idx="4874">
                  <c:v>0.22603978300180799</c:v>
                </c:pt>
                <c:pt idx="4875">
                  <c:v>0.20479302832244001</c:v>
                </c:pt>
                <c:pt idx="4876">
                  <c:v>0.23076923076923</c:v>
                </c:pt>
                <c:pt idx="4877">
                  <c:v>0.27152317880794702</c:v>
                </c:pt>
                <c:pt idx="4878">
                  <c:v>0.33275261324041799</c:v>
                </c:pt>
                <c:pt idx="4879">
                  <c:v>0.30499075785582203</c:v>
                </c:pt>
                <c:pt idx="4880">
                  <c:v>0.38795180722891498</c:v>
                </c:pt>
                <c:pt idx="4881">
                  <c:v>0.42857142857142799</c:v>
                </c:pt>
                <c:pt idx="4882">
                  <c:v>0.34782608695652101</c:v>
                </c:pt>
                <c:pt idx="4883">
                  <c:v>0.37804878048780399</c:v>
                </c:pt>
                <c:pt idx="4884">
                  <c:v>0.41618497109826502</c:v>
                </c:pt>
                <c:pt idx="4885">
                  <c:v>0.35207823960880102</c:v>
                </c:pt>
                <c:pt idx="4886">
                  <c:v>0.38703339882121801</c:v>
                </c:pt>
                <c:pt idx="4887">
                  <c:v>0.46292134831460602</c:v>
                </c:pt>
                <c:pt idx="4888">
                  <c:v>0.42138364779874199</c:v>
                </c:pt>
                <c:pt idx="4889">
                  <c:v>0.453125</c:v>
                </c:pt>
                <c:pt idx="4890">
                  <c:v>0.44666666666666599</c:v>
                </c:pt>
                <c:pt idx="4891">
                  <c:v>0.36477987421383601</c:v>
                </c:pt>
                <c:pt idx="4892">
                  <c:v>0.52068126520681202</c:v>
                </c:pt>
                <c:pt idx="4893">
                  <c:v>0.39506172839506098</c:v>
                </c:pt>
                <c:pt idx="4894">
                  <c:v>0.37126865671641701</c:v>
                </c:pt>
                <c:pt idx="4895">
                  <c:v>0.36674259681093302</c:v>
                </c:pt>
                <c:pt idx="4896">
                  <c:v>0.40449438202247101</c:v>
                </c:pt>
                <c:pt idx="4897">
                  <c:v>0.460280373831775</c:v>
                </c:pt>
                <c:pt idx="4898">
                  <c:v>0.39159663865546201</c:v>
                </c:pt>
                <c:pt idx="4899">
                  <c:v>0.39853747714808002</c:v>
                </c:pt>
                <c:pt idx="4900">
                  <c:v>0.159574468085106</c:v>
                </c:pt>
                <c:pt idx="4901">
                  <c:v>0.18897637795275499</c:v>
                </c:pt>
                <c:pt idx="4902">
                  <c:v>0.152941176470588</c:v>
                </c:pt>
                <c:pt idx="4903">
                  <c:v>0.17782909930715901</c:v>
                </c:pt>
                <c:pt idx="4904">
                  <c:v>0.29205607476635498</c:v>
                </c:pt>
                <c:pt idx="4905">
                  <c:v>0.13207547169811301</c:v>
                </c:pt>
                <c:pt idx="4906">
                  <c:v>0.19058295964125499</c:v>
                </c:pt>
                <c:pt idx="4907">
                  <c:v>0.24681933842239101</c:v>
                </c:pt>
                <c:pt idx="4908">
                  <c:v>0.22009569377990401</c:v>
                </c:pt>
                <c:pt idx="4909">
                  <c:v>0.23425692695214101</c:v>
                </c:pt>
                <c:pt idx="4910">
                  <c:v>0.231155778894472</c:v>
                </c:pt>
                <c:pt idx="4911">
                  <c:v>0.16666666666666599</c:v>
                </c:pt>
                <c:pt idx="4912">
                  <c:v>0.266129032258064</c:v>
                </c:pt>
                <c:pt idx="4913">
                  <c:v>0.19437939110070199</c:v>
                </c:pt>
                <c:pt idx="4914">
                  <c:v>0.186695278969957</c:v>
                </c:pt>
                <c:pt idx="4915">
                  <c:v>0.15267175572519001</c:v>
                </c:pt>
                <c:pt idx="4916">
                  <c:v>0.180451127819548</c:v>
                </c:pt>
                <c:pt idx="4917">
                  <c:v>0.22020725388601001</c:v>
                </c:pt>
                <c:pt idx="4918">
                  <c:v>0.299376299376299</c:v>
                </c:pt>
                <c:pt idx="4919">
                  <c:v>0.26593406593406499</c:v>
                </c:pt>
                <c:pt idx="4920">
                  <c:v>0.24830699774266299</c:v>
                </c:pt>
                <c:pt idx="4921">
                  <c:v>0.28000000000000003</c:v>
                </c:pt>
                <c:pt idx="4922">
                  <c:v>0.227897838899803</c:v>
                </c:pt>
                <c:pt idx="4923">
                  <c:v>0.25433526011560598</c:v>
                </c:pt>
                <c:pt idx="4924">
                  <c:v>0.360308285163776</c:v>
                </c:pt>
                <c:pt idx="4925">
                  <c:v>0.21788990825688001</c:v>
                </c:pt>
                <c:pt idx="4926">
                  <c:v>0.26256983240223403</c:v>
                </c:pt>
                <c:pt idx="4927">
                  <c:v>0.33832976445396101</c:v>
                </c:pt>
                <c:pt idx="4928">
                  <c:v>0.30199999999999999</c:v>
                </c:pt>
                <c:pt idx="4929">
                  <c:v>0.32415254237288099</c:v>
                </c:pt>
                <c:pt idx="4930">
                  <c:v>0.31856540084388102</c:v>
                </c:pt>
                <c:pt idx="4931">
                  <c:v>0.240079365079365</c:v>
                </c:pt>
                <c:pt idx="4932">
                  <c:v>0.36054421768707401</c:v>
                </c:pt>
                <c:pt idx="4933">
                  <c:v>0.271484375</c:v>
                </c:pt>
                <c:pt idx="4934">
                  <c:v>0.256227758007117</c:v>
                </c:pt>
                <c:pt idx="4935">
                  <c:v>0.23605150214592199</c:v>
                </c:pt>
                <c:pt idx="4936">
                  <c:v>0.265822784810126</c:v>
                </c:pt>
                <c:pt idx="4937">
                  <c:v>0.31291028446389402</c:v>
                </c:pt>
                <c:pt idx="4938">
                  <c:v>0.34686971235194503</c:v>
                </c:pt>
                <c:pt idx="4939">
                  <c:v>0.329113924050632</c:v>
                </c:pt>
                <c:pt idx="4940">
                  <c:v>0.28787878787878701</c:v>
                </c:pt>
                <c:pt idx="4941">
                  <c:v>0.324189526184538</c:v>
                </c:pt>
                <c:pt idx="4942">
                  <c:v>0.26872246696035201</c:v>
                </c:pt>
                <c:pt idx="4943">
                  <c:v>0.29310344827586199</c:v>
                </c:pt>
                <c:pt idx="4944">
                  <c:v>0.43708609271523102</c:v>
                </c:pt>
                <c:pt idx="4945">
                  <c:v>0.25319693094629098</c:v>
                </c:pt>
                <c:pt idx="4946">
                  <c:v>0.31578947368421001</c:v>
                </c:pt>
                <c:pt idx="4947">
                  <c:v>0.39467312348668199</c:v>
                </c:pt>
                <c:pt idx="4948">
                  <c:v>0.35746606334841602</c:v>
                </c:pt>
                <c:pt idx="4949">
                  <c:v>0.38129496402877699</c:v>
                </c:pt>
                <c:pt idx="4950">
                  <c:v>0.37799043062200899</c:v>
                </c:pt>
                <c:pt idx="4951">
                  <c:v>0.29147982062780198</c:v>
                </c:pt>
                <c:pt idx="4952">
                  <c:v>0.42525773195876199</c:v>
                </c:pt>
                <c:pt idx="4953">
                  <c:v>0.31291028446389402</c:v>
                </c:pt>
                <c:pt idx="4954">
                  <c:v>0.29681274900398402</c:v>
                </c:pt>
                <c:pt idx="4955">
                  <c:v>0.27338129496402802</c:v>
                </c:pt>
                <c:pt idx="4956">
                  <c:v>0.30732860520094502</c:v>
                </c:pt>
                <c:pt idx="4957">
                  <c:v>0.36206896551724099</c:v>
                </c:pt>
                <c:pt idx="4958">
                  <c:v>0.41346153846153799</c:v>
                </c:pt>
                <c:pt idx="4959">
                  <c:v>0.40372670807453398</c:v>
                </c:pt>
                <c:pt idx="4960">
                  <c:v>0.27033492822966498</c:v>
                </c:pt>
                <c:pt idx="4961">
                  <c:v>0.304245283018867</c:v>
                </c:pt>
                <c:pt idx="4962">
                  <c:v>0.25</c:v>
                </c:pt>
                <c:pt idx="4963">
                  <c:v>0.27551020408163202</c:v>
                </c:pt>
                <c:pt idx="4964">
                  <c:v>0.39506172839506098</c:v>
                </c:pt>
                <c:pt idx="4965">
                  <c:v>0.237864077669902</c:v>
                </c:pt>
                <c:pt idx="4966">
                  <c:v>0.29166666666666602</c:v>
                </c:pt>
                <c:pt idx="4967">
                  <c:v>0.36986301369863001</c:v>
                </c:pt>
                <c:pt idx="4968">
                  <c:v>0.33262260127931698</c:v>
                </c:pt>
                <c:pt idx="4969">
                  <c:v>0.35746606334841602</c:v>
                </c:pt>
                <c:pt idx="4970">
                  <c:v>0.35135135135135098</c:v>
                </c:pt>
                <c:pt idx="4971">
                  <c:v>0.268498942917547</c:v>
                </c:pt>
                <c:pt idx="4972">
                  <c:v>0.39805825242718401</c:v>
                </c:pt>
                <c:pt idx="4973">
                  <c:v>0.29399585921325</c:v>
                </c:pt>
                <c:pt idx="4974">
                  <c:v>0.27924528301886697</c:v>
                </c:pt>
                <c:pt idx="4975">
                  <c:v>0.256818181818181</c:v>
                </c:pt>
                <c:pt idx="4976">
                  <c:v>0.288590604026845</c:v>
                </c:pt>
                <c:pt idx="4977">
                  <c:v>0.33953488372092999</c:v>
                </c:pt>
                <c:pt idx="4978">
                  <c:v>0.38086642599277898</c:v>
                </c:pt>
                <c:pt idx="4979">
                  <c:v>0.36557059961315203</c:v>
                </c:pt>
                <c:pt idx="4980">
                  <c:v>0.28787878787878701</c:v>
                </c:pt>
                <c:pt idx="4981">
                  <c:v>0.324189526184538</c:v>
                </c:pt>
                <c:pt idx="4982">
                  <c:v>0.26593406593406499</c:v>
                </c:pt>
                <c:pt idx="4983">
                  <c:v>0.29310344827586199</c:v>
                </c:pt>
                <c:pt idx="4984">
                  <c:v>0.43076923076923002</c:v>
                </c:pt>
                <c:pt idx="4985">
                  <c:v>0.25319693094629098</c:v>
                </c:pt>
                <c:pt idx="4986">
                  <c:v>0.313025210084033</c:v>
                </c:pt>
                <c:pt idx="4987">
                  <c:v>0.39467312348668199</c:v>
                </c:pt>
                <c:pt idx="4988">
                  <c:v>0.35746606334841602</c:v>
                </c:pt>
                <c:pt idx="4989">
                  <c:v>0.38129496402877699</c:v>
                </c:pt>
                <c:pt idx="4990">
                  <c:v>0.37799043062200899</c:v>
                </c:pt>
                <c:pt idx="4991">
                  <c:v>0.28571428571428498</c:v>
                </c:pt>
                <c:pt idx="4992">
                  <c:v>0.42525773195876199</c:v>
                </c:pt>
                <c:pt idx="4993">
                  <c:v>0.31291028446389402</c:v>
                </c:pt>
                <c:pt idx="4994">
                  <c:v>0.29681274900398402</c:v>
                </c:pt>
                <c:pt idx="4995">
                  <c:v>0.27338129496402802</c:v>
                </c:pt>
                <c:pt idx="4996">
                  <c:v>0.30732860520094502</c:v>
                </c:pt>
                <c:pt idx="4997">
                  <c:v>0.36206896551724099</c:v>
                </c:pt>
                <c:pt idx="4998">
                  <c:v>0.41346153846153799</c:v>
                </c:pt>
                <c:pt idx="4999">
                  <c:v>0.39793814432989599</c:v>
                </c:pt>
                <c:pt idx="5000">
                  <c:v>0.28463476070528898</c:v>
                </c:pt>
                <c:pt idx="5001">
                  <c:v>0.32089552238805902</c:v>
                </c:pt>
                <c:pt idx="5002">
                  <c:v>0.26315789473684198</c:v>
                </c:pt>
                <c:pt idx="5003">
                  <c:v>0.29032258064516098</c:v>
                </c:pt>
                <c:pt idx="5004">
                  <c:v>0.41830065359477098</c:v>
                </c:pt>
                <c:pt idx="5005">
                  <c:v>0.25</c:v>
                </c:pt>
                <c:pt idx="5006">
                  <c:v>0.30753138075313802</c:v>
                </c:pt>
                <c:pt idx="5007">
                  <c:v>0.39130434782608697</c:v>
                </c:pt>
                <c:pt idx="5008">
                  <c:v>0.35135135135135098</c:v>
                </c:pt>
                <c:pt idx="5009">
                  <c:v>0.37799043062200899</c:v>
                </c:pt>
                <c:pt idx="5010">
                  <c:v>0.371428571428571</c:v>
                </c:pt>
                <c:pt idx="5011">
                  <c:v>0.28285077951002202</c:v>
                </c:pt>
                <c:pt idx="5012">
                  <c:v>0.42159383033419001</c:v>
                </c:pt>
                <c:pt idx="5013">
                  <c:v>0.31004366812227002</c:v>
                </c:pt>
                <c:pt idx="5014">
                  <c:v>0.29423459244532801</c:v>
                </c:pt>
                <c:pt idx="5015">
                  <c:v>0.27033492822966498</c:v>
                </c:pt>
                <c:pt idx="5016">
                  <c:v>0.304245283018867</c:v>
                </c:pt>
                <c:pt idx="5017">
                  <c:v>0.35872235872235803</c:v>
                </c:pt>
                <c:pt idx="5018">
                  <c:v>0.40267175572518998</c:v>
                </c:pt>
                <c:pt idx="5019">
                  <c:v>0.38650306748466201</c:v>
                </c:pt>
                <c:pt idx="5020">
                  <c:v>0.22009569377990401</c:v>
                </c:pt>
                <c:pt idx="5021">
                  <c:v>0.25235849056603699</c:v>
                </c:pt>
                <c:pt idx="5022">
                  <c:v>0.20250521920667999</c:v>
                </c:pt>
                <c:pt idx="5023">
                  <c:v>0.232032854209445</c:v>
                </c:pt>
                <c:pt idx="5024">
                  <c:v>0.33128834355828202</c:v>
                </c:pt>
                <c:pt idx="5025">
                  <c:v>0.18932038834951401</c:v>
                </c:pt>
                <c:pt idx="5026">
                  <c:v>0.232741617357001</c:v>
                </c:pt>
                <c:pt idx="5027">
                  <c:v>0.30316742081447901</c:v>
                </c:pt>
                <c:pt idx="5028">
                  <c:v>0.27118644067796599</c:v>
                </c:pt>
                <c:pt idx="5029">
                  <c:v>0.29147982062780198</c:v>
                </c:pt>
                <c:pt idx="5030">
                  <c:v>0.28571428571428498</c:v>
                </c:pt>
                <c:pt idx="5031">
                  <c:v>0.20754716981131999</c:v>
                </c:pt>
                <c:pt idx="5032">
                  <c:v>0.31980906921240998</c:v>
                </c:pt>
                <c:pt idx="5033">
                  <c:v>0.23711340206185499</c:v>
                </c:pt>
                <c:pt idx="5034">
                  <c:v>0.232954545454545</c:v>
                </c:pt>
                <c:pt idx="5035">
                  <c:v>0.209567198177676</c:v>
                </c:pt>
                <c:pt idx="5036">
                  <c:v>0.23991031390134501</c:v>
                </c:pt>
                <c:pt idx="5037">
                  <c:v>0.280092592592592</c:v>
                </c:pt>
                <c:pt idx="5038">
                  <c:v>0.32671480144404302</c:v>
                </c:pt>
                <c:pt idx="5039">
                  <c:v>0.30384615384615299</c:v>
                </c:pt>
                <c:pt idx="5040">
                  <c:v>0.29973474801061001</c:v>
                </c:pt>
                <c:pt idx="5041">
                  <c:v>0.33858267716535401</c:v>
                </c:pt>
                <c:pt idx="5042">
                  <c:v>0.280092592592592</c:v>
                </c:pt>
                <c:pt idx="5043">
                  <c:v>0.30612244897959101</c:v>
                </c:pt>
                <c:pt idx="5044">
                  <c:v>0.46370023419203699</c:v>
                </c:pt>
                <c:pt idx="5045">
                  <c:v>0.26273458445040199</c:v>
                </c:pt>
                <c:pt idx="5046">
                  <c:v>0.32450331125827803</c:v>
                </c:pt>
                <c:pt idx="5047">
                  <c:v>0.41432225063938599</c:v>
                </c:pt>
                <c:pt idx="5048">
                  <c:v>0.371428571428571</c:v>
                </c:pt>
                <c:pt idx="5049">
                  <c:v>0.4</c:v>
                </c:pt>
                <c:pt idx="5050">
                  <c:v>0.39294710327455901</c:v>
                </c:pt>
                <c:pt idx="5051">
                  <c:v>0.30117647058823499</c:v>
                </c:pt>
                <c:pt idx="5052">
                  <c:v>0.42359249329758702</c:v>
                </c:pt>
                <c:pt idx="5053">
                  <c:v>0.32413793103448202</c:v>
                </c:pt>
                <c:pt idx="5054">
                  <c:v>0.310272536687631</c:v>
                </c:pt>
                <c:pt idx="5055">
                  <c:v>0.28463476070528898</c:v>
                </c:pt>
                <c:pt idx="5056">
                  <c:v>0.32089552238805902</c:v>
                </c:pt>
                <c:pt idx="5057">
                  <c:v>0.37922077922077901</c:v>
                </c:pt>
                <c:pt idx="5058">
                  <c:v>0.42626262626262601</c:v>
                </c:pt>
                <c:pt idx="5059">
                  <c:v>0.41521739130434698</c:v>
                </c:pt>
                <c:pt idx="5060">
                  <c:v>0.240654205607476</c:v>
                </c:pt>
                <c:pt idx="5061">
                  <c:v>0.26834862385321101</c:v>
                </c:pt>
                <c:pt idx="5062">
                  <c:v>0.22199592668024401</c:v>
                </c:pt>
                <c:pt idx="5063">
                  <c:v>0.24501992031872499</c:v>
                </c:pt>
                <c:pt idx="5064">
                  <c:v>0.35599999999999998</c:v>
                </c:pt>
                <c:pt idx="5065">
                  <c:v>0.208530805687203</c:v>
                </c:pt>
                <c:pt idx="5066">
                  <c:v>0.25433526011560598</c:v>
                </c:pt>
                <c:pt idx="5067">
                  <c:v>0.3215859030837</c:v>
                </c:pt>
                <c:pt idx="5068">
                  <c:v>0.28865979381443202</c:v>
                </c:pt>
                <c:pt idx="5069">
                  <c:v>0.31004366812227002</c:v>
                </c:pt>
                <c:pt idx="5070">
                  <c:v>0.30434782608695599</c:v>
                </c:pt>
                <c:pt idx="5071">
                  <c:v>0.22950819672131101</c:v>
                </c:pt>
                <c:pt idx="5072">
                  <c:v>0.34579439252336402</c:v>
                </c:pt>
                <c:pt idx="5073">
                  <c:v>0.25250501002004</c:v>
                </c:pt>
                <c:pt idx="5074">
                  <c:v>0.246323529411764</c:v>
                </c:pt>
                <c:pt idx="5075">
                  <c:v>0.228888888888888</c:v>
                </c:pt>
                <c:pt idx="5076">
                  <c:v>0.25490196078431299</c:v>
                </c:pt>
                <c:pt idx="5077">
                  <c:v>0.29729729729729698</c:v>
                </c:pt>
                <c:pt idx="5078">
                  <c:v>0.34920634920634902</c:v>
                </c:pt>
                <c:pt idx="5079">
                  <c:v>0.32209737827715301</c:v>
                </c:pt>
                <c:pt idx="5080">
                  <c:v>0.217758985200845</c:v>
                </c:pt>
                <c:pt idx="5081">
                  <c:v>0.244813278008298</c:v>
                </c:pt>
                <c:pt idx="5082">
                  <c:v>0.203327171903881</c:v>
                </c:pt>
                <c:pt idx="5083">
                  <c:v>0.223826714801444</c:v>
                </c:pt>
                <c:pt idx="5084">
                  <c:v>0.33152173913043398</c:v>
                </c:pt>
                <c:pt idx="5085">
                  <c:v>0.19181034482758599</c:v>
                </c:pt>
                <c:pt idx="5086">
                  <c:v>0.23859649122807</c:v>
                </c:pt>
                <c:pt idx="5087">
                  <c:v>0.29681274900398402</c:v>
                </c:pt>
                <c:pt idx="5088">
                  <c:v>0.26966292134831399</c:v>
                </c:pt>
                <c:pt idx="5089">
                  <c:v>0.28656126482213401</c:v>
                </c:pt>
                <c:pt idx="5090">
                  <c:v>0.28402366863905298</c:v>
                </c:pt>
                <c:pt idx="5091">
                  <c:v>0.21910112359550499</c:v>
                </c:pt>
                <c:pt idx="5092">
                  <c:v>0.31856540084388102</c:v>
                </c:pt>
                <c:pt idx="5093">
                  <c:v>0.23948811700182801</c:v>
                </c:pt>
                <c:pt idx="5094">
                  <c:v>0.227045075125208</c:v>
                </c:pt>
                <c:pt idx="5095">
                  <c:v>0.207243460764587</c:v>
                </c:pt>
                <c:pt idx="5096">
                  <c:v>0.232741617357001</c:v>
                </c:pt>
                <c:pt idx="5097">
                  <c:v>0.27291242362525397</c:v>
                </c:pt>
                <c:pt idx="5098">
                  <c:v>0.32268370607028701</c:v>
                </c:pt>
                <c:pt idx="5099">
                  <c:v>0.30546075085324198</c:v>
                </c:pt>
                <c:pt idx="5100">
                  <c:v>0.180451127819548</c:v>
                </c:pt>
                <c:pt idx="5101">
                  <c:v>0.209876543209876</c:v>
                </c:pt>
                <c:pt idx="5102">
                  <c:v>0.17218543046357601</c:v>
                </c:pt>
                <c:pt idx="5103">
                  <c:v>0.19696969696969599</c:v>
                </c:pt>
                <c:pt idx="5104">
                  <c:v>0.31291028446389402</c:v>
                </c:pt>
                <c:pt idx="5105">
                  <c:v>0.15267175572519001</c:v>
                </c:pt>
                <c:pt idx="5106">
                  <c:v>0.21008403361344499</c:v>
                </c:pt>
                <c:pt idx="5107">
                  <c:v>0.26730310262529799</c:v>
                </c:pt>
                <c:pt idx="5108">
                  <c:v>0.23991031390134501</c:v>
                </c:pt>
                <c:pt idx="5109">
                  <c:v>0.25531914893617003</c:v>
                </c:pt>
                <c:pt idx="5110">
                  <c:v>0.25235849056603699</c:v>
                </c:pt>
                <c:pt idx="5111">
                  <c:v>0.187919463087248</c:v>
                </c:pt>
                <c:pt idx="5112">
                  <c:v>0.28787878787878701</c:v>
                </c:pt>
                <c:pt idx="5113">
                  <c:v>0.21538461538461501</c:v>
                </c:pt>
                <c:pt idx="5114">
                  <c:v>0.20240480961923801</c:v>
                </c:pt>
                <c:pt idx="5115">
                  <c:v>0.17224880382775101</c:v>
                </c:pt>
                <c:pt idx="5116">
                  <c:v>0.2</c:v>
                </c:pt>
                <c:pt idx="5117">
                  <c:v>0.240875912408759</c:v>
                </c:pt>
                <c:pt idx="5118">
                  <c:v>0.316504854368932</c:v>
                </c:pt>
                <c:pt idx="5119">
                  <c:v>0.28336755646817202</c:v>
                </c:pt>
                <c:pt idx="5120">
                  <c:v>0.209876543209876</c:v>
                </c:pt>
                <c:pt idx="5121">
                  <c:v>0.240875912408759</c:v>
                </c:pt>
                <c:pt idx="5122">
                  <c:v>0.19956616052060699</c:v>
                </c:pt>
                <c:pt idx="5123">
                  <c:v>0.22292993630573199</c:v>
                </c:pt>
                <c:pt idx="5124">
                  <c:v>0.34989200863930803</c:v>
                </c:pt>
                <c:pt idx="5125">
                  <c:v>0.180451127819548</c:v>
                </c:pt>
                <c:pt idx="5126">
                  <c:v>0.23966942148760301</c:v>
                </c:pt>
                <c:pt idx="5127">
                  <c:v>0.30117647058823499</c:v>
                </c:pt>
                <c:pt idx="5128">
                  <c:v>0.27152317880794702</c:v>
                </c:pt>
                <c:pt idx="5129">
                  <c:v>0.28904428904428903</c:v>
                </c:pt>
                <c:pt idx="5130">
                  <c:v>0.28604651162790601</c:v>
                </c:pt>
                <c:pt idx="5131">
                  <c:v>0.21806167400880999</c:v>
                </c:pt>
                <c:pt idx="5132">
                  <c:v>0.324189526184538</c:v>
                </c:pt>
                <c:pt idx="5133">
                  <c:v>0.24137931034482701</c:v>
                </c:pt>
                <c:pt idx="5134">
                  <c:v>0.227897838899803</c:v>
                </c:pt>
                <c:pt idx="5135">
                  <c:v>0.2</c:v>
                </c:pt>
                <c:pt idx="5136">
                  <c:v>0.22916666666666599</c:v>
                </c:pt>
                <c:pt idx="5137">
                  <c:v>0.27338129496402802</c:v>
                </c:pt>
                <c:pt idx="5138">
                  <c:v>0.34732824427480902</c:v>
                </c:pt>
                <c:pt idx="5139">
                  <c:v>0.31515151515151502</c:v>
                </c:pt>
                <c:pt idx="5140">
                  <c:v>0.25319693094629098</c:v>
                </c:pt>
                <c:pt idx="5141">
                  <c:v>0.28787878787878701</c:v>
                </c:pt>
                <c:pt idx="5142">
                  <c:v>0.23991031390134501</c:v>
                </c:pt>
                <c:pt idx="5143">
                  <c:v>0.26315789473684198</c:v>
                </c:pt>
                <c:pt idx="5144">
                  <c:v>0.40765765765765699</c:v>
                </c:pt>
                <c:pt idx="5145">
                  <c:v>0.22020725388601001</c:v>
                </c:pt>
                <c:pt idx="5146">
                  <c:v>0.28479657387580298</c:v>
                </c:pt>
                <c:pt idx="5147">
                  <c:v>0.355392156862745</c:v>
                </c:pt>
                <c:pt idx="5148">
                  <c:v>0.32110091743119201</c:v>
                </c:pt>
                <c:pt idx="5149">
                  <c:v>0.34223300970873699</c:v>
                </c:pt>
                <c:pt idx="5150">
                  <c:v>0.338983050847457</c:v>
                </c:pt>
                <c:pt idx="5151">
                  <c:v>0.26255707762557001</c:v>
                </c:pt>
                <c:pt idx="5152">
                  <c:v>0.3828125</c:v>
                </c:pt>
                <c:pt idx="5153">
                  <c:v>0.28285077951002202</c:v>
                </c:pt>
                <c:pt idx="5154">
                  <c:v>0.267748478701825</c:v>
                </c:pt>
                <c:pt idx="5155">
                  <c:v>0.240875912408759</c:v>
                </c:pt>
                <c:pt idx="5156">
                  <c:v>0.27338129496402802</c:v>
                </c:pt>
                <c:pt idx="5157">
                  <c:v>0.324189526184538</c:v>
                </c:pt>
                <c:pt idx="5158">
                  <c:v>0.38976377952755897</c:v>
                </c:pt>
                <c:pt idx="5159">
                  <c:v>0.36764705882352899</c:v>
                </c:pt>
                <c:pt idx="5160">
                  <c:v>0.40604751619870399</c:v>
                </c:pt>
                <c:pt idx="5161">
                  <c:v>0.430379746835443</c:v>
                </c:pt>
                <c:pt idx="5162">
                  <c:v>0.35859519408502699</c:v>
                </c:pt>
                <c:pt idx="5163">
                  <c:v>0.37589928057553901</c:v>
                </c:pt>
                <c:pt idx="5164">
                  <c:v>0.389261744966442</c:v>
                </c:pt>
                <c:pt idx="5165">
                  <c:v>0.37362637362637302</c:v>
                </c:pt>
                <c:pt idx="5166">
                  <c:v>0.370051635111876</c:v>
                </c:pt>
                <c:pt idx="5167">
                  <c:v>0.435546875</c:v>
                </c:pt>
                <c:pt idx="5168">
                  <c:v>0.403669724770642</c:v>
                </c:pt>
                <c:pt idx="5169">
                  <c:v>0.43274853801169499</c:v>
                </c:pt>
                <c:pt idx="5170">
                  <c:v>0.42718446601941701</c:v>
                </c:pt>
                <c:pt idx="5171">
                  <c:v>0.37383177570093401</c:v>
                </c:pt>
                <c:pt idx="5172">
                  <c:v>0.50533049040511702</c:v>
                </c:pt>
                <c:pt idx="5173">
                  <c:v>0.38838475499092501</c:v>
                </c:pt>
                <c:pt idx="5174">
                  <c:v>0.35515548281505699</c:v>
                </c:pt>
                <c:pt idx="5175">
                  <c:v>0.38367346938775498</c:v>
                </c:pt>
                <c:pt idx="5176">
                  <c:v>0.40637450199203101</c:v>
                </c:pt>
                <c:pt idx="5177">
                  <c:v>0.43788187372708698</c:v>
                </c:pt>
                <c:pt idx="5178">
                  <c:v>0.34393063583814998</c:v>
                </c:pt>
                <c:pt idx="5179">
                  <c:v>0.37539936102236399</c:v>
                </c:pt>
                <c:pt idx="5180">
                  <c:v>0.33928571428571402</c:v>
                </c:pt>
                <c:pt idx="5181">
                  <c:v>0.37362637362637302</c:v>
                </c:pt>
                <c:pt idx="5182">
                  <c:v>0.30635838150289002</c:v>
                </c:pt>
                <c:pt idx="5183">
                  <c:v>0.33207547169811302</c:v>
                </c:pt>
                <c:pt idx="5184">
                  <c:v>0.39853747714808002</c:v>
                </c:pt>
                <c:pt idx="5185">
                  <c:v>0.30612244897959101</c:v>
                </c:pt>
                <c:pt idx="5186">
                  <c:v>0.34369287020109601</c:v>
                </c:pt>
                <c:pt idx="5187">
                  <c:v>0.430379746835443</c:v>
                </c:pt>
                <c:pt idx="5188">
                  <c:v>0.38976377952755897</c:v>
                </c:pt>
                <c:pt idx="5189">
                  <c:v>0.418410041841004</c:v>
                </c:pt>
                <c:pt idx="5190">
                  <c:v>0.41249999999999998</c:v>
                </c:pt>
                <c:pt idx="5191">
                  <c:v>0.321637426900584</c:v>
                </c:pt>
                <c:pt idx="5192">
                  <c:v>0.453125</c:v>
                </c:pt>
                <c:pt idx="5193">
                  <c:v>0.34732824427480902</c:v>
                </c:pt>
                <c:pt idx="5194">
                  <c:v>0.33275261324041799</c:v>
                </c:pt>
                <c:pt idx="5195">
                  <c:v>0.32135306553911203</c:v>
                </c:pt>
                <c:pt idx="5196">
                  <c:v>0.35343035343035301</c:v>
                </c:pt>
                <c:pt idx="5197">
                  <c:v>0.40909090909090901</c:v>
                </c:pt>
                <c:pt idx="5198">
                  <c:v>0.37539936102236399</c:v>
                </c:pt>
                <c:pt idx="5199">
                  <c:v>0.38194444444444398</c:v>
                </c:pt>
                <c:pt idx="5200">
                  <c:v>0.180722891566265</c:v>
                </c:pt>
                <c:pt idx="5201">
                  <c:v>0.205673758865248</c:v>
                </c:pt>
                <c:pt idx="5202">
                  <c:v>0.16913319238900601</c:v>
                </c:pt>
                <c:pt idx="5203">
                  <c:v>0.19254658385093101</c:v>
                </c:pt>
                <c:pt idx="5204">
                  <c:v>0.30208333333333298</c:v>
                </c:pt>
                <c:pt idx="5205">
                  <c:v>0.15724815724815699</c:v>
                </c:pt>
                <c:pt idx="5206">
                  <c:v>0.20481927710843301</c:v>
                </c:pt>
                <c:pt idx="5207">
                  <c:v>0.25396825396825301</c:v>
                </c:pt>
                <c:pt idx="5208">
                  <c:v>0.23340471092077</c:v>
                </c:pt>
                <c:pt idx="5209">
                  <c:v>0.24830699774266299</c:v>
                </c:pt>
                <c:pt idx="5210">
                  <c:v>0.24549549549549499</c:v>
                </c:pt>
                <c:pt idx="5211">
                  <c:v>0.17659574468085101</c:v>
                </c:pt>
                <c:pt idx="5212">
                  <c:v>0.26730310262529799</c:v>
                </c:pt>
                <c:pt idx="5213">
                  <c:v>0.20250521920667999</c:v>
                </c:pt>
                <c:pt idx="5214">
                  <c:v>0.19502868068833601</c:v>
                </c:pt>
                <c:pt idx="5215">
                  <c:v>0.17241379310344801</c:v>
                </c:pt>
                <c:pt idx="5216">
                  <c:v>0.195945945945945</c:v>
                </c:pt>
                <c:pt idx="5217">
                  <c:v>0.23201856148491801</c:v>
                </c:pt>
                <c:pt idx="5218">
                  <c:v>0.30499075785582203</c:v>
                </c:pt>
                <c:pt idx="5219">
                  <c:v>0.27397260273972601</c:v>
                </c:pt>
                <c:pt idx="5220">
                  <c:v>0.205673758865248</c:v>
                </c:pt>
                <c:pt idx="5221">
                  <c:v>0.23201856148491801</c:v>
                </c:pt>
                <c:pt idx="5222">
                  <c:v>0.19254658385093101</c:v>
                </c:pt>
                <c:pt idx="5223">
                  <c:v>0.21457489878542499</c:v>
                </c:pt>
                <c:pt idx="5224">
                  <c:v>0.33401639344262202</c:v>
                </c:pt>
                <c:pt idx="5225">
                  <c:v>0.180722891566265</c:v>
                </c:pt>
                <c:pt idx="5226">
                  <c:v>0.23031496062992099</c:v>
                </c:pt>
                <c:pt idx="5227">
                  <c:v>0.28285077951002202</c:v>
                </c:pt>
                <c:pt idx="5228">
                  <c:v>0.26050420168067201</c:v>
                </c:pt>
                <c:pt idx="5229">
                  <c:v>0.27716186252771602</c:v>
                </c:pt>
                <c:pt idx="5230">
                  <c:v>0.27433628318584002</c:v>
                </c:pt>
                <c:pt idx="5231">
                  <c:v>0.20250521920667999</c:v>
                </c:pt>
                <c:pt idx="5232">
                  <c:v>0.298122065727699</c:v>
                </c:pt>
                <c:pt idx="5233">
                  <c:v>0.22448979591836701</c:v>
                </c:pt>
                <c:pt idx="5234">
                  <c:v>0.21682242990654199</c:v>
                </c:pt>
                <c:pt idx="5235">
                  <c:v>0.195945945945945</c:v>
                </c:pt>
                <c:pt idx="5236">
                  <c:v>0.22075055187637899</c:v>
                </c:pt>
                <c:pt idx="5237">
                  <c:v>0.25968109339407702</c:v>
                </c:pt>
                <c:pt idx="5238">
                  <c:v>0.33152173913043398</c:v>
                </c:pt>
                <c:pt idx="5239">
                  <c:v>0.301343570057581</c:v>
                </c:pt>
                <c:pt idx="5240">
                  <c:v>0.17659574468085101</c:v>
                </c:pt>
                <c:pt idx="5241">
                  <c:v>0.2</c:v>
                </c:pt>
                <c:pt idx="5242">
                  <c:v>0.16171003717472099</c:v>
                </c:pt>
                <c:pt idx="5243">
                  <c:v>0.18363636363636299</c:v>
                </c:pt>
                <c:pt idx="5244">
                  <c:v>0.278985507246376</c:v>
                </c:pt>
                <c:pt idx="5245">
                  <c:v>0.15434782608695599</c:v>
                </c:pt>
                <c:pt idx="5246">
                  <c:v>0.191564147627416</c:v>
                </c:pt>
                <c:pt idx="5247">
                  <c:v>0.24254473161033699</c:v>
                </c:pt>
                <c:pt idx="5248">
                  <c:v>0.221388367729831</c:v>
                </c:pt>
                <c:pt idx="5249">
                  <c:v>0.235177865612648</c:v>
                </c:pt>
                <c:pt idx="5250">
                  <c:v>0.232741617357001</c:v>
                </c:pt>
                <c:pt idx="5251">
                  <c:v>0.16822429906542</c:v>
                </c:pt>
                <c:pt idx="5252">
                  <c:v>0.25</c:v>
                </c:pt>
                <c:pt idx="5253">
                  <c:v>0.19230769230769201</c:v>
                </c:pt>
                <c:pt idx="5254">
                  <c:v>0.186554621848739</c:v>
                </c:pt>
                <c:pt idx="5255">
                  <c:v>0.168356997971602</c:v>
                </c:pt>
                <c:pt idx="5256">
                  <c:v>0.19047619047618999</c:v>
                </c:pt>
                <c:pt idx="5257">
                  <c:v>0.22448979591836701</c:v>
                </c:pt>
                <c:pt idx="5258">
                  <c:v>0.27564102564102499</c:v>
                </c:pt>
                <c:pt idx="5259">
                  <c:v>0.25426621160409502</c:v>
                </c:pt>
                <c:pt idx="5260">
                  <c:v>0.19750519750519699</c:v>
                </c:pt>
                <c:pt idx="5261">
                  <c:v>0.219512195121951</c:v>
                </c:pt>
                <c:pt idx="5262">
                  <c:v>0.181488203266787</c:v>
                </c:pt>
                <c:pt idx="5263">
                  <c:v>0.2</c:v>
                </c:pt>
                <c:pt idx="5264">
                  <c:v>0.30319148936170198</c:v>
                </c:pt>
                <c:pt idx="5265">
                  <c:v>0.17409766454352399</c:v>
                </c:pt>
                <c:pt idx="5266">
                  <c:v>0.213058419243986</c:v>
                </c:pt>
                <c:pt idx="5267">
                  <c:v>0.26162790697674398</c:v>
                </c:pt>
                <c:pt idx="5268">
                  <c:v>0.24175824175824101</c:v>
                </c:pt>
                <c:pt idx="5269">
                  <c:v>0.25675675675675602</c:v>
                </c:pt>
                <c:pt idx="5270">
                  <c:v>0.25433526011560598</c:v>
                </c:pt>
                <c:pt idx="5271">
                  <c:v>0.19012797074954199</c:v>
                </c:pt>
                <c:pt idx="5272">
                  <c:v>0.27551020408163202</c:v>
                </c:pt>
                <c:pt idx="5273">
                  <c:v>0.20855614973261999</c:v>
                </c:pt>
                <c:pt idx="5274">
                  <c:v>0.20294599018003201</c:v>
                </c:pt>
                <c:pt idx="5275">
                  <c:v>0.18811881188118801</c:v>
                </c:pt>
                <c:pt idx="5276">
                  <c:v>0.20889748549323001</c:v>
                </c:pt>
                <c:pt idx="5277">
                  <c:v>0.24254473161033699</c:v>
                </c:pt>
                <c:pt idx="5278">
                  <c:v>0.29577464788732299</c:v>
                </c:pt>
                <c:pt idx="5279">
                  <c:v>0.27500000000000002</c:v>
                </c:pt>
                <c:pt idx="5280">
                  <c:v>0.33832976445396101</c:v>
                </c:pt>
                <c:pt idx="5281">
                  <c:v>0.37052631578947298</c:v>
                </c:pt>
                <c:pt idx="5282">
                  <c:v>0.30258302583025798</c:v>
                </c:pt>
                <c:pt idx="5283">
                  <c:v>0.329113924050632</c:v>
                </c:pt>
                <c:pt idx="5284">
                  <c:v>0.391608391608391</c:v>
                </c:pt>
                <c:pt idx="5285">
                  <c:v>0.31004366812227002</c:v>
                </c:pt>
                <c:pt idx="5286">
                  <c:v>0.33741258741258701</c:v>
                </c:pt>
                <c:pt idx="5287">
                  <c:v>0.42626262626262601</c:v>
                </c:pt>
                <c:pt idx="5288">
                  <c:v>0.38157894736842102</c:v>
                </c:pt>
                <c:pt idx="5289">
                  <c:v>0.41199999999999998</c:v>
                </c:pt>
                <c:pt idx="5290">
                  <c:v>0.40357852882703699</c:v>
                </c:pt>
                <c:pt idx="5291">
                  <c:v>0.30983302411873798</c:v>
                </c:pt>
                <c:pt idx="5292">
                  <c:v>0.44562899786780302</c:v>
                </c:pt>
                <c:pt idx="5293">
                  <c:v>0.33636363636363598</c:v>
                </c:pt>
                <c:pt idx="5294">
                  <c:v>0.328881469115192</c:v>
                </c:pt>
                <c:pt idx="5295">
                  <c:v>0.32048681541582102</c:v>
                </c:pt>
                <c:pt idx="5296">
                  <c:v>0.35059760956175301</c:v>
                </c:pt>
                <c:pt idx="5297">
                  <c:v>0.40372670807453398</c:v>
                </c:pt>
                <c:pt idx="5298">
                  <c:v>0.36432926829268197</c:v>
                </c:pt>
                <c:pt idx="5299">
                  <c:v>0.37313432835820898</c:v>
                </c:pt>
                <c:pt idx="5300">
                  <c:v>0.15158924205378899</c:v>
                </c:pt>
                <c:pt idx="5301">
                  <c:v>0.17505995203836899</c:v>
                </c:pt>
                <c:pt idx="5302">
                  <c:v>0.14193548387096699</c:v>
                </c:pt>
                <c:pt idx="5303">
                  <c:v>0.164210526315789</c:v>
                </c:pt>
                <c:pt idx="5304">
                  <c:v>0.265822784810126</c:v>
                </c:pt>
                <c:pt idx="5305">
                  <c:v>0.12967581047381499</c:v>
                </c:pt>
                <c:pt idx="5306">
                  <c:v>0.17551020408163201</c:v>
                </c:pt>
                <c:pt idx="5307">
                  <c:v>0.22068965517241301</c:v>
                </c:pt>
                <c:pt idx="5308">
                  <c:v>0.20217391304347801</c:v>
                </c:pt>
                <c:pt idx="5309">
                  <c:v>0.21510297482837501</c:v>
                </c:pt>
                <c:pt idx="5310">
                  <c:v>0.21232876712328699</c:v>
                </c:pt>
                <c:pt idx="5311">
                  <c:v>0.14935064935064901</c:v>
                </c:pt>
                <c:pt idx="5312">
                  <c:v>0.234866828087167</c:v>
                </c:pt>
                <c:pt idx="5313">
                  <c:v>0.17409766454352399</c:v>
                </c:pt>
                <c:pt idx="5314">
                  <c:v>0.16959064327485299</c:v>
                </c:pt>
                <c:pt idx="5315">
                  <c:v>0.144859813084112</c:v>
                </c:pt>
                <c:pt idx="5316">
                  <c:v>0.16704805491990801</c:v>
                </c:pt>
                <c:pt idx="5317">
                  <c:v>0.2</c:v>
                </c:pt>
                <c:pt idx="5318">
                  <c:v>0.27204502814258902</c:v>
                </c:pt>
                <c:pt idx="5319">
                  <c:v>0.24254473161033699</c:v>
                </c:pt>
                <c:pt idx="5320">
                  <c:v>0.22199592668024401</c:v>
                </c:pt>
                <c:pt idx="5321">
                  <c:v>0.24750499001995999</c:v>
                </c:pt>
                <c:pt idx="5322">
                  <c:v>0.2</c:v>
                </c:pt>
                <c:pt idx="5323">
                  <c:v>0.223570190641247</c:v>
                </c:pt>
                <c:pt idx="5324">
                  <c:v>0.32124352331606199</c:v>
                </c:pt>
                <c:pt idx="5325">
                  <c:v>0.19750519750519699</c:v>
                </c:pt>
                <c:pt idx="5326">
                  <c:v>0.231155778894472</c:v>
                </c:pt>
                <c:pt idx="5327">
                  <c:v>0.29389312977099202</c:v>
                </c:pt>
                <c:pt idx="5328">
                  <c:v>0.26750448833034102</c:v>
                </c:pt>
                <c:pt idx="5329">
                  <c:v>0.28652751423149903</c:v>
                </c:pt>
                <c:pt idx="5330">
                  <c:v>0.28166351606805201</c:v>
                </c:pt>
                <c:pt idx="5331">
                  <c:v>0.20640569395017699</c:v>
                </c:pt>
                <c:pt idx="5332">
                  <c:v>0.30199999999999999</c:v>
                </c:pt>
                <c:pt idx="5333">
                  <c:v>0.232111692844677</c:v>
                </c:pt>
                <c:pt idx="5334">
                  <c:v>0.22596153846153799</c:v>
                </c:pt>
                <c:pt idx="5335">
                  <c:v>0.21124031007751901</c:v>
                </c:pt>
                <c:pt idx="5336">
                  <c:v>0.23529411764705799</c:v>
                </c:pt>
                <c:pt idx="5337">
                  <c:v>0.27397260273972601</c:v>
                </c:pt>
                <c:pt idx="5338">
                  <c:v>0.30851063829787201</c:v>
                </c:pt>
                <c:pt idx="5339">
                  <c:v>0.29430894308943001</c:v>
                </c:pt>
                <c:pt idx="5340">
                  <c:v>0.25968109339407702</c:v>
                </c:pt>
                <c:pt idx="5341">
                  <c:v>0.288590604026845</c:v>
                </c:pt>
                <c:pt idx="5342">
                  <c:v>0.240079365079365</c:v>
                </c:pt>
                <c:pt idx="5343">
                  <c:v>0.26162790697674398</c:v>
                </c:pt>
                <c:pt idx="5344">
                  <c:v>0.39250493096646899</c:v>
                </c:pt>
                <c:pt idx="5345">
                  <c:v>0.23201856148491801</c:v>
                </c:pt>
                <c:pt idx="5346">
                  <c:v>0.28166351606805201</c:v>
                </c:pt>
                <c:pt idx="5347">
                  <c:v>0.34408602150537598</c:v>
                </c:pt>
                <c:pt idx="5348">
                  <c:v>0.31781376518218601</c:v>
                </c:pt>
                <c:pt idx="5349">
                  <c:v>0.33832976445396101</c:v>
                </c:pt>
                <c:pt idx="5350">
                  <c:v>0.335470085470085</c:v>
                </c:pt>
                <c:pt idx="5351">
                  <c:v>0.25250501002004</c:v>
                </c:pt>
                <c:pt idx="5352">
                  <c:v>0.36363636363636298</c:v>
                </c:pt>
                <c:pt idx="5353">
                  <c:v>0.271484375</c:v>
                </c:pt>
                <c:pt idx="5354">
                  <c:v>0.26296958855098301</c:v>
                </c:pt>
                <c:pt idx="5355">
                  <c:v>0.246753246753246</c:v>
                </c:pt>
                <c:pt idx="5356">
                  <c:v>0.273885350318471</c:v>
                </c:pt>
                <c:pt idx="5357">
                  <c:v>0.31868131868131799</c:v>
                </c:pt>
                <c:pt idx="5358">
                  <c:v>0.374784110535405</c:v>
                </c:pt>
                <c:pt idx="5359">
                  <c:v>0.35859519408502699</c:v>
                </c:pt>
                <c:pt idx="5360">
                  <c:v>0.24406047516198701</c:v>
                </c:pt>
                <c:pt idx="5361">
                  <c:v>0.27118644067796599</c:v>
                </c:pt>
                <c:pt idx="5362">
                  <c:v>0.22368421052631501</c:v>
                </c:pt>
                <c:pt idx="5363">
                  <c:v>0.246323529411764</c:v>
                </c:pt>
                <c:pt idx="5364">
                  <c:v>0.35608856088560797</c:v>
                </c:pt>
                <c:pt idx="5365">
                  <c:v>0.21806167400880999</c:v>
                </c:pt>
                <c:pt idx="5366">
                  <c:v>0.26071428571428501</c:v>
                </c:pt>
                <c:pt idx="5367">
                  <c:v>0.32317073170731703</c:v>
                </c:pt>
                <c:pt idx="5368">
                  <c:v>0.29636711281070699</c:v>
                </c:pt>
                <c:pt idx="5369">
                  <c:v>0.31781376518218601</c:v>
                </c:pt>
                <c:pt idx="5370">
                  <c:v>0.3125</c:v>
                </c:pt>
                <c:pt idx="5371">
                  <c:v>0.232954545454545</c:v>
                </c:pt>
                <c:pt idx="5372">
                  <c:v>0.34120171673819699</c:v>
                </c:pt>
                <c:pt idx="5373">
                  <c:v>0.25555555555555498</c:v>
                </c:pt>
                <c:pt idx="5374">
                  <c:v>0.24787775891341199</c:v>
                </c:pt>
                <c:pt idx="5375">
                  <c:v>0.232032854209445</c:v>
                </c:pt>
                <c:pt idx="5376">
                  <c:v>0.25754527162977803</c:v>
                </c:pt>
                <c:pt idx="5377">
                  <c:v>0.299376299376299</c:v>
                </c:pt>
                <c:pt idx="5378">
                  <c:v>0.34634146341463401</c:v>
                </c:pt>
                <c:pt idx="5379">
                  <c:v>0.328125</c:v>
                </c:pt>
                <c:pt idx="5380">
                  <c:v>0.25968109339407702</c:v>
                </c:pt>
                <c:pt idx="5381">
                  <c:v>0.288590604026845</c:v>
                </c:pt>
                <c:pt idx="5382">
                  <c:v>0.237623762376237</c:v>
                </c:pt>
                <c:pt idx="5383">
                  <c:v>0.26162790697674398</c:v>
                </c:pt>
                <c:pt idx="5384">
                  <c:v>0.38703339882121801</c:v>
                </c:pt>
                <c:pt idx="5385">
                  <c:v>0.23201856148491801</c:v>
                </c:pt>
                <c:pt idx="5386">
                  <c:v>0.27924528301886697</c:v>
                </c:pt>
                <c:pt idx="5387">
                  <c:v>0.34408602150537598</c:v>
                </c:pt>
                <c:pt idx="5388">
                  <c:v>0.31781376518218601</c:v>
                </c:pt>
                <c:pt idx="5389">
                  <c:v>0.33832976445396101</c:v>
                </c:pt>
                <c:pt idx="5390">
                  <c:v>0.335470085470085</c:v>
                </c:pt>
                <c:pt idx="5391">
                  <c:v>0.24750499001995999</c:v>
                </c:pt>
                <c:pt idx="5392">
                  <c:v>0.36363636363636298</c:v>
                </c:pt>
                <c:pt idx="5393">
                  <c:v>0.271484375</c:v>
                </c:pt>
                <c:pt idx="5394">
                  <c:v>0.26296958855098301</c:v>
                </c:pt>
                <c:pt idx="5395">
                  <c:v>0.246753246753246</c:v>
                </c:pt>
                <c:pt idx="5396">
                  <c:v>0.273885350318471</c:v>
                </c:pt>
                <c:pt idx="5397">
                  <c:v>0.31868131868131799</c:v>
                </c:pt>
                <c:pt idx="5398">
                  <c:v>0.370051635111876</c:v>
                </c:pt>
                <c:pt idx="5399">
                  <c:v>0.35608856088560797</c:v>
                </c:pt>
                <c:pt idx="5400">
                  <c:v>0.256818181818181</c:v>
                </c:pt>
                <c:pt idx="5401">
                  <c:v>0.28571428571428498</c:v>
                </c:pt>
                <c:pt idx="5402">
                  <c:v>0.235177865612648</c:v>
                </c:pt>
                <c:pt idx="5403">
                  <c:v>0.259187620889748</c:v>
                </c:pt>
                <c:pt idx="5404">
                  <c:v>0.37621832358674401</c:v>
                </c:pt>
                <c:pt idx="5405">
                  <c:v>0.22916666666666599</c:v>
                </c:pt>
                <c:pt idx="5406">
                  <c:v>0.27443609022556298</c:v>
                </c:pt>
                <c:pt idx="5407">
                  <c:v>0.34120171673819699</c:v>
                </c:pt>
                <c:pt idx="5408">
                  <c:v>0.3125</c:v>
                </c:pt>
                <c:pt idx="5409">
                  <c:v>0.335470085470085</c:v>
                </c:pt>
                <c:pt idx="5410">
                  <c:v>0.329787234042553</c:v>
                </c:pt>
                <c:pt idx="5411">
                  <c:v>0.24501992031872499</c:v>
                </c:pt>
                <c:pt idx="5412">
                  <c:v>0.36054421768707401</c:v>
                </c:pt>
                <c:pt idx="5413">
                  <c:v>0.26900584795321603</c:v>
                </c:pt>
                <c:pt idx="5414">
                  <c:v>0.26071428571428501</c:v>
                </c:pt>
                <c:pt idx="5415">
                  <c:v>0.24406047516198701</c:v>
                </c:pt>
                <c:pt idx="5416">
                  <c:v>0.27118644067796599</c:v>
                </c:pt>
                <c:pt idx="5417">
                  <c:v>0.31578947368421001</c:v>
                </c:pt>
                <c:pt idx="5418">
                  <c:v>0.365351629502572</c:v>
                </c:pt>
                <c:pt idx="5419">
                  <c:v>0.34615384615384598</c:v>
                </c:pt>
                <c:pt idx="5420">
                  <c:v>0.19181034482758599</c:v>
                </c:pt>
                <c:pt idx="5421">
                  <c:v>0.217758985200845</c:v>
                </c:pt>
                <c:pt idx="5422">
                  <c:v>0.174812030075187</c:v>
                </c:pt>
                <c:pt idx="5423">
                  <c:v>0.198895027624309</c:v>
                </c:pt>
                <c:pt idx="5424">
                  <c:v>0.28832116788321099</c:v>
                </c:pt>
                <c:pt idx="5425">
                  <c:v>0.16703296703296699</c:v>
                </c:pt>
                <c:pt idx="5426">
                  <c:v>0.20212765957446799</c:v>
                </c:pt>
                <c:pt idx="5427">
                  <c:v>0.25754527162977803</c:v>
                </c:pt>
                <c:pt idx="5428">
                  <c:v>0.23529411764705799</c:v>
                </c:pt>
                <c:pt idx="5429">
                  <c:v>0.25250501002004</c:v>
                </c:pt>
                <c:pt idx="5430">
                  <c:v>0.24750499001995999</c:v>
                </c:pt>
                <c:pt idx="5431">
                  <c:v>0.179245283018867</c:v>
                </c:pt>
                <c:pt idx="5432">
                  <c:v>0.265822784810126</c:v>
                </c:pt>
                <c:pt idx="5433">
                  <c:v>0.203327171903881</c:v>
                </c:pt>
                <c:pt idx="5434">
                  <c:v>0.20068027210884301</c:v>
                </c:pt>
                <c:pt idx="5435">
                  <c:v>0.182751540041067</c:v>
                </c:pt>
                <c:pt idx="5436">
                  <c:v>0.207243460764587</c:v>
                </c:pt>
                <c:pt idx="5437">
                  <c:v>0.23966942148760301</c:v>
                </c:pt>
                <c:pt idx="5438">
                  <c:v>0.28387096774193499</c:v>
                </c:pt>
                <c:pt idx="5439">
                  <c:v>0.265060240963855</c:v>
                </c:pt>
                <c:pt idx="5440">
                  <c:v>0.27951807228915598</c:v>
                </c:pt>
                <c:pt idx="5441">
                  <c:v>0.31042654028436001</c:v>
                </c:pt>
                <c:pt idx="5442">
                  <c:v>0.255230125523012</c:v>
                </c:pt>
                <c:pt idx="5443">
                  <c:v>0.27811860940695299</c:v>
                </c:pt>
                <c:pt idx="5444">
                  <c:v>0.418410041841004</c:v>
                </c:pt>
                <c:pt idx="5445">
                  <c:v>0.25</c:v>
                </c:pt>
                <c:pt idx="5446">
                  <c:v>0.29423459244532801</c:v>
                </c:pt>
                <c:pt idx="5447">
                  <c:v>0.36986301369863001</c:v>
                </c:pt>
                <c:pt idx="5448">
                  <c:v>0.33832976445396101</c:v>
                </c:pt>
                <c:pt idx="5449">
                  <c:v>0.36363636363636298</c:v>
                </c:pt>
                <c:pt idx="5450">
                  <c:v>0.35746606334841602</c:v>
                </c:pt>
                <c:pt idx="5451">
                  <c:v>0.268498942917547</c:v>
                </c:pt>
                <c:pt idx="5452">
                  <c:v>0.37470167064439103</c:v>
                </c:pt>
                <c:pt idx="5453">
                  <c:v>0.28865979381443202</c:v>
                </c:pt>
                <c:pt idx="5454">
                  <c:v>0.27924528301886697</c:v>
                </c:pt>
                <c:pt idx="5455">
                  <c:v>0.265446224256292</c:v>
                </c:pt>
                <c:pt idx="5456">
                  <c:v>0.29438202247190998</c:v>
                </c:pt>
                <c:pt idx="5457">
                  <c:v>0.34265734265734199</c:v>
                </c:pt>
                <c:pt idx="5458">
                  <c:v>0.38586956521739102</c:v>
                </c:pt>
                <c:pt idx="5459">
                  <c:v>0.37087378640776603</c:v>
                </c:pt>
                <c:pt idx="5460">
                  <c:v>0.21263157894736801</c:v>
                </c:pt>
                <c:pt idx="5461">
                  <c:v>0.234567901234567</c:v>
                </c:pt>
                <c:pt idx="5462">
                  <c:v>0.19449541284403599</c:v>
                </c:pt>
                <c:pt idx="5463">
                  <c:v>0.21288014311270101</c:v>
                </c:pt>
                <c:pt idx="5464">
                  <c:v>0.31016042780748598</c:v>
                </c:pt>
                <c:pt idx="5465">
                  <c:v>0.186695278969957</c:v>
                </c:pt>
                <c:pt idx="5466">
                  <c:v>0.223570190641247</c:v>
                </c:pt>
                <c:pt idx="5467">
                  <c:v>0.27397260273972601</c:v>
                </c:pt>
                <c:pt idx="5468">
                  <c:v>0.25323475046210697</c:v>
                </c:pt>
                <c:pt idx="5469">
                  <c:v>0.271484375</c:v>
                </c:pt>
                <c:pt idx="5470">
                  <c:v>0.26653696498054402</c:v>
                </c:pt>
                <c:pt idx="5471">
                  <c:v>0.20110701107011</c:v>
                </c:pt>
                <c:pt idx="5472">
                  <c:v>0.29132231404958597</c:v>
                </c:pt>
                <c:pt idx="5473">
                  <c:v>0.217235188509874</c:v>
                </c:pt>
                <c:pt idx="5474">
                  <c:v>0.214876033057851</c:v>
                </c:pt>
                <c:pt idx="5475">
                  <c:v>0.20240480961923801</c:v>
                </c:pt>
                <c:pt idx="5476">
                  <c:v>0.22309197651663401</c:v>
                </c:pt>
                <c:pt idx="5477">
                  <c:v>0.25502008032128498</c:v>
                </c:pt>
                <c:pt idx="5478">
                  <c:v>0.30188679245283001</c:v>
                </c:pt>
                <c:pt idx="5479">
                  <c:v>0.283557046979865</c:v>
                </c:pt>
                <c:pt idx="5480">
                  <c:v>0.19961612284069</c:v>
                </c:pt>
                <c:pt idx="5481">
                  <c:v>0.221388367729831</c:v>
                </c:pt>
                <c:pt idx="5482">
                  <c:v>0.18456375838926101</c:v>
                </c:pt>
                <c:pt idx="5483">
                  <c:v>0.20294599018003201</c:v>
                </c:pt>
                <c:pt idx="5484">
                  <c:v>0.30278232405891897</c:v>
                </c:pt>
                <c:pt idx="5485">
                  <c:v>0.17878192534381099</c:v>
                </c:pt>
                <c:pt idx="5486">
                  <c:v>0.21621621621621601</c:v>
                </c:pt>
                <c:pt idx="5487">
                  <c:v>0.26296958855098301</c:v>
                </c:pt>
                <c:pt idx="5488">
                  <c:v>0.243654822335025</c:v>
                </c:pt>
                <c:pt idx="5489">
                  <c:v>0.25846702317290499</c:v>
                </c:pt>
                <c:pt idx="5490">
                  <c:v>0.256227758007117</c:v>
                </c:pt>
                <c:pt idx="5491">
                  <c:v>0.19256756756756699</c:v>
                </c:pt>
                <c:pt idx="5492">
                  <c:v>0.27443609022556298</c:v>
                </c:pt>
                <c:pt idx="5493">
                  <c:v>0.21087314662273399</c:v>
                </c:pt>
                <c:pt idx="5494">
                  <c:v>0.20423600605143699</c:v>
                </c:pt>
                <c:pt idx="5495">
                  <c:v>0.19012797074954199</c:v>
                </c:pt>
                <c:pt idx="5496">
                  <c:v>0.21071428571428499</c:v>
                </c:pt>
                <c:pt idx="5497">
                  <c:v>0.24403669724770599</c:v>
                </c:pt>
                <c:pt idx="5498">
                  <c:v>0.29335260115606898</c:v>
                </c:pt>
                <c:pt idx="5499">
                  <c:v>0.27580893682588598</c:v>
                </c:pt>
                <c:pt idx="5500">
                  <c:v>0.17241379310344801</c:v>
                </c:pt>
                <c:pt idx="5501">
                  <c:v>0.195945945945945</c:v>
                </c:pt>
                <c:pt idx="5502">
                  <c:v>0.16129032258064499</c:v>
                </c:pt>
                <c:pt idx="5503">
                  <c:v>0.183431952662721</c:v>
                </c:pt>
                <c:pt idx="5504">
                  <c:v>0.28656126482213401</c:v>
                </c:pt>
                <c:pt idx="5505">
                  <c:v>0.15023474178403701</c:v>
                </c:pt>
                <c:pt idx="5506">
                  <c:v>0.19502868068833601</c:v>
                </c:pt>
                <c:pt idx="5507">
                  <c:v>0.24137931034482701</c:v>
                </c:pt>
                <c:pt idx="5508">
                  <c:v>0.22199592668024401</c:v>
                </c:pt>
                <c:pt idx="5509">
                  <c:v>0.23605150214592199</c:v>
                </c:pt>
                <c:pt idx="5510">
                  <c:v>0.23340471092077</c:v>
                </c:pt>
                <c:pt idx="5511">
                  <c:v>0.168356997971602</c:v>
                </c:pt>
                <c:pt idx="5512">
                  <c:v>0.25396825396825301</c:v>
                </c:pt>
                <c:pt idx="5513">
                  <c:v>0.192842942345924</c:v>
                </c:pt>
                <c:pt idx="5514">
                  <c:v>0.185792349726775</c:v>
                </c:pt>
                <c:pt idx="5515">
                  <c:v>0.16447368421052599</c:v>
                </c:pt>
                <c:pt idx="5516">
                  <c:v>0.186695278969957</c:v>
                </c:pt>
                <c:pt idx="5517">
                  <c:v>0.22075055187637899</c:v>
                </c:pt>
                <c:pt idx="5518">
                  <c:v>0.28947368421052599</c:v>
                </c:pt>
                <c:pt idx="5519">
                  <c:v>0.260223048327137</c:v>
                </c:pt>
                <c:pt idx="5520">
                  <c:v>0.195945945945945</c:v>
                </c:pt>
                <c:pt idx="5521">
                  <c:v>0.22075055187637899</c:v>
                </c:pt>
                <c:pt idx="5522">
                  <c:v>0.183431952662721</c:v>
                </c:pt>
                <c:pt idx="5523">
                  <c:v>0.204238921001926</c:v>
                </c:pt>
                <c:pt idx="5524">
                  <c:v>0.316504854368932</c:v>
                </c:pt>
                <c:pt idx="5525">
                  <c:v>0.17241379310344801</c:v>
                </c:pt>
                <c:pt idx="5526">
                  <c:v>0.21910112359550499</c:v>
                </c:pt>
                <c:pt idx="5527">
                  <c:v>0.268498942917547</c:v>
                </c:pt>
                <c:pt idx="5528">
                  <c:v>0.24750499001995999</c:v>
                </c:pt>
                <c:pt idx="5529">
                  <c:v>0.26315789473684198</c:v>
                </c:pt>
                <c:pt idx="5530">
                  <c:v>0.26050420168067201</c:v>
                </c:pt>
                <c:pt idx="5531">
                  <c:v>0.192842942345924</c:v>
                </c:pt>
                <c:pt idx="5532">
                  <c:v>0.28285077951002202</c:v>
                </c:pt>
                <c:pt idx="5533">
                  <c:v>0.213592233009708</c:v>
                </c:pt>
                <c:pt idx="5534">
                  <c:v>0.20640569395017699</c:v>
                </c:pt>
                <c:pt idx="5535">
                  <c:v>0.186695278969957</c:v>
                </c:pt>
                <c:pt idx="5536">
                  <c:v>0.21008403361344499</c:v>
                </c:pt>
                <c:pt idx="5537">
                  <c:v>0.246753246753246</c:v>
                </c:pt>
                <c:pt idx="5538">
                  <c:v>0.31443298969072098</c:v>
                </c:pt>
                <c:pt idx="5539">
                  <c:v>0.28597449908925299</c:v>
                </c:pt>
                <c:pt idx="5540">
                  <c:v>0.23201856148491801</c:v>
                </c:pt>
                <c:pt idx="5541">
                  <c:v>0.25968109339407702</c:v>
                </c:pt>
                <c:pt idx="5542">
                  <c:v>0.21703853955375199</c:v>
                </c:pt>
                <c:pt idx="5543">
                  <c:v>0.237623762376237</c:v>
                </c:pt>
                <c:pt idx="5544">
                  <c:v>0.36693548387096703</c:v>
                </c:pt>
                <c:pt idx="5545">
                  <c:v>0.205673758865248</c:v>
                </c:pt>
                <c:pt idx="5546">
                  <c:v>0.25675675675675602</c:v>
                </c:pt>
                <c:pt idx="5547">
                  <c:v>0.31291028446389402</c:v>
                </c:pt>
                <c:pt idx="5548">
                  <c:v>0.28865979381443202</c:v>
                </c:pt>
                <c:pt idx="5549">
                  <c:v>0.30718954248365998</c:v>
                </c:pt>
                <c:pt idx="5550">
                  <c:v>0.30434782608695599</c:v>
                </c:pt>
                <c:pt idx="5551">
                  <c:v>0.22950819672131101</c:v>
                </c:pt>
                <c:pt idx="5552">
                  <c:v>0.33025404157043797</c:v>
                </c:pt>
                <c:pt idx="5553">
                  <c:v>0.24750499001995999</c:v>
                </c:pt>
                <c:pt idx="5554">
                  <c:v>0.23948811700182801</c:v>
                </c:pt>
                <c:pt idx="5555">
                  <c:v>0.22075055187637899</c:v>
                </c:pt>
                <c:pt idx="5556">
                  <c:v>0.246753246753246</c:v>
                </c:pt>
                <c:pt idx="5557">
                  <c:v>0.288590604026845</c:v>
                </c:pt>
                <c:pt idx="5558">
                  <c:v>0.35638297872340402</c:v>
                </c:pt>
                <c:pt idx="5559">
                  <c:v>0.32956685499058302</c:v>
                </c:pt>
                <c:pt idx="5560">
                  <c:v>0.34990439770554399</c:v>
                </c:pt>
                <c:pt idx="5561">
                  <c:v>0.37383177570093401</c:v>
                </c:pt>
                <c:pt idx="5562">
                  <c:v>0.30706075533661698</c:v>
                </c:pt>
                <c:pt idx="5563">
                  <c:v>0.32692307692307598</c:v>
                </c:pt>
                <c:pt idx="5564">
                  <c:v>0.36225266362252601</c:v>
                </c:pt>
                <c:pt idx="5565">
                  <c:v>0.32421875</c:v>
                </c:pt>
                <c:pt idx="5566">
                  <c:v>0.32665639445300398</c:v>
                </c:pt>
                <c:pt idx="5567">
                  <c:v>0.394045534150612</c:v>
                </c:pt>
                <c:pt idx="5568">
                  <c:v>0.36184210526315702</c:v>
                </c:pt>
                <c:pt idx="5569">
                  <c:v>0.38675958188153298</c:v>
                </c:pt>
                <c:pt idx="5570">
                  <c:v>0.38194444444444398</c:v>
                </c:pt>
                <c:pt idx="5571">
                  <c:v>0.31136738056013102</c:v>
                </c:pt>
                <c:pt idx="5572">
                  <c:v>0.43527204502814199</c:v>
                </c:pt>
                <c:pt idx="5573">
                  <c:v>0.331189710610932</c:v>
                </c:pt>
                <c:pt idx="5574">
                  <c:v>0.318114874815905</c:v>
                </c:pt>
                <c:pt idx="5575">
                  <c:v>0.33152173913043398</c:v>
                </c:pt>
                <c:pt idx="5576">
                  <c:v>0.35398230088495503</c:v>
                </c:pt>
                <c:pt idx="5577">
                  <c:v>0.39090909090908998</c:v>
                </c:pt>
                <c:pt idx="5578">
                  <c:v>0.31973684210526299</c:v>
                </c:pt>
                <c:pt idx="5579">
                  <c:v>0.34587554269175103</c:v>
                </c:pt>
                <c:pt idx="5580">
                  <c:v>0.29940119760479</c:v>
                </c:pt>
                <c:pt idx="5581">
                  <c:v>0.32681017612524399</c:v>
                </c:pt>
                <c:pt idx="5582">
                  <c:v>0.26943005181347102</c:v>
                </c:pt>
                <c:pt idx="5583">
                  <c:v>0.29222972972972899</c:v>
                </c:pt>
                <c:pt idx="5584">
                  <c:v>0.370860927152317</c:v>
                </c:pt>
                <c:pt idx="5585">
                  <c:v>0.27291242362525397</c:v>
                </c:pt>
                <c:pt idx="5586">
                  <c:v>0.30278232405891897</c:v>
                </c:pt>
                <c:pt idx="5587">
                  <c:v>0.37898686679174398</c:v>
                </c:pt>
                <c:pt idx="5588">
                  <c:v>0.34446397188049199</c:v>
                </c:pt>
                <c:pt idx="5589">
                  <c:v>0.37383177570093401</c:v>
                </c:pt>
                <c:pt idx="5590">
                  <c:v>0.36363636363636298</c:v>
                </c:pt>
                <c:pt idx="5591">
                  <c:v>0.27604166666666602</c:v>
                </c:pt>
                <c:pt idx="5592">
                  <c:v>0.38431372549019599</c:v>
                </c:pt>
                <c:pt idx="5593">
                  <c:v>0.29881154499151102</c:v>
                </c:pt>
                <c:pt idx="5594">
                  <c:v>0.29173166926677002</c:v>
                </c:pt>
                <c:pt idx="5595">
                  <c:v>0.28409090909090901</c:v>
                </c:pt>
                <c:pt idx="5596">
                  <c:v>0.30983302411873798</c:v>
                </c:pt>
                <c:pt idx="5597">
                  <c:v>0.355086372360844</c:v>
                </c:pt>
                <c:pt idx="5598">
                  <c:v>0.34587554269175103</c:v>
                </c:pt>
                <c:pt idx="5599">
                  <c:v>0.35164835164835101</c:v>
                </c:pt>
                <c:pt idx="5600">
                  <c:v>0.16703296703296699</c:v>
                </c:pt>
                <c:pt idx="5601">
                  <c:v>0.19181034482758599</c:v>
                </c:pt>
                <c:pt idx="5602">
                  <c:v>0.15830115830115801</c:v>
                </c:pt>
                <c:pt idx="5603">
                  <c:v>0.179245283018867</c:v>
                </c:pt>
                <c:pt idx="5604">
                  <c:v>0.27443609022556298</c:v>
                </c:pt>
                <c:pt idx="5605">
                  <c:v>0.14349775784753299</c:v>
                </c:pt>
                <c:pt idx="5606">
                  <c:v>0.19012797074954199</c:v>
                </c:pt>
                <c:pt idx="5607">
                  <c:v>0.234567901234567</c:v>
                </c:pt>
                <c:pt idx="5608">
                  <c:v>0.213592233009708</c:v>
                </c:pt>
                <c:pt idx="5609">
                  <c:v>0.22699386503067401</c:v>
                </c:pt>
                <c:pt idx="5610">
                  <c:v>0.22448979591836701</c:v>
                </c:pt>
                <c:pt idx="5611">
                  <c:v>0.171875</c:v>
                </c:pt>
                <c:pt idx="5612">
                  <c:v>0.25490196078431299</c:v>
                </c:pt>
                <c:pt idx="5613">
                  <c:v>0.19502868068833601</c:v>
                </c:pt>
                <c:pt idx="5614">
                  <c:v>0.18118466898954699</c:v>
                </c:pt>
                <c:pt idx="5615">
                  <c:v>0.15932914046121499</c:v>
                </c:pt>
                <c:pt idx="5616">
                  <c:v>0.182751540041067</c:v>
                </c:pt>
                <c:pt idx="5617">
                  <c:v>0.217758985200845</c:v>
                </c:pt>
                <c:pt idx="5618">
                  <c:v>0.277128547579298</c:v>
                </c:pt>
                <c:pt idx="5619">
                  <c:v>0.24955752212389301</c:v>
                </c:pt>
                <c:pt idx="5620">
                  <c:v>0.19181034482758599</c:v>
                </c:pt>
                <c:pt idx="5621">
                  <c:v>0.217758985200845</c:v>
                </c:pt>
                <c:pt idx="5622">
                  <c:v>0.181474480151228</c:v>
                </c:pt>
                <c:pt idx="5623">
                  <c:v>0.20110701107011</c:v>
                </c:pt>
                <c:pt idx="5624">
                  <c:v>0.30499075785582203</c:v>
                </c:pt>
                <c:pt idx="5625">
                  <c:v>0.16703296703296699</c:v>
                </c:pt>
                <c:pt idx="5626">
                  <c:v>0.21505376344086</c:v>
                </c:pt>
                <c:pt idx="5627">
                  <c:v>0.26262626262626199</c:v>
                </c:pt>
                <c:pt idx="5628">
                  <c:v>0.24</c:v>
                </c:pt>
                <c:pt idx="5629">
                  <c:v>0.25502008032128498</c:v>
                </c:pt>
                <c:pt idx="5630">
                  <c:v>0.25250501002004</c:v>
                </c:pt>
                <c:pt idx="5631">
                  <c:v>0.197318007662835</c:v>
                </c:pt>
                <c:pt idx="5632">
                  <c:v>0.28479657387580298</c:v>
                </c:pt>
                <c:pt idx="5633">
                  <c:v>0.21682242990654199</c:v>
                </c:pt>
                <c:pt idx="5634">
                  <c:v>0.20272572402044201</c:v>
                </c:pt>
                <c:pt idx="5635">
                  <c:v>0.182751540041067</c:v>
                </c:pt>
                <c:pt idx="5636">
                  <c:v>0.207243460764587</c:v>
                </c:pt>
                <c:pt idx="5637">
                  <c:v>0.244813278008298</c:v>
                </c:pt>
                <c:pt idx="5638">
                  <c:v>0.30278232405891897</c:v>
                </c:pt>
                <c:pt idx="5639">
                  <c:v>0.27604166666666602</c:v>
                </c:pt>
                <c:pt idx="5640">
                  <c:v>0.16504854368932001</c:v>
                </c:pt>
                <c:pt idx="5641">
                  <c:v>0.18821292775665399</c:v>
                </c:pt>
                <c:pt idx="5642">
                  <c:v>0.155025553662691</c:v>
                </c:pt>
                <c:pt idx="5643">
                  <c:v>0.174708818635607</c:v>
                </c:pt>
                <c:pt idx="5644">
                  <c:v>0.25615763546797998</c:v>
                </c:pt>
                <c:pt idx="5645">
                  <c:v>0.14285714285714199</c:v>
                </c:pt>
                <c:pt idx="5646">
                  <c:v>0.18167202572347199</c:v>
                </c:pt>
                <c:pt idx="5647">
                  <c:v>0.22603978300180799</c:v>
                </c:pt>
                <c:pt idx="5648">
                  <c:v>0.204778156996587</c:v>
                </c:pt>
                <c:pt idx="5649">
                  <c:v>0.217235188509874</c:v>
                </c:pt>
                <c:pt idx="5650">
                  <c:v>0.21505376344086</c:v>
                </c:pt>
                <c:pt idx="5651">
                  <c:v>0.164948453608247</c:v>
                </c:pt>
                <c:pt idx="5652">
                  <c:v>0.24236641221374</c:v>
                </c:pt>
                <c:pt idx="5653">
                  <c:v>0.188552188552188</c:v>
                </c:pt>
                <c:pt idx="5654">
                  <c:v>0.17511520737327099</c:v>
                </c:pt>
                <c:pt idx="5655">
                  <c:v>0.157407407407407</c:v>
                </c:pt>
                <c:pt idx="5656">
                  <c:v>0.17934782608695601</c:v>
                </c:pt>
                <c:pt idx="5657">
                  <c:v>0.212290502793296</c:v>
                </c:pt>
                <c:pt idx="5658">
                  <c:v>0.25327510917030499</c:v>
                </c:pt>
                <c:pt idx="5659">
                  <c:v>0.23410852713178201</c:v>
                </c:pt>
                <c:pt idx="5660">
                  <c:v>0.18595825426944901</c:v>
                </c:pt>
                <c:pt idx="5661">
                  <c:v>0.207792207792207</c:v>
                </c:pt>
                <c:pt idx="5662">
                  <c:v>0.174708818635607</c:v>
                </c:pt>
                <c:pt idx="5663">
                  <c:v>0.19124797406807101</c:v>
                </c:pt>
                <c:pt idx="5664">
                  <c:v>0.27974276527331099</c:v>
                </c:pt>
                <c:pt idx="5665">
                  <c:v>0.16279069767441801</c:v>
                </c:pt>
                <c:pt idx="5666">
                  <c:v>0.20283018867924499</c:v>
                </c:pt>
                <c:pt idx="5667">
                  <c:v>0.245149911816578</c:v>
                </c:pt>
                <c:pt idx="5668">
                  <c:v>0.22500000000000001</c:v>
                </c:pt>
                <c:pt idx="5669">
                  <c:v>0.23859649122807</c:v>
                </c:pt>
                <c:pt idx="5670">
                  <c:v>0.23642732049036699</c:v>
                </c:pt>
                <c:pt idx="5671">
                  <c:v>0.186554621848739</c:v>
                </c:pt>
                <c:pt idx="5672">
                  <c:v>0.26728971962616799</c:v>
                </c:pt>
                <c:pt idx="5673">
                  <c:v>0.204918032786885</c:v>
                </c:pt>
                <c:pt idx="5674">
                  <c:v>0.19161676646706499</c:v>
                </c:pt>
                <c:pt idx="5675">
                  <c:v>0.177215189873417</c:v>
                </c:pt>
                <c:pt idx="5676">
                  <c:v>0.197879858657243</c:v>
                </c:pt>
                <c:pt idx="5677">
                  <c:v>0.23049001814882</c:v>
                </c:pt>
                <c:pt idx="5678">
                  <c:v>0.27311522048364101</c:v>
                </c:pt>
                <c:pt idx="5679">
                  <c:v>0.25454545454545402</c:v>
                </c:pt>
                <c:pt idx="5680">
                  <c:v>0.32421875</c:v>
                </c:pt>
                <c:pt idx="5681">
                  <c:v>0.355086372360844</c:v>
                </c:pt>
                <c:pt idx="5682">
                  <c:v>0.29222972972972899</c:v>
                </c:pt>
                <c:pt idx="5683">
                  <c:v>0.31570247933884299</c:v>
                </c:pt>
                <c:pt idx="5684">
                  <c:v>0.34321372854914101</c:v>
                </c:pt>
                <c:pt idx="5685">
                  <c:v>0.29423459244532801</c:v>
                </c:pt>
                <c:pt idx="5686">
                  <c:v>0.31637519872813902</c:v>
                </c:pt>
                <c:pt idx="5687">
                  <c:v>0.37837837837837801</c:v>
                </c:pt>
                <c:pt idx="5688">
                  <c:v>0.34232715008431702</c:v>
                </c:pt>
                <c:pt idx="5689">
                  <c:v>0.36607142857142799</c:v>
                </c:pt>
                <c:pt idx="5690">
                  <c:v>0.361209964412811</c:v>
                </c:pt>
                <c:pt idx="5691">
                  <c:v>0.30546075085324198</c:v>
                </c:pt>
                <c:pt idx="5692">
                  <c:v>0.42441860465116199</c:v>
                </c:pt>
                <c:pt idx="5693">
                  <c:v>0.328881469115192</c:v>
                </c:pt>
                <c:pt idx="5694">
                  <c:v>0.30454545454545401</c:v>
                </c:pt>
                <c:pt idx="5695">
                  <c:v>0.30740740740740702</c:v>
                </c:pt>
                <c:pt idx="5696">
                  <c:v>0.33636363636363598</c:v>
                </c:pt>
                <c:pt idx="5697">
                  <c:v>0.37898686679174398</c:v>
                </c:pt>
                <c:pt idx="5698">
                  <c:v>0.32147742818057401</c:v>
                </c:pt>
                <c:pt idx="5699">
                  <c:v>0.32986627043090599</c:v>
                </c:pt>
                <c:pt idx="5700">
                  <c:v>0.14349775784753299</c:v>
                </c:pt>
                <c:pt idx="5701">
                  <c:v>0.16703296703296699</c:v>
                </c:pt>
                <c:pt idx="5702">
                  <c:v>0.13609467455621299</c:v>
                </c:pt>
                <c:pt idx="5703">
                  <c:v>0.15606936416184899</c:v>
                </c:pt>
                <c:pt idx="5704">
                  <c:v>0.24474187380497101</c:v>
                </c:pt>
                <c:pt idx="5705">
                  <c:v>0.121281464530892</c:v>
                </c:pt>
                <c:pt idx="5706">
                  <c:v>0.16604477611940299</c:v>
                </c:pt>
                <c:pt idx="5707">
                  <c:v>0.20754716981131999</c:v>
                </c:pt>
                <c:pt idx="5708">
                  <c:v>0.18811881188118801</c:v>
                </c:pt>
                <c:pt idx="5709">
                  <c:v>0.2</c:v>
                </c:pt>
                <c:pt idx="5710">
                  <c:v>0.19750519750519699</c:v>
                </c:pt>
                <c:pt idx="5711">
                  <c:v>0.147410358565737</c:v>
                </c:pt>
                <c:pt idx="5712">
                  <c:v>0.22616407982261599</c:v>
                </c:pt>
                <c:pt idx="5713">
                  <c:v>0.16959064327485299</c:v>
                </c:pt>
                <c:pt idx="5714">
                  <c:v>0.16042780748663099</c:v>
                </c:pt>
                <c:pt idx="5715">
                  <c:v>0.13704496788008499</c:v>
                </c:pt>
                <c:pt idx="5716">
                  <c:v>0.15932914046121499</c:v>
                </c:pt>
                <c:pt idx="5717">
                  <c:v>0.19181034482758599</c:v>
                </c:pt>
                <c:pt idx="5718">
                  <c:v>0.25</c:v>
                </c:pt>
                <c:pt idx="5719">
                  <c:v>0.223826714801444</c:v>
                </c:pt>
                <c:pt idx="5720">
                  <c:v>0.21003717472118899</c:v>
                </c:pt>
                <c:pt idx="5721">
                  <c:v>0.23497267759562801</c:v>
                </c:pt>
                <c:pt idx="5722">
                  <c:v>0.19318181818181801</c:v>
                </c:pt>
                <c:pt idx="5723">
                  <c:v>0.214285714285714</c:v>
                </c:pt>
                <c:pt idx="5724">
                  <c:v>0.29577464788732299</c:v>
                </c:pt>
                <c:pt idx="5725">
                  <c:v>0.18595825426944901</c:v>
                </c:pt>
                <c:pt idx="5726">
                  <c:v>0.220858895705521</c:v>
                </c:pt>
                <c:pt idx="5727">
                  <c:v>0.27604166666666602</c:v>
                </c:pt>
                <c:pt idx="5728">
                  <c:v>0.25</c:v>
                </c:pt>
                <c:pt idx="5729">
                  <c:v>0.26724137931034397</c:v>
                </c:pt>
                <c:pt idx="5730">
                  <c:v>0.26288659793814401</c:v>
                </c:pt>
                <c:pt idx="5731">
                  <c:v>0.20294599018003201</c:v>
                </c:pt>
                <c:pt idx="5732">
                  <c:v>0.293040293040293</c:v>
                </c:pt>
                <c:pt idx="5733">
                  <c:v>0.227929373996789</c:v>
                </c:pt>
                <c:pt idx="5734">
                  <c:v>0.21407624633430999</c:v>
                </c:pt>
                <c:pt idx="5735">
                  <c:v>0.2</c:v>
                </c:pt>
                <c:pt idx="5736">
                  <c:v>0.223570190641247</c:v>
                </c:pt>
                <c:pt idx="5737">
                  <c:v>0.26071428571428501</c:v>
                </c:pt>
                <c:pt idx="5738">
                  <c:v>0.28099173553718998</c:v>
                </c:pt>
                <c:pt idx="5739">
                  <c:v>0.27178729689807901</c:v>
                </c:pt>
                <c:pt idx="5740">
                  <c:v>0.244813278008298</c:v>
                </c:pt>
                <c:pt idx="5741">
                  <c:v>0.27291242362525397</c:v>
                </c:pt>
                <c:pt idx="5742">
                  <c:v>0.22826086956521699</c:v>
                </c:pt>
                <c:pt idx="5743">
                  <c:v>0.247349823321554</c:v>
                </c:pt>
                <c:pt idx="5744">
                  <c:v>0.35638297872340402</c:v>
                </c:pt>
                <c:pt idx="5745">
                  <c:v>0.217758985200845</c:v>
                </c:pt>
                <c:pt idx="5746">
                  <c:v>0.265060240963855</c:v>
                </c:pt>
                <c:pt idx="5747">
                  <c:v>0.321637426900584</c:v>
                </c:pt>
                <c:pt idx="5748">
                  <c:v>0.29541284403669699</c:v>
                </c:pt>
                <c:pt idx="5749">
                  <c:v>0.31395348837209303</c:v>
                </c:pt>
                <c:pt idx="5750">
                  <c:v>0.31141199226305599</c:v>
                </c:pt>
                <c:pt idx="5751">
                  <c:v>0.246323529411764</c:v>
                </c:pt>
                <c:pt idx="5752">
                  <c:v>0.34782608695652101</c:v>
                </c:pt>
                <c:pt idx="5753">
                  <c:v>0.26296958855098301</c:v>
                </c:pt>
                <c:pt idx="5754">
                  <c:v>0.24796084828711201</c:v>
                </c:pt>
                <c:pt idx="5755">
                  <c:v>0.232741617357001</c:v>
                </c:pt>
                <c:pt idx="5756">
                  <c:v>0.259187620889748</c:v>
                </c:pt>
                <c:pt idx="5757">
                  <c:v>0.30199999999999999</c:v>
                </c:pt>
                <c:pt idx="5758">
                  <c:v>0.33903576982892603</c:v>
                </c:pt>
                <c:pt idx="5759">
                  <c:v>0.331103678929765</c:v>
                </c:pt>
                <c:pt idx="5760">
                  <c:v>0.23031496062992099</c:v>
                </c:pt>
                <c:pt idx="5761">
                  <c:v>0.25675675675675602</c:v>
                </c:pt>
                <c:pt idx="5762">
                  <c:v>0.213058419243986</c:v>
                </c:pt>
                <c:pt idx="5763">
                  <c:v>0.233221476510067</c:v>
                </c:pt>
                <c:pt idx="5764">
                  <c:v>0.32445923460898501</c:v>
                </c:pt>
                <c:pt idx="5765">
                  <c:v>0.20481927710843301</c:v>
                </c:pt>
                <c:pt idx="5766">
                  <c:v>0.24592833876221401</c:v>
                </c:pt>
                <c:pt idx="5767">
                  <c:v>0.30258302583025798</c:v>
                </c:pt>
                <c:pt idx="5768">
                  <c:v>0.27604166666666602</c:v>
                </c:pt>
                <c:pt idx="5769">
                  <c:v>0.29541284403669699</c:v>
                </c:pt>
                <c:pt idx="5770">
                  <c:v>0.29067641681901202</c:v>
                </c:pt>
                <c:pt idx="5771">
                  <c:v>0.22782608695652101</c:v>
                </c:pt>
                <c:pt idx="5772">
                  <c:v>0.32681017612524399</c:v>
                </c:pt>
                <c:pt idx="5773">
                  <c:v>0.24787775891341199</c:v>
                </c:pt>
                <c:pt idx="5774">
                  <c:v>0.23410852713178201</c:v>
                </c:pt>
                <c:pt idx="5775">
                  <c:v>0.21910112359550499</c:v>
                </c:pt>
                <c:pt idx="5776">
                  <c:v>0.24403669724770599</c:v>
                </c:pt>
                <c:pt idx="5777">
                  <c:v>0.28409090909090901</c:v>
                </c:pt>
                <c:pt idx="5778">
                  <c:v>0.31039531478770099</c:v>
                </c:pt>
                <c:pt idx="5779">
                  <c:v>0.30188679245283001</c:v>
                </c:pt>
                <c:pt idx="5780">
                  <c:v>0.244813278008298</c:v>
                </c:pt>
                <c:pt idx="5781">
                  <c:v>0.27291242362525397</c:v>
                </c:pt>
                <c:pt idx="5782">
                  <c:v>0.22603978300180799</c:v>
                </c:pt>
                <c:pt idx="5783">
                  <c:v>0.247349823321554</c:v>
                </c:pt>
                <c:pt idx="5784">
                  <c:v>0.34920634920634902</c:v>
                </c:pt>
                <c:pt idx="5785">
                  <c:v>0.217758985200845</c:v>
                </c:pt>
                <c:pt idx="5786">
                  <c:v>0.26288659793814401</c:v>
                </c:pt>
                <c:pt idx="5787">
                  <c:v>0.321637426900584</c:v>
                </c:pt>
                <c:pt idx="5788">
                  <c:v>0.29541284403669699</c:v>
                </c:pt>
                <c:pt idx="5789">
                  <c:v>0.31395348837209303</c:v>
                </c:pt>
                <c:pt idx="5790">
                  <c:v>0.31141199226305599</c:v>
                </c:pt>
                <c:pt idx="5791">
                  <c:v>0.24175824175824101</c:v>
                </c:pt>
                <c:pt idx="5792">
                  <c:v>0.34782608695652101</c:v>
                </c:pt>
                <c:pt idx="5793">
                  <c:v>0.26296958855098301</c:v>
                </c:pt>
                <c:pt idx="5794">
                  <c:v>0.24796084828711201</c:v>
                </c:pt>
                <c:pt idx="5795">
                  <c:v>0.232741617357001</c:v>
                </c:pt>
                <c:pt idx="5796">
                  <c:v>0.259187620889748</c:v>
                </c:pt>
                <c:pt idx="5797">
                  <c:v>0.30199999999999999</c:v>
                </c:pt>
                <c:pt idx="5798">
                  <c:v>0.33075734157650599</c:v>
                </c:pt>
                <c:pt idx="5799">
                  <c:v>0.32666666666666599</c:v>
                </c:pt>
                <c:pt idx="5800">
                  <c:v>0.24223602484472001</c:v>
                </c:pt>
                <c:pt idx="5801">
                  <c:v>0.27032520325203202</c:v>
                </c:pt>
                <c:pt idx="5802">
                  <c:v>0.223826714801444</c:v>
                </c:pt>
                <c:pt idx="5803">
                  <c:v>0.245149911816578</c:v>
                </c:pt>
                <c:pt idx="5804">
                  <c:v>0.34210526315789402</c:v>
                </c:pt>
                <c:pt idx="5805">
                  <c:v>0.215189873417721</c:v>
                </c:pt>
                <c:pt idx="5806">
                  <c:v>0.25856164383561597</c:v>
                </c:pt>
                <c:pt idx="5807">
                  <c:v>0.31906614785992199</c:v>
                </c:pt>
                <c:pt idx="5808">
                  <c:v>0.29067641681901202</c:v>
                </c:pt>
                <c:pt idx="5809">
                  <c:v>0.31141199226305599</c:v>
                </c:pt>
                <c:pt idx="5810">
                  <c:v>0.30635838150289002</c:v>
                </c:pt>
                <c:pt idx="5811">
                  <c:v>0.23948811700182801</c:v>
                </c:pt>
                <c:pt idx="5812">
                  <c:v>0.34504132231404899</c:v>
                </c:pt>
                <c:pt idx="5813">
                  <c:v>0.26071428571428501</c:v>
                </c:pt>
                <c:pt idx="5814">
                  <c:v>0.24592833876221401</c:v>
                </c:pt>
                <c:pt idx="5815">
                  <c:v>0.23031496062992099</c:v>
                </c:pt>
                <c:pt idx="5816">
                  <c:v>0.25675675675675602</c:v>
                </c:pt>
                <c:pt idx="5817">
                  <c:v>0.29940119760479</c:v>
                </c:pt>
                <c:pt idx="5818">
                  <c:v>0.32665639445300398</c:v>
                </c:pt>
                <c:pt idx="5819">
                  <c:v>0.31788079470198599</c:v>
                </c:pt>
                <c:pt idx="5820">
                  <c:v>0.185770750988142</c:v>
                </c:pt>
                <c:pt idx="5821">
                  <c:v>0.21124031007751901</c:v>
                </c:pt>
                <c:pt idx="5822">
                  <c:v>0.170984455958549</c:v>
                </c:pt>
                <c:pt idx="5823">
                  <c:v>0.19458544839255401</c:v>
                </c:pt>
                <c:pt idx="5824">
                  <c:v>0.27287853577371002</c:v>
                </c:pt>
                <c:pt idx="5825">
                  <c:v>0.16129032258064499</c:v>
                </c:pt>
                <c:pt idx="5826">
                  <c:v>0.19706840390879399</c:v>
                </c:pt>
                <c:pt idx="5827">
                  <c:v>0.246323529411764</c:v>
                </c:pt>
                <c:pt idx="5828">
                  <c:v>0.225694444444444</c:v>
                </c:pt>
                <c:pt idx="5829">
                  <c:v>0.23948811700182801</c:v>
                </c:pt>
                <c:pt idx="5830">
                  <c:v>0.23722627737226201</c:v>
                </c:pt>
                <c:pt idx="5831">
                  <c:v>0.17708333333333301</c:v>
                </c:pt>
                <c:pt idx="5832">
                  <c:v>0.26162790697674398</c:v>
                </c:pt>
                <c:pt idx="5833">
                  <c:v>0.20068027210884301</c:v>
                </c:pt>
                <c:pt idx="5834">
                  <c:v>0.193447737909516</c:v>
                </c:pt>
                <c:pt idx="5835">
                  <c:v>0.177024482109227</c:v>
                </c:pt>
                <c:pt idx="5836">
                  <c:v>0.20110701107011</c:v>
                </c:pt>
                <c:pt idx="5837">
                  <c:v>0.232954545454545</c:v>
                </c:pt>
                <c:pt idx="5838">
                  <c:v>0.268041237113402</c:v>
                </c:pt>
                <c:pt idx="5839">
                  <c:v>0.25157232704402499</c:v>
                </c:pt>
                <c:pt idx="5840">
                  <c:v>0.25490196078431299</c:v>
                </c:pt>
                <c:pt idx="5841">
                  <c:v>0.28479657387580298</c:v>
                </c:pt>
                <c:pt idx="5842">
                  <c:v>0.23529411764705799</c:v>
                </c:pt>
                <c:pt idx="5843">
                  <c:v>0.25555555555555498</c:v>
                </c:pt>
                <c:pt idx="5844">
                  <c:v>0.376404494382022</c:v>
                </c:pt>
                <c:pt idx="5845">
                  <c:v>0.22616407982261599</c:v>
                </c:pt>
                <c:pt idx="5846">
                  <c:v>0.26978417266186999</c:v>
                </c:pt>
                <c:pt idx="5847">
                  <c:v>0.33675564681724801</c:v>
                </c:pt>
                <c:pt idx="5848">
                  <c:v>0.30635838150289002</c:v>
                </c:pt>
                <c:pt idx="5849">
                  <c:v>0.32857142857142801</c:v>
                </c:pt>
                <c:pt idx="5850">
                  <c:v>0.32317073170731703</c:v>
                </c:pt>
                <c:pt idx="5851">
                  <c:v>0.25192307692307597</c:v>
                </c:pt>
                <c:pt idx="5852">
                  <c:v>0.346982758620689</c:v>
                </c:pt>
                <c:pt idx="5853">
                  <c:v>0.26966292134831399</c:v>
                </c:pt>
                <c:pt idx="5854">
                  <c:v>0.256410256410256</c:v>
                </c:pt>
                <c:pt idx="5855">
                  <c:v>0.24223602484472001</c:v>
                </c:pt>
                <c:pt idx="5856">
                  <c:v>0.27032520325203202</c:v>
                </c:pt>
                <c:pt idx="5857">
                  <c:v>0.31578947368421001</c:v>
                </c:pt>
                <c:pt idx="5858">
                  <c:v>0.34853420195439699</c:v>
                </c:pt>
                <c:pt idx="5859">
                  <c:v>0.33741258741258701</c:v>
                </c:pt>
                <c:pt idx="5860">
                  <c:v>0.20656370656370601</c:v>
                </c:pt>
                <c:pt idx="5861">
                  <c:v>0.228301886792452</c:v>
                </c:pt>
                <c:pt idx="5862">
                  <c:v>0.19055649241146699</c:v>
                </c:pt>
                <c:pt idx="5863">
                  <c:v>0.208881578947368</c:v>
                </c:pt>
                <c:pt idx="5864">
                  <c:v>0.29430894308943001</c:v>
                </c:pt>
                <c:pt idx="5865">
                  <c:v>0.181102362204724</c:v>
                </c:pt>
                <c:pt idx="5866">
                  <c:v>0.218152866242038</c:v>
                </c:pt>
                <c:pt idx="5867">
                  <c:v>0.26296958855098301</c:v>
                </c:pt>
                <c:pt idx="5868">
                  <c:v>0.243654822335025</c:v>
                </c:pt>
                <c:pt idx="5869">
                  <c:v>0.25846702317290499</c:v>
                </c:pt>
                <c:pt idx="5870">
                  <c:v>0.256227758007117</c:v>
                </c:pt>
                <c:pt idx="5871">
                  <c:v>0.198641765704584</c:v>
                </c:pt>
                <c:pt idx="5872">
                  <c:v>0.28652751423149903</c:v>
                </c:pt>
                <c:pt idx="5873">
                  <c:v>0.214876033057851</c:v>
                </c:pt>
                <c:pt idx="5874">
                  <c:v>0.20789074355083401</c:v>
                </c:pt>
                <c:pt idx="5875">
                  <c:v>0.19669117647058801</c:v>
                </c:pt>
                <c:pt idx="5876">
                  <c:v>0.217235188509874</c:v>
                </c:pt>
                <c:pt idx="5877">
                  <c:v>0.24861878453038599</c:v>
                </c:pt>
                <c:pt idx="5878">
                  <c:v>0.28591954022988503</c:v>
                </c:pt>
                <c:pt idx="5879">
                  <c:v>0.26993865030674802</c:v>
                </c:pt>
                <c:pt idx="5880">
                  <c:v>0.18739054290717999</c:v>
                </c:pt>
                <c:pt idx="5881">
                  <c:v>0.20890410958904099</c:v>
                </c:pt>
                <c:pt idx="5882">
                  <c:v>0.17511520737327099</c:v>
                </c:pt>
                <c:pt idx="5883">
                  <c:v>0.19161676646706499</c:v>
                </c:pt>
                <c:pt idx="5884">
                  <c:v>0.275555555555555</c:v>
                </c:pt>
                <c:pt idx="5885">
                  <c:v>0.16666666666666599</c:v>
                </c:pt>
                <c:pt idx="5886">
                  <c:v>0.20348837209302301</c:v>
                </c:pt>
                <c:pt idx="5887">
                  <c:v>0.24592833876221401</c:v>
                </c:pt>
                <c:pt idx="5888">
                  <c:v>0.22650231124807299</c:v>
                </c:pt>
                <c:pt idx="5889">
                  <c:v>0.23987034035656399</c:v>
                </c:pt>
                <c:pt idx="5890">
                  <c:v>0.237864077669902</c:v>
                </c:pt>
                <c:pt idx="5891">
                  <c:v>0.187888198757763</c:v>
                </c:pt>
                <c:pt idx="5892">
                  <c:v>0.26288659793814401</c:v>
                </c:pt>
                <c:pt idx="5893">
                  <c:v>0.20423600605143699</c:v>
                </c:pt>
                <c:pt idx="5894">
                  <c:v>0.192520775623268</c:v>
                </c:pt>
                <c:pt idx="5895">
                  <c:v>0.17863105175292099</c:v>
                </c:pt>
                <c:pt idx="5896">
                  <c:v>0.19902120717781399</c:v>
                </c:pt>
                <c:pt idx="5897">
                  <c:v>0.231155778894472</c:v>
                </c:pt>
                <c:pt idx="5898">
                  <c:v>0.26771653543307</c:v>
                </c:pt>
                <c:pt idx="5899">
                  <c:v>0.25525946704067298</c:v>
                </c:pt>
                <c:pt idx="5900">
                  <c:v>0.15932914046121499</c:v>
                </c:pt>
                <c:pt idx="5901">
                  <c:v>0.182751540041067</c:v>
                </c:pt>
                <c:pt idx="5902">
                  <c:v>0.151012891344383</c:v>
                </c:pt>
                <c:pt idx="5903">
                  <c:v>0.17086330935251701</c:v>
                </c:pt>
                <c:pt idx="5904">
                  <c:v>0.26071428571428501</c:v>
                </c:pt>
                <c:pt idx="5905">
                  <c:v>0.13704496788008499</c:v>
                </c:pt>
                <c:pt idx="5906">
                  <c:v>0.18118466898954699</c:v>
                </c:pt>
                <c:pt idx="5907">
                  <c:v>0.22309197651663401</c:v>
                </c:pt>
                <c:pt idx="5908">
                  <c:v>0.203327171903881</c:v>
                </c:pt>
                <c:pt idx="5909">
                  <c:v>0.21595330739299601</c:v>
                </c:pt>
                <c:pt idx="5910">
                  <c:v>0.213592233009708</c:v>
                </c:pt>
                <c:pt idx="5911">
                  <c:v>0.16387337057728099</c:v>
                </c:pt>
                <c:pt idx="5912">
                  <c:v>0.24223602484472001</c:v>
                </c:pt>
                <c:pt idx="5913">
                  <c:v>0.185792349726775</c:v>
                </c:pt>
                <c:pt idx="5914">
                  <c:v>0.172757475083056</c:v>
                </c:pt>
                <c:pt idx="5915">
                  <c:v>0.152</c:v>
                </c:pt>
                <c:pt idx="5916">
                  <c:v>0.17416829745596801</c:v>
                </c:pt>
                <c:pt idx="5917">
                  <c:v>0.207243460764587</c:v>
                </c:pt>
                <c:pt idx="5918">
                  <c:v>0.263492063492063</c:v>
                </c:pt>
                <c:pt idx="5919">
                  <c:v>0.23737373737373699</c:v>
                </c:pt>
                <c:pt idx="5920">
                  <c:v>0.182751540041067</c:v>
                </c:pt>
                <c:pt idx="5921">
                  <c:v>0.207243460764587</c:v>
                </c:pt>
                <c:pt idx="5922">
                  <c:v>0.17297297297297201</c:v>
                </c:pt>
                <c:pt idx="5923">
                  <c:v>0.191564147627416</c:v>
                </c:pt>
                <c:pt idx="5924">
                  <c:v>0.28947368421052599</c:v>
                </c:pt>
                <c:pt idx="5925">
                  <c:v>0.15932914046121499</c:v>
                </c:pt>
                <c:pt idx="5926">
                  <c:v>0.204778156996587</c:v>
                </c:pt>
                <c:pt idx="5927">
                  <c:v>0.24952015355086299</c:v>
                </c:pt>
                <c:pt idx="5928">
                  <c:v>0.22826086956521699</c:v>
                </c:pt>
                <c:pt idx="5929">
                  <c:v>0.24236641221374</c:v>
                </c:pt>
                <c:pt idx="5930">
                  <c:v>0.24</c:v>
                </c:pt>
                <c:pt idx="5931">
                  <c:v>0.18795620437956201</c:v>
                </c:pt>
                <c:pt idx="5932">
                  <c:v>0.27032520325203202</c:v>
                </c:pt>
                <c:pt idx="5933">
                  <c:v>0.20640569395017699</c:v>
                </c:pt>
                <c:pt idx="5934">
                  <c:v>0.19318181818181801</c:v>
                </c:pt>
                <c:pt idx="5935">
                  <c:v>0.17416829745596801</c:v>
                </c:pt>
                <c:pt idx="5936">
                  <c:v>0.197318007662835</c:v>
                </c:pt>
                <c:pt idx="5937">
                  <c:v>0.232741617357001</c:v>
                </c:pt>
                <c:pt idx="5938">
                  <c:v>0.28771384136858402</c:v>
                </c:pt>
                <c:pt idx="5939">
                  <c:v>0.262376237623762</c:v>
                </c:pt>
                <c:pt idx="5940">
                  <c:v>0.217758985200845</c:v>
                </c:pt>
                <c:pt idx="5941">
                  <c:v>0.244813278008298</c:v>
                </c:pt>
                <c:pt idx="5942">
                  <c:v>0.20555555555555499</c:v>
                </c:pt>
                <c:pt idx="5943">
                  <c:v>0.223826714801444</c:v>
                </c:pt>
                <c:pt idx="5944">
                  <c:v>0.33393829401088898</c:v>
                </c:pt>
                <c:pt idx="5945">
                  <c:v>0.19181034482758599</c:v>
                </c:pt>
                <c:pt idx="5946">
                  <c:v>0.240773286467486</c:v>
                </c:pt>
                <c:pt idx="5947">
                  <c:v>0.29166666666666602</c:v>
                </c:pt>
                <c:pt idx="5948">
                  <c:v>0.26728971962616799</c:v>
                </c:pt>
                <c:pt idx="5949">
                  <c:v>0.28402366863905298</c:v>
                </c:pt>
                <c:pt idx="5950">
                  <c:v>0.28149606299212598</c:v>
                </c:pt>
                <c:pt idx="5951">
                  <c:v>0.22368421052631501</c:v>
                </c:pt>
                <c:pt idx="5952">
                  <c:v>0.31578947368421001</c:v>
                </c:pt>
                <c:pt idx="5953">
                  <c:v>0.23948811700182801</c:v>
                </c:pt>
                <c:pt idx="5954">
                  <c:v>0.22500000000000001</c:v>
                </c:pt>
                <c:pt idx="5955">
                  <c:v>0.207243460764587</c:v>
                </c:pt>
                <c:pt idx="5956">
                  <c:v>0.232741617357001</c:v>
                </c:pt>
                <c:pt idx="5957">
                  <c:v>0.27291242362525397</c:v>
                </c:pt>
                <c:pt idx="5958">
                  <c:v>0.32268370607028701</c:v>
                </c:pt>
                <c:pt idx="5959">
                  <c:v>0.30323679727427599</c:v>
                </c:pt>
                <c:pt idx="5960">
                  <c:v>0.33043478260869502</c:v>
                </c:pt>
                <c:pt idx="5961">
                  <c:v>0.34686971235194503</c:v>
                </c:pt>
                <c:pt idx="5962">
                  <c:v>0.29279279279279202</c:v>
                </c:pt>
                <c:pt idx="5963">
                  <c:v>0.30466472303206998</c:v>
                </c:pt>
                <c:pt idx="5964">
                  <c:v>0.31967213114754101</c:v>
                </c:pt>
                <c:pt idx="5965">
                  <c:v>0.30319148936170198</c:v>
                </c:pt>
                <c:pt idx="5966">
                  <c:v>0.29888268156424502</c:v>
                </c:pt>
                <c:pt idx="5967">
                  <c:v>0.35164835164835101</c:v>
                </c:pt>
                <c:pt idx="5968">
                  <c:v>0.32396449704142</c:v>
                </c:pt>
                <c:pt idx="5969">
                  <c:v>0.34531250000000002</c:v>
                </c:pt>
                <c:pt idx="5970">
                  <c:v>0.34112149532710201</c:v>
                </c:pt>
                <c:pt idx="5971">
                  <c:v>0.30257186081694398</c:v>
                </c:pt>
                <c:pt idx="5972">
                  <c:v>0.40338983050847399</c:v>
                </c:pt>
                <c:pt idx="5973">
                  <c:v>0.31424375917767899</c:v>
                </c:pt>
                <c:pt idx="5974">
                  <c:v>0.28799999999999998</c:v>
                </c:pt>
                <c:pt idx="5975">
                  <c:v>0.313531353135313</c:v>
                </c:pt>
                <c:pt idx="5976">
                  <c:v>0.32905296950240698</c:v>
                </c:pt>
                <c:pt idx="5977">
                  <c:v>0.35294117647058798</c:v>
                </c:pt>
                <c:pt idx="5978">
                  <c:v>0.28571428571428498</c:v>
                </c:pt>
                <c:pt idx="5979">
                  <c:v>0.30769230769230699</c:v>
                </c:pt>
                <c:pt idx="5980">
                  <c:v>0.28363636363636302</c:v>
                </c:pt>
                <c:pt idx="5981">
                  <c:v>0.31016042780748598</c:v>
                </c:pt>
                <c:pt idx="5982">
                  <c:v>0.257503949447077</c:v>
                </c:pt>
                <c:pt idx="5983">
                  <c:v>0.27777777777777701</c:v>
                </c:pt>
                <c:pt idx="5984">
                  <c:v>0.32789317507418397</c:v>
                </c:pt>
                <c:pt idx="5985">
                  <c:v>0.25788497217068601</c:v>
                </c:pt>
                <c:pt idx="5986">
                  <c:v>0.28699551569506698</c:v>
                </c:pt>
                <c:pt idx="5987">
                  <c:v>0.34915254237288101</c:v>
                </c:pt>
                <c:pt idx="5988">
                  <c:v>0.31847133757961699</c:v>
                </c:pt>
                <c:pt idx="5989">
                  <c:v>0.33781512605042002</c:v>
                </c:pt>
                <c:pt idx="5990">
                  <c:v>0.33557046979865701</c:v>
                </c:pt>
                <c:pt idx="5991">
                  <c:v>0.27156549520766698</c:v>
                </c:pt>
                <c:pt idx="5992">
                  <c:v>0.36851520572450802</c:v>
                </c:pt>
                <c:pt idx="5993">
                  <c:v>0.29173166926677002</c:v>
                </c:pt>
                <c:pt idx="5994">
                  <c:v>0.27674750356633299</c:v>
                </c:pt>
                <c:pt idx="5995">
                  <c:v>0.26943005181347102</c:v>
                </c:pt>
                <c:pt idx="5996">
                  <c:v>0.294416243654822</c:v>
                </c:pt>
                <c:pt idx="5997">
                  <c:v>0.33741258741258701</c:v>
                </c:pt>
                <c:pt idx="5998">
                  <c:v>0.30769230769230699</c:v>
                </c:pt>
                <c:pt idx="5999">
                  <c:v>0.31355932203389802</c:v>
                </c:pt>
                <c:pt idx="6000">
                  <c:v>0.13246753246753201</c:v>
                </c:pt>
                <c:pt idx="6001">
                  <c:v>0.158567774936061</c:v>
                </c:pt>
                <c:pt idx="6002">
                  <c:v>0.13163972286374101</c:v>
                </c:pt>
                <c:pt idx="6003">
                  <c:v>0.15384615384615299</c:v>
                </c:pt>
                <c:pt idx="6004">
                  <c:v>0.27713625866050801</c:v>
                </c:pt>
                <c:pt idx="6005">
                  <c:v>0.108179419525065</c:v>
                </c:pt>
                <c:pt idx="6006">
                  <c:v>0.17218543046357601</c:v>
                </c:pt>
                <c:pt idx="6007">
                  <c:v>0.209876543209876</c:v>
                </c:pt>
                <c:pt idx="6008">
                  <c:v>0.19437939110070199</c:v>
                </c:pt>
                <c:pt idx="6009">
                  <c:v>0.20393120393120301</c:v>
                </c:pt>
                <c:pt idx="6010">
                  <c:v>0.20393120393120301</c:v>
                </c:pt>
                <c:pt idx="6011">
                  <c:v>0.14754098360655701</c:v>
                </c:pt>
                <c:pt idx="6012">
                  <c:v>0.2265625</c:v>
                </c:pt>
                <c:pt idx="6013">
                  <c:v>0.17241379310344801</c:v>
                </c:pt>
                <c:pt idx="6014">
                  <c:v>0.15932914046121499</c:v>
                </c:pt>
                <c:pt idx="6015">
                  <c:v>0.12686567164179099</c:v>
                </c:pt>
                <c:pt idx="6016">
                  <c:v>0.15158924205378899</c:v>
                </c:pt>
                <c:pt idx="6017">
                  <c:v>0.18639798488664899</c:v>
                </c:pt>
                <c:pt idx="6018">
                  <c:v>0.28865979381443202</c:v>
                </c:pt>
                <c:pt idx="6019">
                  <c:v>0.24945770065075901</c:v>
                </c:pt>
                <c:pt idx="6020">
                  <c:v>0.158567774936061</c:v>
                </c:pt>
                <c:pt idx="6021">
                  <c:v>0.18639798488664899</c:v>
                </c:pt>
                <c:pt idx="6022">
                  <c:v>0.156462585034013</c:v>
                </c:pt>
                <c:pt idx="6023">
                  <c:v>0.17738359201773801</c:v>
                </c:pt>
                <c:pt idx="6024">
                  <c:v>0.31207289293849599</c:v>
                </c:pt>
                <c:pt idx="6025">
                  <c:v>0.13246753246753201</c:v>
                </c:pt>
                <c:pt idx="6026">
                  <c:v>0.19956616052060699</c:v>
                </c:pt>
                <c:pt idx="6027">
                  <c:v>0.240875912408759</c:v>
                </c:pt>
                <c:pt idx="6028">
                  <c:v>0.223502304147465</c:v>
                </c:pt>
                <c:pt idx="6029">
                  <c:v>0.234866828087167</c:v>
                </c:pt>
                <c:pt idx="6030">
                  <c:v>0.234866828087167</c:v>
                </c:pt>
                <c:pt idx="6031">
                  <c:v>0.17511520737327099</c:v>
                </c:pt>
                <c:pt idx="6032">
                  <c:v>0.25964010282776301</c:v>
                </c:pt>
                <c:pt idx="6033">
                  <c:v>0.195945945945945</c:v>
                </c:pt>
                <c:pt idx="6034">
                  <c:v>0.182751540041067</c:v>
                </c:pt>
                <c:pt idx="6035">
                  <c:v>0.15158924205378899</c:v>
                </c:pt>
                <c:pt idx="6036">
                  <c:v>0.177884615384615</c:v>
                </c:pt>
                <c:pt idx="6037">
                  <c:v>0.21588089330024801</c:v>
                </c:pt>
                <c:pt idx="6038">
                  <c:v>0.31781376518218601</c:v>
                </c:pt>
                <c:pt idx="6039">
                  <c:v>0.27931769722814498</c:v>
                </c:pt>
                <c:pt idx="6040">
                  <c:v>0.13689095127610201</c:v>
                </c:pt>
                <c:pt idx="6041">
                  <c:v>0.16173120728929299</c:v>
                </c:pt>
                <c:pt idx="6042">
                  <c:v>0.133196721311475</c:v>
                </c:pt>
                <c:pt idx="6043">
                  <c:v>0.15430861723446801</c:v>
                </c:pt>
                <c:pt idx="6044">
                  <c:v>0.26008064516128998</c:v>
                </c:pt>
                <c:pt idx="6045">
                  <c:v>0.113475177304964</c:v>
                </c:pt>
                <c:pt idx="6046">
                  <c:v>0.167315175097276</c:v>
                </c:pt>
                <c:pt idx="6047">
                  <c:v>0.20742358078602599</c:v>
                </c:pt>
                <c:pt idx="6048">
                  <c:v>0.19008264462809901</c:v>
                </c:pt>
                <c:pt idx="6049">
                  <c:v>0.19956616052060699</c:v>
                </c:pt>
                <c:pt idx="6050">
                  <c:v>0.19956616052060699</c:v>
                </c:pt>
                <c:pt idx="6051">
                  <c:v>0.14492753623188401</c:v>
                </c:pt>
                <c:pt idx="6052">
                  <c:v>0.223502304147465</c:v>
                </c:pt>
                <c:pt idx="6053">
                  <c:v>0.17073170731707299</c:v>
                </c:pt>
                <c:pt idx="6054">
                  <c:v>0.157407407407407</c:v>
                </c:pt>
                <c:pt idx="6055">
                  <c:v>0.13082039911308199</c:v>
                </c:pt>
                <c:pt idx="6056">
                  <c:v>0.15434782608695599</c:v>
                </c:pt>
                <c:pt idx="6057">
                  <c:v>0.187919463087248</c:v>
                </c:pt>
                <c:pt idx="6058">
                  <c:v>0.26750448833034102</c:v>
                </c:pt>
                <c:pt idx="6059">
                  <c:v>0.23529411764705799</c:v>
                </c:pt>
                <c:pt idx="6060">
                  <c:v>0.16173120728929299</c:v>
                </c:pt>
                <c:pt idx="6061">
                  <c:v>0.18526785714285701</c:v>
                </c:pt>
                <c:pt idx="6062">
                  <c:v>0.156626506024096</c:v>
                </c:pt>
                <c:pt idx="6063">
                  <c:v>0.17416829745596801</c:v>
                </c:pt>
                <c:pt idx="6064">
                  <c:v>0.28910891089108898</c:v>
                </c:pt>
                <c:pt idx="6065">
                  <c:v>0.13689095127610201</c:v>
                </c:pt>
                <c:pt idx="6066">
                  <c:v>0.19274809160305301</c:v>
                </c:pt>
                <c:pt idx="6067">
                  <c:v>0.23076923076923</c:v>
                </c:pt>
                <c:pt idx="6068">
                  <c:v>0.21457489878542499</c:v>
                </c:pt>
                <c:pt idx="6069">
                  <c:v>0.22553191489361701</c:v>
                </c:pt>
                <c:pt idx="6070">
                  <c:v>0.22553191489361701</c:v>
                </c:pt>
                <c:pt idx="6071">
                  <c:v>0.17073170731707299</c:v>
                </c:pt>
                <c:pt idx="6072">
                  <c:v>0.25396825396825301</c:v>
                </c:pt>
                <c:pt idx="6073">
                  <c:v>0.19047619047618999</c:v>
                </c:pt>
                <c:pt idx="6074">
                  <c:v>0.177215189873417</c:v>
                </c:pt>
                <c:pt idx="6075">
                  <c:v>0.15434782608695599</c:v>
                </c:pt>
                <c:pt idx="6076">
                  <c:v>0.17659574468085101</c:v>
                </c:pt>
                <c:pt idx="6077">
                  <c:v>0.21006564551422299</c:v>
                </c:pt>
                <c:pt idx="6078">
                  <c:v>0.29173989455184501</c:v>
                </c:pt>
                <c:pt idx="6079">
                  <c:v>0.260223048327137</c:v>
                </c:pt>
                <c:pt idx="6080">
                  <c:v>0.304245283018867</c:v>
                </c:pt>
                <c:pt idx="6081">
                  <c:v>0.33953488372092999</c:v>
                </c:pt>
                <c:pt idx="6082">
                  <c:v>0.27811860940695299</c:v>
                </c:pt>
                <c:pt idx="6083">
                  <c:v>0.304609218436873</c:v>
                </c:pt>
                <c:pt idx="6084">
                  <c:v>0.40357852882703699</c:v>
                </c:pt>
                <c:pt idx="6085">
                  <c:v>0.27033492822966498</c:v>
                </c:pt>
                <c:pt idx="6086">
                  <c:v>0.32421875</c:v>
                </c:pt>
                <c:pt idx="6087">
                  <c:v>0.40765765765765699</c:v>
                </c:pt>
                <c:pt idx="6088">
                  <c:v>0.37052631578947298</c:v>
                </c:pt>
                <c:pt idx="6089">
                  <c:v>0.40134529147982001</c:v>
                </c:pt>
                <c:pt idx="6090">
                  <c:v>0.391982182628062</c:v>
                </c:pt>
                <c:pt idx="6091">
                  <c:v>0.29668049792531098</c:v>
                </c:pt>
                <c:pt idx="6092">
                  <c:v>0.43198090692124103</c:v>
                </c:pt>
                <c:pt idx="6093">
                  <c:v>0.32317073170731703</c:v>
                </c:pt>
                <c:pt idx="6094">
                  <c:v>0.30740740740740702</c:v>
                </c:pt>
                <c:pt idx="6095">
                  <c:v>0.288590604026845</c:v>
                </c:pt>
                <c:pt idx="6096">
                  <c:v>0.3215859030837</c:v>
                </c:pt>
                <c:pt idx="6097">
                  <c:v>0.37614678899082499</c:v>
                </c:pt>
                <c:pt idx="6098">
                  <c:v>0.38194444444444398</c:v>
                </c:pt>
                <c:pt idx="6099">
                  <c:v>0.38418079096045199</c:v>
                </c:pt>
                <c:pt idx="6100">
                  <c:v>0.108179419525065</c:v>
                </c:pt>
                <c:pt idx="6101">
                  <c:v>0.13246753246753201</c:v>
                </c:pt>
                <c:pt idx="6102">
                  <c:v>0.108235294117647</c:v>
                </c:pt>
                <c:pt idx="6103">
                  <c:v>0.12903225806451599</c:v>
                </c:pt>
                <c:pt idx="6104">
                  <c:v>0.243559718969555</c:v>
                </c:pt>
                <c:pt idx="6105">
                  <c:v>8.5790884718498606E-2</c:v>
                </c:pt>
                <c:pt idx="6106">
                  <c:v>0.14606741573033699</c:v>
                </c:pt>
                <c:pt idx="6107">
                  <c:v>0.180451127819548</c:v>
                </c:pt>
                <c:pt idx="6108">
                  <c:v>0.16666666666666599</c:v>
                </c:pt>
                <c:pt idx="6109">
                  <c:v>0.17456359102244301</c:v>
                </c:pt>
                <c:pt idx="6110">
                  <c:v>0.17456359102244301</c:v>
                </c:pt>
                <c:pt idx="6111">
                  <c:v>0.121428571428571</c:v>
                </c:pt>
                <c:pt idx="6112">
                  <c:v>0.195250659630606</c:v>
                </c:pt>
                <c:pt idx="6113">
                  <c:v>0.144859813084112</c:v>
                </c:pt>
                <c:pt idx="6114">
                  <c:v>0.13704496788008499</c:v>
                </c:pt>
                <c:pt idx="6115">
                  <c:v>0.10379746835443</c:v>
                </c:pt>
                <c:pt idx="6116">
                  <c:v>0.12686567164179099</c:v>
                </c:pt>
                <c:pt idx="6117">
                  <c:v>0.158567774936061</c:v>
                </c:pt>
                <c:pt idx="6118">
                  <c:v>0.25786163522012501</c:v>
                </c:pt>
                <c:pt idx="6119">
                  <c:v>0.22075055187637899</c:v>
                </c:pt>
                <c:pt idx="6120">
                  <c:v>0.18526785714285701</c:v>
                </c:pt>
                <c:pt idx="6121">
                  <c:v>0.212719298245614</c:v>
                </c:pt>
                <c:pt idx="6122">
                  <c:v>0.17416829745596801</c:v>
                </c:pt>
                <c:pt idx="6123">
                  <c:v>0.197318007662835</c:v>
                </c:pt>
                <c:pt idx="6124">
                  <c:v>0.31141199226305599</c:v>
                </c:pt>
                <c:pt idx="6125">
                  <c:v>0.15909090909090901</c:v>
                </c:pt>
                <c:pt idx="6126">
                  <c:v>0.212290502793296</c:v>
                </c:pt>
                <c:pt idx="6127">
                  <c:v>0.26315789473684198</c:v>
                </c:pt>
                <c:pt idx="6128">
                  <c:v>0.24254473161033699</c:v>
                </c:pt>
                <c:pt idx="6129">
                  <c:v>0.255230125523012</c:v>
                </c:pt>
                <c:pt idx="6130">
                  <c:v>0.255230125523012</c:v>
                </c:pt>
                <c:pt idx="6131">
                  <c:v>0.185770750988142</c:v>
                </c:pt>
                <c:pt idx="6132">
                  <c:v>0.28000000000000003</c:v>
                </c:pt>
                <c:pt idx="6133">
                  <c:v>0.213592233009708</c:v>
                </c:pt>
                <c:pt idx="6134">
                  <c:v>0.2</c:v>
                </c:pt>
                <c:pt idx="6135">
                  <c:v>0.17659574468085101</c:v>
                </c:pt>
                <c:pt idx="6136">
                  <c:v>0.20250521920667999</c:v>
                </c:pt>
                <c:pt idx="6137">
                  <c:v>0.24137931034482701</c:v>
                </c:pt>
                <c:pt idx="6138">
                  <c:v>0.30546075085324198</c:v>
                </c:pt>
                <c:pt idx="6139">
                  <c:v>0.28363636363636302</c:v>
                </c:pt>
                <c:pt idx="6140">
                  <c:v>0.21588089330024801</c:v>
                </c:pt>
                <c:pt idx="6141">
                  <c:v>0.24694376528117301</c:v>
                </c:pt>
                <c:pt idx="6142">
                  <c:v>0.20742358078602599</c:v>
                </c:pt>
                <c:pt idx="6143">
                  <c:v>0.228144989339019</c:v>
                </c:pt>
                <c:pt idx="6144">
                  <c:v>0.382743362831858</c:v>
                </c:pt>
                <c:pt idx="6145">
                  <c:v>0.18639798488664899</c:v>
                </c:pt>
                <c:pt idx="6146">
                  <c:v>0.255230125523012</c:v>
                </c:pt>
                <c:pt idx="6147">
                  <c:v>0.30732860520094502</c:v>
                </c:pt>
                <c:pt idx="6148">
                  <c:v>0.28571428571428498</c:v>
                </c:pt>
                <c:pt idx="6149">
                  <c:v>0.30117647058823499</c:v>
                </c:pt>
                <c:pt idx="6150">
                  <c:v>0.30117647058823499</c:v>
                </c:pt>
                <c:pt idx="6151">
                  <c:v>0.228888888888888</c:v>
                </c:pt>
                <c:pt idx="6152">
                  <c:v>0.33082706766917203</c:v>
                </c:pt>
                <c:pt idx="6153">
                  <c:v>0.246753246753246</c:v>
                </c:pt>
                <c:pt idx="6154">
                  <c:v>0.232741617357001</c:v>
                </c:pt>
                <c:pt idx="6155">
                  <c:v>0.205673758865248</c:v>
                </c:pt>
                <c:pt idx="6156">
                  <c:v>0.23488372093023199</c:v>
                </c:pt>
                <c:pt idx="6157">
                  <c:v>0.27951807228915598</c:v>
                </c:pt>
                <c:pt idx="6158">
                  <c:v>0.37087378640776603</c:v>
                </c:pt>
                <c:pt idx="6159">
                  <c:v>0.34226804123711302</c:v>
                </c:pt>
                <c:pt idx="6160">
                  <c:v>0.20283018867924499</c:v>
                </c:pt>
                <c:pt idx="6161">
                  <c:v>0.23201856148491801</c:v>
                </c:pt>
                <c:pt idx="6162">
                  <c:v>0.19254658385093101</c:v>
                </c:pt>
                <c:pt idx="6163">
                  <c:v>0.21457489878542499</c:v>
                </c:pt>
                <c:pt idx="6164">
                  <c:v>0.34782608695652101</c:v>
                </c:pt>
                <c:pt idx="6165">
                  <c:v>0.17505995203836899</c:v>
                </c:pt>
                <c:pt idx="6166">
                  <c:v>0.237623762376237</c:v>
                </c:pt>
                <c:pt idx="6167">
                  <c:v>0.288590604026845</c:v>
                </c:pt>
                <c:pt idx="6168">
                  <c:v>0.268498942917547</c:v>
                </c:pt>
                <c:pt idx="6169">
                  <c:v>0.28285077951002202</c:v>
                </c:pt>
                <c:pt idx="6170">
                  <c:v>0.28285077951002202</c:v>
                </c:pt>
                <c:pt idx="6171">
                  <c:v>0.21008403361344499</c:v>
                </c:pt>
                <c:pt idx="6172">
                  <c:v>0.31042654028436001</c:v>
                </c:pt>
                <c:pt idx="6173">
                  <c:v>0.232032854209445</c:v>
                </c:pt>
                <c:pt idx="6174">
                  <c:v>0.21910112359550499</c:v>
                </c:pt>
                <c:pt idx="6175">
                  <c:v>0.193258426966292</c:v>
                </c:pt>
                <c:pt idx="6176">
                  <c:v>0.22075055187637899</c:v>
                </c:pt>
                <c:pt idx="6177">
                  <c:v>0.26255707762557001</c:v>
                </c:pt>
                <c:pt idx="6178">
                  <c:v>0.34124087591240798</c:v>
                </c:pt>
                <c:pt idx="6179">
                  <c:v>0.316504854368932</c:v>
                </c:pt>
                <c:pt idx="6180">
                  <c:v>0.21588089330024801</c:v>
                </c:pt>
                <c:pt idx="6181">
                  <c:v>0.24694376528117301</c:v>
                </c:pt>
                <c:pt idx="6182">
                  <c:v>0.20479302832244001</c:v>
                </c:pt>
                <c:pt idx="6183">
                  <c:v>0.228144989339019</c:v>
                </c:pt>
                <c:pt idx="6184">
                  <c:v>0.376651982378854</c:v>
                </c:pt>
                <c:pt idx="6185">
                  <c:v>0.18639798488664899</c:v>
                </c:pt>
                <c:pt idx="6186">
                  <c:v>0.25260960334029198</c:v>
                </c:pt>
                <c:pt idx="6187">
                  <c:v>0.30732860520094502</c:v>
                </c:pt>
                <c:pt idx="6188">
                  <c:v>0.28571428571428498</c:v>
                </c:pt>
                <c:pt idx="6189">
                  <c:v>0.30117647058823499</c:v>
                </c:pt>
                <c:pt idx="6190">
                  <c:v>0.30117647058823499</c:v>
                </c:pt>
                <c:pt idx="6191">
                  <c:v>0.223451327433628</c:v>
                </c:pt>
                <c:pt idx="6192">
                  <c:v>0.33082706766917203</c:v>
                </c:pt>
                <c:pt idx="6193">
                  <c:v>0.246753246753246</c:v>
                </c:pt>
                <c:pt idx="6194">
                  <c:v>0.232741617357001</c:v>
                </c:pt>
                <c:pt idx="6195">
                  <c:v>0.205673758865248</c:v>
                </c:pt>
                <c:pt idx="6196">
                  <c:v>0.23488372093023199</c:v>
                </c:pt>
                <c:pt idx="6197">
                  <c:v>0.27951807228915598</c:v>
                </c:pt>
                <c:pt idx="6198">
                  <c:v>0.36821705426356499</c:v>
                </c:pt>
                <c:pt idx="6199">
                  <c:v>0.34226804123711302</c:v>
                </c:pt>
                <c:pt idx="6200">
                  <c:v>0.21287128712871201</c:v>
                </c:pt>
                <c:pt idx="6201">
                  <c:v>0.24390243902438999</c:v>
                </c:pt>
                <c:pt idx="6202">
                  <c:v>0.20217391304347801</c:v>
                </c:pt>
                <c:pt idx="6203">
                  <c:v>0.22553191489361701</c:v>
                </c:pt>
                <c:pt idx="6204">
                  <c:v>0.36761487964988998</c:v>
                </c:pt>
                <c:pt idx="6205">
                  <c:v>0.183417085427135</c:v>
                </c:pt>
                <c:pt idx="6206">
                  <c:v>0.25</c:v>
                </c:pt>
                <c:pt idx="6207">
                  <c:v>0.304245283018867</c:v>
                </c:pt>
                <c:pt idx="6208">
                  <c:v>0.28285077951002202</c:v>
                </c:pt>
                <c:pt idx="6209">
                  <c:v>0.298122065727699</c:v>
                </c:pt>
                <c:pt idx="6210">
                  <c:v>0.298122065727699</c:v>
                </c:pt>
                <c:pt idx="6211">
                  <c:v>0.22075055187637899</c:v>
                </c:pt>
                <c:pt idx="6212">
                  <c:v>0.32750000000000001</c:v>
                </c:pt>
                <c:pt idx="6213">
                  <c:v>0.24406047516198701</c:v>
                </c:pt>
                <c:pt idx="6214">
                  <c:v>0.23031496062992099</c:v>
                </c:pt>
                <c:pt idx="6215">
                  <c:v>0.20283018867924499</c:v>
                </c:pt>
                <c:pt idx="6216">
                  <c:v>0.23201856148491801</c:v>
                </c:pt>
                <c:pt idx="6217">
                  <c:v>0.27644230769230699</c:v>
                </c:pt>
                <c:pt idx="6218">
                  <c:v>0.360308285163776</c:v>
                </c:pt>
                <c:pt idx="6219">
                  <c:v>0.33401639344262202</c:v>
                </c:pt>
                <c:pt idx="6220">
                  <c:v>0.15839243498817901</c:v>
                </c:pt>
                <c:pt idx="6221">
                  <c:v>0.186046511627906</c:v>
                </c:pt>
                <c:pt idx="6222">
                  <c:v>0.149688149688149</c:v>
                </c:pt>
                <c:pt idx="6223">
                  <c:v>0.17551020408163201</c:v>
                </c:pt>
                <c:pt idx="6224">
                  <c:v>0.28336755646817202</c:v>
                </c:pt>
                <c:pt idx="6225">
                  <c:v>0.13221153846153799</c:v>
                </c:pt>
                <c:pt idx="6226">
                  <c:v>0.183431952662721</c:v>
                </c:pt>
                <c:pt idx="6227">
                  <c:v>0.234375</c:v>
                </c:pt>
                <c:pt idx="6228">
                  <c:v>0.21263157894736801</c:v>
                </c:pt>
                <c:pt idx="6229">
                  <c:v>0.223451327433628</c:v>
                </c:pt>
                <c:pt idx="6230">
                  <c:v>0.223451327433628</c:v>
                </c:pt>
                <c:pt idx="6231">
                  <c:v>0.15690376569037601</c:v>
                </c:pt>
                <c:pt idx="6232">
                  <c:v>0.24647887323943601</c:v>
                </c:pt>
                <c:pt idx="6233">
                  <c:v>0.18518518518518501</c:v>
                </c:pt>
                <c:pt idx="6234">
                  <c:v>0.177024482109227</c:v>
                </c:pt>
                <c:pt idx="6235">
                  <c:v>0.15124153498871301</c:v>
                </c:pt>
                <c:pt idx="6236">
                  <c:v>0.17738359201773801</c:v>
                </c:pt>
                <c:pt idx="6237">
                  <c:v>0.21510297482837501</c:v>
                </c:pt>
                <c:pt idx="6238">
                  <c:v>0.28832116788321099</c:v>
                </c:pt>
                <c:pt idx="6239">
                  <c:v>0.25675675675675602</c:v>
                </c:pt>
                <c:pt idx="6240">
                  <c:v>0.22337662337662301</c:v>
                </c:pt>
                <c:pt idx="6241">
                  <c:v>0.256410256410256</c:v>
                </c:pt>
                <c:pt idx="6242">
                  <c:v>0.21510297482837501</c:v>
                </c:pt>
                <c:pt idx="6243">
                  <c:v>0.23713646532438401</c:v>
                </c:pt>
                <c:pt idx="6244">
                  <c:v>0.39534883720930197</c:v>
                </c:pt>
                <c:pt idx="6245">
                  <c:v>0.192105263157894</c:v>
                </c:pt>
                <c:pt idx="6246">
                  <c:v>0.26039387308533901</c:v>
                </c:pt>
                <c:pt idx="6247">
                  <c:v>0.32089552238805902</c:v>
                </c:pt>
                <c:pt idx="6248">
                  <c:v>0.29508196721311403</c:v>
                </c:pt>
                <c:pt idx="6249">
                  <c:v>0.31435643564356403</c:v>
                </c:pt>
                <c:pt idx="6250">
                  <c:v>0.31111111111111101</c:v>
                </c:pt>
                <c:pt idx="6251">
                  <c:v>0.23488372093023199</c:v>
                </c:pt>
                <c:pt idx="6252">
                  <c:v>0.328125</c:v>
                </c:pt>
                <c:pt idx="6253">
                  <c:v>0.25396825396825301</c:v>
                </c:pt>
                <c:pt idx="6254">
                  <c:v>0.24223602484472001</c:v>
                </c:pt>
                <c:pt idx="6255">
                  <c:v>0.21287128712871201</c:v>
                </c:pt>
                <c:pt idx="6256">
                  <c:v>0.24390243902438999</c:v>
                </c:pt>
                <c:pt idx="6257">
                  <c:v>0.291139240506329</c:v>
                </c:pt>
                <c:pt idx="6258">
                  <c:v>0.380855397148676</c:v>
                </c:pt>
                <c:pt idx="6259">
                  <c:v>0.34989200863930803</c:v>
                </c:pt>
                <c:pt idx="6260">
                  <c:v>0.186046511627906</c:v>
                </c:pt>
                <c:pt idx="6261">
                  <c:v>0.209567198177676</c:v>
                </c:pt>
                <c:pt idx="6262">
                  <c:v>0.17551020408163201</c:v>
                </c:pt>
                <c:pt idx="6263">
                  <c:v>0.19521912350597601</c:v>
                </c:pt>
                <c:pt idx="6264">
                  <c:v>0.3125</c:v>
                </c:pt>
                <c:pt idx="6265">
                  <c:v>0.15839243498817901</c:v>
                </c:pt>
                <c:pt idx="6266">
                  <c:v>0.21124031007751901</c:v>
                </c:pt>
                <c:pt idx="6267">
                  <c:v>0.25490196078431299</c:v>
                </c:pt>
                <c:pt idx="6268">
                  <c:v>0.23711340206185499</c:v>
                </c:pt>
                <c:pt idx="6269">
                  <c:v>0.24945770065075901</c:v>
                </c:pt>
                <c:pt idx="6270">
                  <c:v>0.24945770065075901</c:v>
                </c:pt>
                <c:pt idx="6271">
                  <c:v>0.18518518518518501</c:v>
                </c:pt>
                <c:pt idx="6272">
                  <c:v>0.280092592592592</c:v>
                </c:pt>
                <c:pt idx="6273">
                  <c:v>0.20481927710843301</c:v>
                </c:pt>
                <c:pt idx="6274">
                  <c:v>0.19669117647058801</c:v>
                </c:pt>
                <c:pt idx="6275">
                  <c:v>0.17738359201773801</c:v>
                </c:pt>
                <c:pt idx="6276">
                  <c:v>0.19956616052060699</c:v>
                </c:pt>
                <c:pt idx="6277">
                  <c:v>0.234375</c:v>
                </c:pt>
                <c:pt idx="6278">
                  <c:v>0.31016042780748598</c:v>
                </c:pt>
                <c:pt idx="6279">
                  <c:v>0.28166351606805201</c:v>
                </c:pt>
                <c:pt idx="6280">
                  <c:v>0.164210526315789</c:v>
                </c:pt>
                <c:pt idx="6281">
                  <c:v>0.187628865979381</c:v>
                </c:pt>
                <c:pt idx="6282">
                  <c:v>0.157407407407407</c:v>
                </c:pt>
                <c:pt idx="6283">
                  <c:v>0.175090252707581</c:v>
                </c:pt>
                <c:pt idx="6284">
                  <c:v>0.28832116788321099</c:v>
                </c:pt>
                <c:pt idx="6285">
                  <c:v>0.14193548387096699</c:v>
                </c:pt>
                <c:pt idx="6286">
                  <c:v>0.19366197183098499</c:v>
                </c:pt>
                <c:pt idx="6287">
                  <c:v>0.232741617357001</c:v>
                </c:pt>
                <c:pt idx="6288">
                  <c:v>0.21682242990654199</c:v>
                </c:pt>
                <c:pt idx="6289">
                  <c:v>0.227897838899803</c:v>
                </c:pt>
                <c:pt idx="6290">
                  <c:v>0.227897838899803</c:v>
                </c:pt>
                <c:pt idx="6291">
                  <c:v>0.17260787992495299</c:v>
                </c:pt>
                <c:pt idx="6292">
                  <c:v>0.25</c:v>
                </c:pt>
                <c:pt idx="6293">
                  <c:v>0.19012797074954199</c:v>
                </c:pt>
                <c:pt idx="6294">
                  <c:v>0.17863105175292099</c:v>
                </c:pt>
                <c:pt idx="6295">
                  <c:v>0.156626506024096</c:v>
                </c:pt>
                <c:pt idx="6296">
                  <c:v>0.17878192534381099</c:v>
                </c:pt>
                <c:pt idx="6297">
                  <c:v>0.21212121212121199</c:v>
                </c:pt>
                <c:pt idx="6298">
                  <c:v>0.28594507269789898</c:v>
                </c:pt>
                <c:pt idx="6299">
                  <c:v>0.26072041166380699</c:v>
                </c:pt>
                <c:pt idx="6300">
                  <c:v>0.12686567164179099</c:v>
                </c:pt>
                <c:pt idx="6301">
                  <c:v>0.15158924205378899</c:v>
                </c:pt>
                <c:pt idx="6302">
                  <c:v>0.12582781456953601</c:v>
                </c:pt>
                <c:pt idx="6303">
                  <c:v>0.146868250539956</c:v>
                </c:pt>
                <c:pt idx="6304">
                  <c:v>0.26315789473684198</c:v>
                </c:pt>
                <c:pt idx="6305">
                  <c:v>0.10379746835443</c:v>
                </c:pt>
                <c:pt idx="6306">
                  <c:v>0.164210526315789</c:v>
                </c:pt>
                <c:pt idx="6307">
                  <c:v>0.2</c:v>
                </c:pt>
                <c:pt idx="6308">
                  <c:v>0.18526785714285701</c:v>
                </c:pt>
                <c:pt idx="6309">
                  <c:v>0.19437939110070199</c:v>
                </c:pt>
                <c:pt idx="6310">
                  <c:v>0.19437939110070199</c:v>
                </c:pt>
                <c:pt idx="6311">
                  <c:v>0.14093959731543601</c:v>
                </c:pt>
                <c:pt idx="6312">
                  <c:v>0.21588089330024801</c:v>
                </c:pt>
                <c:pt idx="6313">
                  <c:v>0.16447368421052599</c:v>
                </c:pt>
                <c:pt idx="6314">
                  <c:v>0.152</c:v>
                </c:pt>
                <c:pt idx="6315">
                  <c:v>0.121428571428571</c:v>
                </c:pt>
                <c:pt idx="6316">
                  <c:v>0.144859813084112</c:v>
                </c:pt>
                <c:pt idx="6317">
                  <c:v>0.177884615384615</c:v>
                </c:pt>
                <c:pt idx="6318">
                  <c:v>0.27397260273972601</c:v>
                </c:pt>
                <c:pt idx="6319">
                  <c:v>0.23711340206185499</c:v>
                </c:pt>
                <c:pt idx="6320">
                  <c:v>0.15158924205378899</c:v>
                </c:pt>
                <c:pt idx="6321">
                  <c:v>0.177884615384615</c:v>
                </c:pt>
                <c:pt idx="6322">
                  <c:v>0.14935064935064901</c:v>
                </c:pt>
                <c:pt idx="6323">
                  <c:v>0.16913319238900601</c:v>
                </c:pt>
                <c:pt idx="6324">
                  <c:v>0.29589632829373602</c:v>
                </c:pt>
                <c:pt idx="6325">
                  <c:v>0.12686567164179099</c:v>
                </c:pt>
                <c:pt idx="6326">
                  <c:v>0.19008264462809901</c:v>
                </c:pt>
                <c:pt idx="6327">
                  <c:v>0.22916666666666599</c:v>
                </c:pt>
                <c:pt idx="6328">
                  <c:v>0.212719298245614</c:v>
                </c:pt>
                <c:pt idx="6329">
                  <c:v>0.223502304147465</c:v>
                </c:pt>
                <c:pt idx="6330">
                  <c:v>0.223502304147465</c:v>
                </c:pt>
                <c:pt idx="6331">
                  <c:v>0.16703296703296699</c:v>
                </c:pt>
                <c:pt idx="6332">
                  <c:v>0.24694376528117301</c:v>
                </c:pt>
                <c:pt idx="6333">
                  <c:v>0.186695278969957</c:v>
                </c:pt>
                <c:pt idx="6334">
                  <c:v>0.17416829745596801</c:v>
                </c:pt>
                <c:pt idx="6335">
                  <c:v>0.144859813084112</c:v>
                </c:pt>
                <c:pt idx="6336">
                  <c:v>0.16972477064220101</c:v>
                </c:pt>
                <c:pt idx="6337">
                  <c:v>0.205673758865248</c:v>
                </c:pt>
                <c:pt idx="6338">
                  <c:v>0.301343570057581</c:v>
                </c:pt>
                <c:pt idx="6339">
                  <c:v>0.26518218623481699</c:v>
                </c:pt>
                <c:pt idx="6340">
                  <c:v>0.18639798488664899</c:v>
                </c:pt>
                <c:pt idx="6341">
                  <c:v>0.21588089330024801</c:v>
                </c:pt>
                <c:pt idx="6342">
                  <c:v>0.18262806236080101</c:v>
                </c:pt>
                <c:pt idx="6343">
                  <c:v>0.20217391304347801</c:v>
                </c:pt>
                <c:pt idx="6344">
                  <c:v>0.348314606741573</c:v>
                </c:pt>
                <c:pt idx="6345">
                  <c:v>0.158567774936061</c:v>
                </c:pt>
                <c:pt idx="6346">
                  <c:v>0.228144989339019</c:v>
                </c:pt>
                <c:pt idx="6347">
                  <c:v>0.27338129496402802</c:v>
                </c:pt>
                <c:pt idx="6348">
                  <c:v>0.25396825396825301</c:v>
                </c:pt>
                <c:pt idx="6349">
                  <c:v>0.26730310262529799</c:v>
                </c:pt>
                <c:pt idx="6350">
                  <c:v>0.26730310262529799</c:v>
                </c:pt>
                <c:pt idx="6351">
                  <c:v>0.20408163265306101</c:v>
                </c:pt>
                <c:pt idx="6352">
                  <c:v>0.294416243654822</c:v>
                </c:pt>
                <c:pt idx="6353">
                  <c:v>0.22075055187637899</c:v>
                </c:pt>
                <c:pt idx="6354">
                  <c:v>0.207243460764587</c:v>
                </c:pt>
                <c:pt idx="6355">
                  <c:v>0.177884615384615</c:v>
                </c:pt>
                <c:pt idx="6356">
                  <c:v>0.205673758865248</c:v>
                </c:pt>
                <c:pt idx="6357">
                  <c:v>0.24694376528117301</c:v>
                </c:pt>
                <c:pt idx="6358">
                  <c:v>0.34791252485089402</c:v>
                </c:pt>
                <c:pt idx="6359">
                  <c:v>0.310272536687631</c:v>
                </c:pt>
                <c:pt idx="6360">
                  <c:v>0.32696390658174002</c:v>
                </c:pt>
                <c:pt idx="6361">
                  <c:v>0.35625000000000001</c:v>
                </c:pt>
                <c:pt idx="6362">
                  <c:v>0.293040293040293</c:v>
                </c:pt>
                <c:pt idx="6363">
                  <c:v>0.31484794275491901</c:v>
                </c:pt>
                <c:pt idx="6364">
                  <c:v>0.37716262975778497</c:v>
                </c:pt>
                <c:pt idx="6365">
                  <c:v>0.29589632829373602</c:v>
                </c:pt>
                <c:pt idx="6366">
                  <c:v>0.32582322357019</c:v>
                </c:pt>
                <c:pt idx="6367">
                  <c:v>0.40357852882703699</c:v>
                </c:pt>
                <c:pt idx="6368">
                  <c:v>0.36871508379888202</c:v>
                </c:pt>
                <c:pt idx="6369">
                  <c:v>0.39525691699604698</c:v>
                </c:pt>
                <c:pt idx="6370">
                  <c:v>0.38976377952755897</c:v>
                </c:pt>
                <c:pt idx="6371">
                  <c:v>0.30983302411873798</c:v>
                </c:pt>
                <c:pt idx="6372">
                  <c:v>0.433403805496828</c:v>
                </c:pt>
                <c:pt idx="6373">
                  <c:v>0.329113924050632</c:v>
                </c:pt>
                <c:pt idx="6374">
                  <c:v>0.313531353135313</c:v>
                </c:pt>
                <c:pt idx="6375">
                  <c:v>0.309859154929577</c:v>
                </c:pt>
                <c:pt idx="6376">
                  <c:v>0.33727810650887502</c:v>
                </c:pt>
                <c:pt idx="6377">
                  <c:v>0.38367346938775498</c:v>
                </c:pt>
                <c:pt idx="6378">
                  <c:v>0.33582089552238797</c:v>
                </c:pt>
                <c:pt idx="6379">
                  <c:v>0.36184210526315702</c:v>
                </c:pt>
                <c:pt idx="6380">
                  <c:v>0.26593406593406499</c:v>
                </c:pt>
                <c:pt idx="6381">
                  <c:v>0.29589632829373602</c:v>
                </c:pt>
                <c:pt idx="6382">
                  <c:v>0.24474187380497101</c:v>
                </c:pt>
                <c:pt idx="6383">
                  <c:v>0.26728971962616799</c:v>
                </c:pt>
                <c:pt idx="6384">
                  <c:v>0.37898686679174398</c:v>
                </c:pt>
                <c:pt idx="6385">
                  <c:v>0.23713646532438401</c:v>
                </c:pt>
                <c:pt idx="6386">
                  <c:v>0.28832116788321099</c:v>
                </c:pt>
                <c:pt idx="6387">
                  <c:v>0.35343035343035301</c:v>
                </c:pt>
                <c:pt idx="6388">
                  <c:v>0.32681017612524399</c:v>
                </c:pt>
                <c:pt idx="6389">
                  <c:v>0.34782608695652101</c:v>
                </c:pt>
                <c:pt idx="6390">
                  <c:v>0.34504132231404899</c:v>
                </c:pt>
                <c:pt idx="6391">
                  <c:v>0.26162790697674398</c:v>
                </c:pt>
                <c:pt idx="6392">
                  <c:v>0.37061403508771901</c:v>
                </c:pt>
                <c:pt idx="6393">
                  <c:v>0.28409090909090901</c:v>
                </c:pt>
                <c:pt idx="6394">
                  <c:v>0.26943005181347102</c:v>
                </c:pt>
                <c:pt idx="6395">
                  <c:v>0.25260960334029198</c:v>
                </c:pt>
                <c:pt idx="6396">
                  <c:v>0.28073770491803202</c:v>
                </c:pt>
                <c:pt idx="6397">
                  <c:v>0.32696390658174002</c:v>
                </c:pt>
                <c:pt idx="6398">
                  <c:v>0.35960591133004899</c:v>
                </c:pt>
                <c:pt idx="6399">
                  <c:v>0.35398230088495503</c:v>
                </c:pt>
                <c:pt idx="6400">
                  <c:v>0.155612244897959</c:v>
                </c:pt>
                <c:pt idx="6401">
                  <c:v>0.183417085427135</c:v>
                </c:pt>
                <c:pt idx="6402">
                  <c:v>0.15124153498871301</c:v>
                </c:pt>
                <c:pt idx="6403">
                  <c:v>0.17477876106194601</c:v>
                </c:pt>
                <c:pt idx="6404">
                  <c:v>0.29438202247190998</c:v>
                </c:pt>
                <c:pt idx="6405">
                  <c:v>0.12953367875647601</c:v>
                </c:pt>
                <c:pt idx="6406">
                  <c:v>0.19181034482758599</c:v>
                </c:pt>
                <c:pt idx="6407">
                  <c:v>0.237864077669902</c:v>
                </c:pt>
                <c:pt idx="6408">
                  <c:v>0.21788990825688001</c:v>
                </c:pt>
                <c:pt idx="6409">
                  <c:v>0.231884057971014</c:v>
                </c:pt>
                <c:pt idx="6410">
                  <c:v>0.22891566265060201</c:v>
                </c:pt>
                <c:pt idx="6411">
                  <c:v>0.16704805491990801</c:v>
                </c:pt>
                <c:pt idx="6412">
                  <c:v>0.256410256410256</c:v>
                </c:pt>
                <c:pt idx="6413">
                  <c:v>0.193258426966292</c:v>
                </c:pt>
                <c:pt idx="6414">
                  <c:v>0.18032786885245899</c:v>
                </c:pt>
                <c:pt idx="6415">
                  <c:v>0.14878048780487799</c:v>
                </c:pt>
                <c:pt idx="6416">
                  <c:v>0.17505995203836899</c:v>
                </c:pt>
                <c:pt idx="6417">
                  <c:v>0.21287128712871201</c:v>
                </c:pt>
                <c:pt idx="6418">
                  <c:v>0.30199999999999999</c:v>
                </c:pt>
                <c:pt idx="6419">
                  <c:v>0.265822784810126</c:v>
                </c:pt>
                <c:pt idx="6420">
                  <c:v>0.183417085427135</c:v>
                </c:pt>
                <c:pt idx="6421">
                  <c:v>0.21287128712871201</c:v>
                </c:pt>
                <c:pt idx="6422">
                  <c:v>0.17738359201773801</c:v>
                </c:pt>
                <c:pt idx="6423">
                  <c:v>0.19956616052060699</c:v>
                </c:pt>
                <c:pt idx="6424">
                  <c:v>0.33037694013303698</c:v>
                </c:pt>
                <c:pt idx="6425">
                  <c:v>0.155612244897959</c:v>
                </c:pt>
                <c:pt idx="6426">
                  <c:v>0.22033898305084701</c:v>
                </c:pt>
                <c:pt idx="6427">
                  <c:v>0.27033492822966498</c:v>
                </c:pt>
                <c:pt idx="6428">
                  <c:v>0.24830699774266299</c:v>
                </c:pt>
                <c:pt idx="6429">
                  <c:v>0.26428571428571401</c:v>
                </c:pt>
                <c:pt idx="6430">
                  <c:v>0.26128266033254099</c:v>
                </c:pt>
                <c:pt idx="6431">
                  <c:v>0.195945945945945</c:v>
                </c:pt>
                <c:pt idx="6432">
                  <c:v>0.291139240506329</c:v>
                </c:pt>
                <c:pt idx="6433">
                  <c:v>0.21806167400880999</c:v>
                </c:pt>
                <c:pt idx="6434">
                  <c:v>0.20481927710843301</c:v>
                </c:pt>
                <c:pt idx="6435">
                  <c:v>0.17505995203836899</c:v>
                </c:pt>
                <c:pt idx="6436">
                  <c:v>0.20283018867924499</c:v>
                </c:pt>
                <c:pt idx="6437">
                  <c:v>0.24390243902438999</c:v>
                </c:pt>
                <c:pt idx="6438">
                  <c:v>0.33202357563850599</c:v>
                </c:pt>
                <c:pt idx="6439">
                  <c:v>0.29668049792531098</c:v>
                </c:pt>
                <c:pt idx="6440">
                  <c:v>0.15909090909090901</c:v>
                </c:pt>
                <c:pt idx="6441">
                  <c:v>0.18526785714285701</c:v>
                </c:pt>
                <c:pt idx="6442">
                  <c:v>0.152</c:v>
                </c:pt>
                <c:pt idx="6443">
                  <c:v>0.17416829745596801</c:v>
                </c:pt>
                <c:pt idx="6444">
                  <c:v>0.27647058823529402</c:v>
                </c:pt>
                <c:pt idx="6445">
                  <c:v>0.134259259259259</c:v>
                </c:pt>
                <c:pt idx="6446">
                  <c:v>0.18595825426944901</c:v>
                </c:pt>
                <c:pt idx="6447">
                  <c:v>0.23340471092077</c:v>
                </c:pt>
                <c:pt idx="6448">
                  <c:v>0.21212121212121199</c:v>
                </c:pt>
                <c:pt idx="6449">
                  <c:v>0.22553191489361701</c:v>
                </c:pt>
                <c:pt idx="6450">
                  <c:v>0.22292993630573199</c:v>
                </c:pt>
                <c:pt idx="6451">
                  <c:v>0.163636363636363</c:v>
                </c:pt>
                <c:pt idx="6452">
                  <c:v>0.25113122171945701</c:v>
                </c:pt>
                <c:pt idx="6453">
                  <c:v>0.19047619047618999</c:v>
                </c:pt>
                <c:pt idx="6454">
                  <c:v>0.177215189873417</c:v>
                </c:pt>
                <c:pt idx="6455">
                  <c:v>0.15184381778741801</c:v>
                </c:pt>
                <c:pt idx="6456">
                  <c:v>0.17659574468085101</c:v>
                </c:pt>
                <c:pt idx="6457">
                  <c:v>0.212719298245614</c:v>
                </c:pt>
                <c:pt idx="6458">
                  <c:v>0.28048780487804797</c:v>
                </c:pt>
                <c:pt idx="6459">
                  <c:v>0.25092250922509202</c:v>
                </c:pt>
                <c:pt idx="6460">
                  <c:v>0.18262806236080101</c:v>
                </c:pt>
                <c:pt idx="6461">
                  <c:v>0.20742358078602599</c:v>
                </c:pt>
                <c:pt idx="6462">
                  <c:v>0.17416829745596801</c:v>
                </c:pt>
                <c:pt idx="6463">
                  <c:v>0.19274809160305301</c:v>
                </c:pt>
                <c:pt idx="6464">
                  <c:v>0.30384615384615299</c:v>
                </c:pt>
                <c:pt idx="6465">
                  <c:v>0.156462585034013</c:v>
                </c:pt>
                <c:pt idx="6466">
                  <c:v>0.21003717472118899</c:v>
                </c:pt>
                <c:pt idx="6467">
                  <c:v>0.255230125523012</c:v>
                </c:pt>
                <c:pt idx="6468">
                  <c:v>0.235177865612648</c:v>
                </c:pt>
                <c:pt idx="6469">
                  <c:v>0.25</c:v>
                </c:pt>
                <c:pt idx="6470">
                  <c:v>0.247401247401247</c:v>
                </c:pt>
                <c:pt idx="6471">
                  <c:v>0.18811881188118801</c:v>
                </c:pt>
                <c:pt idx="6472">
                  <c:v>0.28000000000000003</c:v>
                </c:pt>
                <c:pt idx="6473">
                  <c:v>0.20889748549323001</c:v>
                </c:pt>
                <c:pt idx="6474">
                  <c:v>0.19576719576719501</c:v>
                </c:pt>
                <c:pt idx="6475">
                  <c:v>0.17409766454352399</c:v>
                </c:pt>
                <c:pt idx="6476">
                  <c:v>0.19750519750519699</c:v>
                </c:pt>
                <c:pt idx="6477">
                  <c:v>0.23340471092077</c:v>
                </c:pt>
                <c:pt idx="6478">
                  <c:v>0.30323679727427599</c:v>
                </c:pt>
                <c:pt idx="6479">
                  <c:v>0.27436823104693098</c:v>
                </c:pt>
                <c:pt idx="6480">
                  <c:v>0.33642691415313197</c:v>
                </c:pt>
                <c:pt idx="6481">
                  <c:v>0.37299771167048001</c:v>
                </c:pt>
                <c:pt idx="6482">
                  <c:v>0.304609218436873</c:v>
                </c:pt>
                <c:pt idx="6483">
                  <c:v>0.33202357563850599</c:v>
                </c:pt>
                <c:pt idx="6484">
                  <c:v>0.40267175572518998</c:v>
                </c:pt>
                <c:pt idx="6485">
                  <c:v>0.30117647058823499</c:v>
                </c:pt>
                <c:pt idx="6486">
                  <c:v>0.34476190476190399</c:v>
                </c:pt>
                <c:pt idx="6487">
                  <c:v>0.43708609271523102</c:v>
                </c:pt>
                <c:pt idx="6488">
                  <c:v>0.38934426229508101</c:v>
                </c:pt>
                <c:pt idx="6489">
                  <c:v>0.42139737991266302</c:v>
                </c:pt>
                <c:pt idx="6490">
                  <c:v>0.412147505422993</c:v>
                </c:pt>
                <c:pt idx="6491">
                  <c:v>0.32048681541582102</c:v>
                </c:pt>
                <c:pt idx="6492">
                  <c:v>0.46370023419203699</c:v>
                </c:pt>
                <c:pt idx="6493">
                  <c:v>0.34791252485089402</c:v>
                </c:pt>
                <c:pt idx="6494">
                  <c:v>0.33393829401088898</c:v>
                </c:pt>
                <c:pt idx="6495">
                  <c:v>0.31868131868131799</c:v>
                </c:pt>
                <c:pt idx="6496">
                  <c:v>0.35281385281385202</c:v>
                </c:pt>
                <c:pt idx="6497">
                  <c:v>0.41083521444695198</c:v>
                </c:pt>
                <c:pt idx="6498">
                  <c:v>0.38</c:v>
                </c:pt>
                <c:pt idx="6499">
                  <c:v>0.38336347197106602</c:v>
                </c:pt>
                <c:pt idx="6500">
                  <c:v>0.12953367875647601</c:v>
                </c:pt>
                <c:pt idx="6501">
                  <c:v>0.155612244897959</c:v>
                </c:pt>
                <c:pt idx="6502">
                  <c:v>0.126436781609195</c:v>
                </c:pt>
                <c:pt idx="6503">
                  <c:v>0.14864864864864799</c:v>
                </c:pt>
                <c:pt idx="6504">
                  <c:v>0.25968109339407702</c:v>
                </c:pt>
                <c:pt idx="6505">
                  <c:v>0.105263157894736</c:v>
                </c:pt>
                <c:pt idx="6506">
                  <c:v>0.16447368421052599</c:v>
                </c:pt>
                <c:pt idx="6507">
                  <c:v>0.20689655172413701</c:v>
                </c:pt>
                <c:pt idx="6508">
                  <c:v>0.188811188811188</c:v>
                </c:pt>
                <c:pt idx="6509">
                  <c:v>0.200980392156862</c:v>
                </c:pt>
                <c:pt idx="6510">
                  <c:v>0.19804400977995101</c:v>
                </c:pt>
                <c:pt idx="6511">
                  <c:v>0.13953488372093001</c:v>
                </c:pt>
                <c:pt idx="6512">
                  <c:v>0.22337662337662301</c:v>
                </c:pt>
                <c:pt idx="6513">
                  <c:v>0.164383561643835</c:v>
                </c:pt>
                <c:pt idx="6514">
                  <c:v>0.15690376569037601</c:v>
                </c:pt>
                <c:pt idx="6515">
                  <c:v>0.12406947890818799</c:v>
                </c:pt>
                <c:pt idx="6516">
                  <c:v>0.14878048780487799</c:v>
                </c:pt>
                <c:pt idx="6517">
                  <c:v>0.183417085427135</c:v>
                </c:pt>
                <c:pt idx="6518">
                  <c:v>0.27032520325203202</c:v>
                </c:pt>
                <c:pt idx="6519">
                  <c:v>0.23605150214592199</c:v>
                </c:pt>
                <c:pt idx="6520">
                  <c:v>0.21006564551422299</c:v>
                </c:pt>
                <c:pt idx="6521">
                  <c:v>0.238709677419354</c:v>
                </c:pt>
                <c:pt idx="6522">
                  <c:v>0.19502868068833601</c:v>
                </c:pt>
                <c:pt idx="6523">
                  <c:v>0.21910112359550499</c:v>
                </c:pt>
                <c:pt idx="6524">
                  <c:v>0.32706766917293201</c:v>
                </c:pt>
                <c:pt idx="6525">
                  <c:v>0.18262806236080101</c:v>
                </c:pt>
                <c:pt idx="6526">
                  <c:v>0.23049001814882</c:v>
                </c:pt>
                <c:pt idx="6527">
                  <c:v>0.29132231404958597</c:v>
                </c:pt>
                <c:pt idx="6528">
                  <c:v>0.26407766990291198</c:v>
                </c:pt>
                <c:pt idx="6529">
                  <c:v>0.28336755646817202</c:v>
                </c:pt>
                <c:pt idx="6530">
                  <c:v>0.27811860940695299</c:v>
                </c:pt>
                <c:pt idx="6531">
                  <c:v>0.20656370656370601</c:v>
                </c:pt>
                <c:pt idx="6532">
                  <c:v>0.31004366812227002</c:v>
                </c:pt>
                <c:pt idx="6533">
                  <c:v>0.23529411764705799</c:v>
                </c:pt>
                <c:pt idx="6534">
                  <c:v>0.22145328719723101</c:v>
                </c:pt>
                <c:pt idx="6535">
                  <c:v>0.2</c:v>
                </c:pt>
                <c:pt idx="6536">
                  <c:v>0.22699386503067401</c:v>
                </c:pt>
                <c:pt idx="6537">
                  <c:v>0.268498942917547</c:v>
                </c:pt>
                <c:pt idx="6538">
                  <c:v>0.31788079470198599</c:v>
                </c:pt>
                <c:pt idx="6539">
                  <c:v>0.298586572438162</c:v>
                </c:pt>
                <c:pt idx="6540">
                  <c:v>0.24390243902438999</c:v>
                </c:pt>
                <c:pt idx="6541">
                  <c:v>0.27644230769230699</c:v>
                </c:pt>
                <c:pt idx="6542">
                  <c:v>0.23076923076923</c:v>
                </c:pt>
                <c:pt idx="6543">
                  <c:v>0.25260960334029198</c:v>
                </c:pt>
                <c:pt idx="6544">
                  <c:v>0.39699570815450602</c:v>
                </c:pt>
                <c:pt idx="6545">
                  <c:v>0.21287128712871201</c:v>
                </c:pt>
                <c:pt idx="6546">
                  <c:v>0.27811860940695299</c:v>
                </c:pt>
                <c:pt idx="6547">
                  <c:v>0.33953488372092999</c:v>
                </c:pt>
                <c:pt idx="6548">
                  <c:v>0.31291028446389402</c:v>
                </c:pt>
                <c:pt idx="6549">
                  <c:v>0.33333333333333298</c:v>
                </c:pt>
                <c:pt idx="6550">
                  <c:v>0.33025404157043797</c:v>
                </c:pt>
                <c:pt idx="6551">
                  <c:v>0.25217391304347803</c:v>
                </c:pt>
                <c:pt idx="6552">
                  <c:v>0.36543209876543198</c:v>
                </c:pt>
                <c:pt idx="6553">
                  <c:v>0.27118644067796599</c:v>
                </c:pt>
                <c:pt idx="6554">
                  <c:v>0.25675675675675602</c:v>
                </c:pt>
                <c:pt idx="6555">
                  <c:v>0.23201856148491801</c:v>
                </c:pt>
                <c:pt idx="6556">
                  <c:v>0.26255707762557001</c:v>
                </c:pt>
                <c:pt idx="6557">
                  <c:v>0.31042654028436001</c:v>
                </c:pt>
                <c:pt idx="6558">
                  <c:v>0.38157894736842102</c:v>
                </c:pt>
                <c:pt idx="6559">
                  <c:v>0.36144578313253001</c:v>
                </c:pt>
                <c:pt idx="6560">
                  <c:v>0.22916666666666599</c:v>
                </c:pt>
                <c:pt idx="6561">
                  <c:v>0.25968109339407702</c:v>
                </c:pt>
                <c:pt idx="6562">
                  <c:v>0.21457489878542499</c:v>
                </c:pt>
                <c:pt idx="6563">
                  <c:v>0.237623762376237</c:v>
                </c:pt>
                <c:pt idx="6564">
                  <c:v>0.36144578313253001</c:v>
                </c:pt>
                <c:pt idx="6565">
                  <c:v>0.2</c:v>
                </c:pt>
                <c:pt idx="6566">
                  <c:v>0.25675675675675602</c:v>
                </c:pt>
                <c:pt idx="6567">
                  <c:v>0.31868131868131799</c:v>
                </c:pt>
                <c:pt idx="6568">
                  <c:v>0.29132231404958597</c:v>
                </c:pt>
                <c:pt idx="6569">
                  <c:v>0.31291028446389402</c:v>
                </c:pt>
                <c:pt idx="6570">
                  <c:v>0.30718954248365998</c:v>
                </c:pt>
                <c:pt idx="6571">
                  <c:v>0.232032854209445</c:v>
                </c:pt>
                <c:pt idx="6572">
                  <c:v>0.34265734265734199</c:v>
                </c:pt>
                <c:pt idx="6573">
                  <c:v>0.25502008032128498</c:v>
                </c:pt>
                <c:pt idx="6574">
                  <c:v>0.24175824175824101</c:v>
                </c:pt>
                <c:pt idx="6575">
                  <c:v>0.21806167400880999</c:v>
                </c:pt>
                <c:pt idx="6576">
                  <c:v>0.246753246753246</c:v>
                </c:pt>
                <c:pt idx="6577">
                  <c:v>0.29147982062780198</c:v>
                </c:pt>
                <c:pt idx="6578">
                  <c:v>0.35159010600706703</c:v>
                </c:pt>
                <c:pt idx="6579">
                  <c:v>0.33207547169811302</c:v>
                </c:pt>
                <c:pt idx="6580">
                  <c:v>0.24390243902438999</c:v>
                </c:pt>
                <c:pt idx="6581">
                  <c:v>0.27644230769230699</c:v>
                </c:pt>
                <c:pt idx="6582">
                  <c:v>0.228144989339019</c:v>
                </c:pt>
                <c:pt idx="6583">
                  <c:v>0.25260960334029198</c:v>
                </c:pt>
                <c:pt idx="6584">
                  <c:v>0.39102564102564102</c:v>
                </c:pt>
                <c:pt idx="6585">
                  <c:v>0.21287128712871201</c:v>
                </c:pt>
                <c:pt idx="6586">
                  <c:v>0.27551020408163202</c:v>
                </c:pt>
                <c:pt idx="6587">
                  <c:v>0.33953488372092999</c:v>
                </c:pt>
                <c:pt idx="6588">
                  <c:v>0.31291028446389402</c:v>
                </c:pt>
                <c:pt idx="6589">
                  <c:v>0.33333333333333298</c:v>
                </c:pt>
                <c:pt idx="6590">
                  <c:v>0.33025404157043797</c:v>
                </c:pt>
                <c:pt idx="6591">
                  <c:v>0.246753246753246</c:v>
                </c:pt>
                <c:pt idx="6592">
                  <c:v>0.36543209876543198</c:v>
                </c:pt>
                <c:pt idx="6593">
                  <c:v>0.27118644067796599</c:v>
                </c:pt>
                <c:pt idx="6594">
                  <c:v>0.25675675675675602</c:v>
                </c:pt>
                <c:pt idx="6595">
                  <c:v>0.23201856148491801</c:v>
                </c:pt>
                <c:pt idx="6596">
                  <c:v>0.26255707762557001</c:v>
                </c:pt>
                <c:pt idx="6597">
                  <c:v>0.31042654028436001</c:v>
                </c:pt>
                <c:pt idx="6598">
                  <c:v>0.37898686679174398</c:v>
                </c:pt>
                <c:pt idx="6599">
                  <c:v>0.358717434869739</c:v>
                </c:pt>
                <c:pt idx="6600">
                  <c:v>0.240875912408759</c:v>
                </c:pt>
                <c:pt idx="6601">
                  <c:v>0.27338129496402802</c:v>
                </c:pt>
                <c:pt idx="6602">
                  <c:v>0.22553191489361701</c:v>
                </c:pt>
                <c:pt idx="6603">
                  <c:v>0.25</c:v>
                </c:pt>
                <c:pt idx="6604">
                  <c:v>0.38216560509554098</c:v>
                </c:pt>
                <c:pt idx="6605">
                  <c:v>0.209876543209876</c:v>
                </c:pt>
                <c:pt idx="6606">
                  <c:v>0.27032520325203202</c:v>
                </c:pt>
                <c:pt idx="6607">
                  <c:v>0.33642691415313197</c:v>
                </c:pt>
                <c:pt idx="6608">
                  <c:v>0.30718954248365998</c:v>
                </c:pt>
                <c:pt idx="6609">
                  <c:v>0.33025404157043797</c:v>
                </c:pt>
                <c:pt idx="6610">
                  <c:v>0.32413793103448202</c:v>
                </c:pt>
                <c:pt idx="6611">
                  <c:v>0.24406047516198701</c:v>
                </c:pt>
                <c:pt idx="6612">
                  <c:v>0.36206896551724099</c:v>
                </c:pt>
                <c:pt idx="6613">
                  <c:v>0.268498942917547</c:v>
                </c:pt>
                <c:pt idx="6614">
                  <c:v>0.25433526011560598</c:v>
                </c:pt>
                <c:pt idx="6615">
                  <c:v>0.22916666666666599</c:v>
                </c:pt>
                <c:pt idx="6616">
                  <c:v>0.25968109339407702</c:v>
                </c:pt>
                <c:pt idx="6617">
                  <c:v>0.30732860520094502</c:v>
                </c:pt>
                <c:pt idx="6618">
                  <c:v>0.37126865671641701</c:v>
                </c:pt>
                <c:pt idx="6619">
                  <c:v>0.35059760956175301</c:v>
                </c:pt>
                <c:pt idx="6620">
                  <c:v>0.18329466357308499</c:v>
                </c:pt>
                <c:pt idx="6621">
                  <c:v>0.21232876712328699</c:v>
                </c:pt>
                <c:pt idx="6622">
                  <c:v>0.17073170731707299</c:v>
                </c:pt>
                <c:pt idx="6623">
                  <c:v>0.19760479041916101</c:v>
                </c:pt>
                <c:pt idx="6624">
                  <c:v>0.29940119760479</c:v>
                </c:pt>
                <c:pt idx="6625">
                  <c:v>0.15566037735849</c:v>
                </c:pt>
                <c:pt idx="6626">
                  <c:v>0.204238921001926</c:v>
                </c:pt>
                <c:pt idx="6627">
                  <c:v>0.26039387308533901</c:v>
                </c:pt>
                <c:pt idx="6628">
                  <c:v>0.23711340206185499</c:v>
                </c:pt>
                <c:pt idx="6629">
                  <c:v>0.25217391304347803</c:v>
                </c:pt>
                <c:pt idx="6630">
                  <c:v>0.24945770065075901</c:v>
                </c:pt>
                <c:pt idx="6631">
                  <c:v>0.17791411042944699</c:v>
                </c:pt>
                <c:pt idx="6632">
                  <c:v>0.27419354838709598</c:v>
                </c:pt>
                <c:pt idx="6633">
                  <c:v>0.207243460764587</c:v>
                </c:pt>
                <c:pt idx="6634">
                  <c:v>0.198895027624309</c:v>
                </c:pt>
                <c:pt idx="6635">
                  <c:v>0.17477876106194601</c:v>
                </c:pt>
                <c:pt idx="6636">
                  <c:v>0.20217391304347801</c:v>
                </c:pt>
                <c:pt idx="6637">
                  <c:v>0.23991031390134501</c:v>
                </c:pt>
                <c:pt idx="6638">
                  <c:v>0.30088495575221202</c:v>
                </c:pt>
                <c:pt idx="6639">
                  <c:v>0.27204502814258902</c:v>
                </c:pt>
                <c:pt idx="6640">
                  <c:v>0.25319693094629098</c:v>
                </c:pt>
                <c:pt idx="6641">
                  <c:v>0.28787878787878701</c:v>
                </c:pt>
                <c:pt idx="6642">
                  <c:v>0.23991031390134501</c:v>
                </c:pt>
                <c:pt idx="6643">
                  <c:v>0.26315789473684198</c:v>
                </c:pt>
                <c:pt idx="6644">
                  <c:v>0.417233560090702</c:v>
                </c:pt>
                <c:pt idx="6645">
                  <c:v>0.22020725388601001</c:v>
                </c:pt>
                <c:pt idx="6646">
                  <c:v>0.28479657387580298</c:v>
                </c:pt>
                <c:pt idx="6647">
                  <c:v>0.355392156862745</c:v>
                </c:pt>
                <c:pt idx="6648">
                  <c:v>0.32413793103448202</c:v>
                </c:pt>
                <c:pt idx="6649">
                  <c:v>0.34878048780487803</c:v>
                </c:pt>
                <c:pt idx="6650">
                  <c:v>0.34223300970873699</c:v>
                </c:pt>
                <c:pt idx="6651">
                  <c:v>0.25968109339407702</c:v>
                </c:pt>
                <c:pt idx="6652">
                  <c:v>0.365038560411311</c:v>
                </c:pt>
                <c:pt idx="6653">
                  <c:v>0.28000000000000003</c:v>
                </c:pt>
                <c:pt idx="6654">
                  <c:v>0.267748478701825</c:v>
                </c:pt>
                <c:pt idx="6655">
                  <c:v>0.240875912408759</c:v>
                </c:pt>
                <c:pt idx="6656">
                  <c:v>0.27338129496402802</c:v>
                </c:pt>
                <c:pt idx="6657">
                  <c:v>0.324189526184538</c:v>
                </c:pt>
                <c:pt idx="6658">
                  <c:v>0.39525691699604698</c:v>
                </c:pt>
                <c:pt idx="6659">
                  <c:v>0.37052631578947298</c:v>
                </c:pt>
                <c:pt idx="6660">
                  <c:v>0.20681818181818101</c:v>
                </c:pt>
                <c:pt idx="6661">
                  <c:v>0.23162583518930899</c:v>
                </c:pt>
                <c:pt idx="6662">
                  <c:v>0.192842942345924</c:v>
                </c:pt>
                <c:pt idx="6663">
                  <c:v>0.213592233009708</c:v>
                </c:pt>
                <c:pt idx="6664">
                  <c:v>0.32421875</c:v>
                </c:pt>
                <c:pt idx="6665">
                  <c:v>0.17782909930715901</c:v>
                </c:pt>
                <c:pt idx="6666">
                  <c:v>0.228301886792452</c:v>
                </c:pt>
                <c:pt idx="6667">
                  <c:v>0.27931769722814498</c:v>
                </c:pt>
                <c:pt idx="6668">
                  <c:v>0.25754527162977803</c:v>
                </c:pt>
                <c:pt idx="6669">
                  <c:v>0.273885350318471</c:v>
                </c:pt>
                <c:pt idx="6670">
                  <c:v>0.27118644067796599</c:v>
                </c:pt>
                <c:pt idx="6671">
                  <c:v>0.20240480961923801</c:v>
                </c:pt>
                <c:pt idx="6672">
                  <c:v>0.30316742081447901</c:v>
                </c:pt>
                <c:pt idx="6673">
                  <c:v>0.22309197651663401</c:v>
                </c:pt>
                <c:pt idx="6674">
                  <c:v>0.21505376344086</c:v>
                </c:pt>
                <c:pt idx="6675">
                  <c:v>0.19696969696969599</c:v>
                </c:pt>
                <c:pt idx="6676">
                  <c:v>0.22033898305084701</c:v>
                </c:pt>
                <c:pt idx="6677">
                  <c:v>0.25764192139737901</c:v>
                </c:pt>
                <c:pt idx="6678">
                  <c:v>0.32124352331606199</c:v>
                </c:pt>
                <c:pt idx="6679">
                  <c:v>0.293040293040293</c:v>
                </c:pt>
                <c:pt idx="6680">
                  <c:v>0.18518518518518501</c:v>
                </c:pt>
                <c:pt idx="6681">
                  <c:v>0.209677419354838</c:v>
                </c:pt>
                <c:pt idx="6682">
                  <c:v>0.175090252707581</c:v>
                </c:pt>
                <c:pt idx="6683">
                  <c:v>0.19366197183098499</c:v>
                </c:pt>
                <c:pt idx="6684">
                  <c:v>0.30319148936170198</c:v>
                </c:pt>
                <c:pt idx="6685">
                  <c:v>0.16176470588235201</c:v>
                </c:pt>
                <c:pt idx="6686">
                  <c:v>0.21097770154373899</c:v>
                </c:pt>
                <c:pt idx="6687">
                  <c:v>0.25675675675675602</c:v>
                </c:pt>
                <c:pt idx="6688">
                  <c:v>0.23722627737226201</c:v>
                </c:pt>
                <c:pt idx="6689">
                  <c:v>0.25192307692307597</c:v>
                </c:pt>
                <c:pt idx="6690">
                  <c:v>0.24952015355086299</c:v>
                </c:pt>
                <c:pt idx="6691">
                  <c:v>0.19012797074954199</c:v>
                </c:pt>
                <c:pt idx="6692">
                  <c:v>0.27551020408163202</c:v>
                </c:pt>
                <c:pt idx="6693">
                  <c:v>0.20855614973261999</c:v>
                </c:pt>
                <c:pt idx="6694">
                  <c:v>0.19706840390879399</c:v>
                </c:pt>
                <c:pt idx="6695">
                  <c:v>0.17647058823529399</c:v>
                </c:pt>
                <c:pt idx="6696">
                  <c:v>0.19961612284069</c:v>
                </c:pt>
                <c:pt idx="6697">
                  <c:v>0.235177865612648</c:v>
                </c:pt>
                <c:pt idx="6698">
                  <c:v>0.29780564263322801</c:v>
                </c:pt>
                <c:pt idx="6699">
                  <c:v>0.27500000000000002</c:v>
                </c:pt>
                <c:pt idx="6700">
                  <c:v>0.14878048780487799</c:v>
                </c:pt>
                <c:pt idx="6701">
                  <c:v>0.17505995203836899</c:v>
                </c:pt>
                <c:pt idx="6702">
                  <c:v>0.14439655172413701</c:v>
                </c:pt>
                <c:pt idx="6703">
                  <c:v>0.16666666666666599</c:v>
                </c:pt>
                <c:pt idx="6704">
                  <c:v>0.27931769722814498</c:v>
                </c:pt>
                <c:pt idx="6705">
                  <c:v>0.12406947890818799</c:v>
                </c:pt>
                <c:pt idx="6706">
                  <c:v>0.182751540041067</c:v>
                </c:pt>
                <c:pt idx="6707">
                  <c:v>0.22632794457274799</c:v>
                </c:pt>
                <c:pt idx="6708">
                  <c:v>0.20742358078602599</c:v>
                </c:pt>
                <c:pt idx="6709">
                  <c:v>0.22068965517241301</c:v>
                </c:pt>
                <c:pt idx="6710">
                  <c:v>0.21788990825688001</c:v>
                </c:pt>
                <c:pt idx="6711">
                  <c:v>0.15938864628820901</c:v>
                </c:pt>
                <c:pt idx="6712">
                  <c:v>0.24390243902438999</c:v>
                </c:pt>
                <c:pt idx="6713">
                  <c:v>0.18415417558886499</c:v>
                </c:pt>
                <c:pt idx="6714">
                  <c:v>0.171875</c:v>
                </c:pt>
                <c:pt idx="6715">
                  <c:v>0.14219114219114201</c:v>
                </c:pt>
                <c:pt idx="6716">
                  <c:v>0.16704805491990801</c:v>
                </c:pt>
                <c:pt idx="6717">
                  <c:v>0.20283018867924499</c:v>
                </c:pt>
                <c:pt idx="6718">
                  <c:v>0.28652751423149903</c:v>
                </c:pt>
                <c:pt idx="6719">
                  <c:v>0.25250501002004</c:v>
                </c:pt>
                <c:pt idx="6720">
                  <c:v>0.17505995203836899</c:v>
                </c:pt>
                <c:pt idx="6721">
                  <c:v>0.20283018867924499</c:v>
                </c:pt>
                <c:pt idx="6722">
                  <c:v>0.16913319238900601</c:v>
                </c:pt>
                <c:pt idx="6723">
                  <c:v>0.19008264462809901</c:v>
                </c:pt>
                <c:pt idx="6724">
                  <c:v>0.313025210084033</c:v>
                </c:pt>
                <c:pt idx="6725">
                  <c:v>0.14878048780487799</c:v>
                </c:pt>
                <c:pt idx="6726">
                  <c:v>0.209677419354838</c:v>
                </c:pt>
                <c:pt idx="6727">
                  <c:v>0.256818181818181</c:v>
                </c:pt>
                <c:pt idx="6728">
                  <c:v>0.23605150214592199</c:v>
                </c:pt>
                <c:pt idx="6729">
                  <c:v>0.25113122171945701</c:v>
                </c:pt>
                <c:pt idx="6730">
                  <c:v>0.24830699774266299</c:v>
                </c:pt>
                <c:pt idx="6731">
                  <c:v>0.186695278969957</c:v>
                </c:pt>
                <c:pt idx="6732">
                  <c:v>0.27644230769230699</c:v>
                </c:pt>
                <c:pt idx="6733">
                  <c:v>0.20754716981131999</c:v>
                </c:pt>
                <c:pt idx="6734">
                  <c:v>0.19502868068833601</c:v>
                </c:pt>
                <c:pt idx="6735">
                  <c:v>0.16704805491990801</c:v>
                </c:pt>
                <c:pt idx="6736">
                  <c:v>0.193258426966292</c:v>
                </c:pt>
                <c:pt idx="6737">
                  <c:v>0.23201856148491801</c:v>
                </c:pt>
                <c:pt idx="6738">
                  <c:v>0.314711359404096</c:v>
                </c:pt>
                <c:pt idx="6739">
                  <c:v>0.28149606299212598</c:v>
                </c:pt>
                <c:pt idx="6740">
                  <c:v>0.21287128712871201</c:v>
                </c:pt>
                <c:pt idx="6741">
                  <c:v>0.24390243902438999</c:v>
                </c:pt>
                <c:pt idx="6742">
                  <c:v>0.20479302832244001</c:v>
                </c:pt>
                <c:pt idx="6743">
                  <c:v>0.22553191489361701</c:v>
                </c:pt>
                <c:pt idx="6744">
                  <c:v>0.36761487964988998</c:v>
                </c:pt>
                <c:pt idx="6745">
                  <c:v>0.183417085427135</c:v>
                </c:pt>
                <c:pt idx="6746">
                  <c:v>0.25</c:v>
                </c:pt>
                <c:pt idx="6747">
                  <c:v>0.304245283018867</c:v>
                </c:pt>
                <c:pt idx="6748">
                  <c:v>0.28000000000000003</c:v>
                </c:pt>
                <c:pt idx="6749">
                  <c:v>0.298122065727699</c:v>
                </c:pt>
                <c:pt idx="6750">
                  <c:v>0.29508196721311403</c:v>
                </c:pt>
                <c:pt idx="6751">
                  <c:v>0.22616407982261599</c:v>
                </c:pt>
                <c:pt idx="6752">
                  <c:v>0.32750000000000001</c:v>
                </c:pt>
                <c:pt idx="6753">
                  <c:v>0.24406047516198701</c:v>
                </c:pt>
                <c:pt idx="6754">
                  <c:v>0.23031496062992099</c:v>
                </c:pt>
                <c:pt idx="6755">
                  <c:v>0.20283018867924499</c:v>
                </c:pt>
                <c:pt idx="6756">
                  <c:v>0.23201856148491801</c:v>
                </c:pt>
                <c:pt idx="6757">
                  <c:v>0.27644230769230699</c:v>
                </c:pt>
                <c:pt idx="6758">
                  <c:v>0.360308285163776</c:v>
                </c:pt>
                <c:pt idx="6759">
                  <c:v>0.32857142857142801</c:v>
                </c:pt>
                <c:pt idx="6760">
                  <c:v>0.35625000000000001</c:v>
                </c:pt>
                <c:pt idx="6761">
                  <c:v>0.38650306748466201</c:v>
                </c:pt>
                <c:pt idx="6762">
                  <c:v>0.31720430107526798</c:v>
                </c:pt>
                <c:pt idx="6763">
                  <c:v>0.33975481611208402</c:v>
                </c:pt>
                <c:pt idx="6764">
                  <c:v>0.37770382695507398</c:v>
                </c:pt>
                <c:pt idx="6765">
                  <c:v>0.32415254237288099</c:v>
                </c:pt>
                <c:pt idx="6766">
                  <c:v>0.34006734006734002</c:v>
                </c:pt>
                <c:pt idx="6767">
                  <c:v>0.410748560460652</c:v>
                </c:pt>
                <c:pt idx="6768">
                  <c:v>0.37589928057553901</c:v>
                </c:pt>
                <c:pt idx="6769">
                  <c:v>0.40267175572518998</c:v>
                </c:pt>
                <c:pt idx="6770">
                  <c:v>0.39733840304182499</c:v>
                </c:pt>
                <c:pt idx="6771">
                  <c:v>0.33152173913043398</c:v>
                </c:pt>
                <c:pt idx="6772">
                  <c:v>0.46169772256728703</c:v>
                </c:pt>
                <c:pt idx="6773">
                  <c:v>0.35159010600706703</c:v>
                </c:pt>
                <c:pt idx="6774">
                  <c:v>0.331189710610932</c:v>
                </c:pt>
                <c:pt idx="6775">
                  <c:v>0.33727810650887502</c:v>
                </c:pt>
                <c:pt idx="6776">
                  <c:v>0.36557059961315203</c:v>
                </c:pt>
                <c:pt idx="6777">
                  <c:v>0.40637450199203101</c:v>
                </c:pt>
                <c:pt idx="6778">
                  <c:v>0.33428981348636999</c:v>
                </c:pt>
                <c:pt idx="6779">
                  <c:v>0.362341772151898</c:v>
                </c:pt>
                <c:pt idx="6780">
                  <c:v>0.29310344827586199</c:v>
                </c:pt>
                <c:pt idx="6781">
                  <c:v>0.32415254237288099</c:v>
                </c:pt>
                <c:pt idx="6782">
                  <c:v>0.26728971962616799</c:v>
                </c:pt>
                <c:pt idx="6783">
                  <c:v>0.29067641681901202</c:v>
                </c:pt>
                <c:pt idx="6784">
                  <c:v>0.38086642599277898</c:v>
                </c:pt>
                <c:pt idx="6785">
                  <c:v>0.26315789473684198</c:v>
                </c:pt>
                <c:pt idx="6786">
                  <c:v>0.30782918149466099</c:v>
                </c:pt>
                <c:pt idx="6787">
                  <c:v>0.38367346938775498</c:v>
                </c:pt>
                <c:pt idx="6788">
                  <c:v>0.34990439770554399</c:v>
                </c:pt>
                <c:pt idx="6789">
                  <c:v>0.37804878048780399</c:v>
                </c:pt>
                <c:pt idx="6790">
                  <c:v>0.36969696969696902</c:v>
                </c:pt>
                <c:pt idx="6791">
                  <c:v>0.28409090909090901</c:v>
                </c:pt>
                <c:pt idx="6792">
                  <c:v>0.4</c:v>
                </c:pt>
                <c:pt idx="6793">
                  <c:v>0.30740740740740702</c:v>
                </c:pt>
                <c:pt idx="6794">
                  <c:v>0.29222972972972899</c:v>
                </c:pt>
                <c:pt idx="6795">
                  <c:v>0.27811860940695299</c:v>
                </c:pt>
                <c:pt idx="6796">
                  <c:v>0.30722891566264998</c:v>
                </c:pt>
                <c:pt idx="6797">
                  <c:v>0.35625000000000001</c:v>
                </c:pt>
                <c:pt idx="6798">
                  <c:v>0.36018957345971497</c:v>
                </c:pt>
                <c:pt idx="6799">
                  <c:v>0.36068376068376001</c:v>
                </c:pt>
                <c:pt idx="6800">
                  <c:v>0.18897637795275499</c:v>
                </c:pt>
                <c:pt idx="6801">
                  <c:v>0.22020725388601001</c:v>
                </c:pt>
                <c:pt idx="6802">
                  <c:v>0.180555555555555</c:v>
                </c:pt>
                <c:pt idx="6803">
                  <c:v>0.20681818181818101</c:v>
                </c:pt>
                <c:pt idx="6804">
                  <c:v>0.33025404157043797</c:v>
                </c:pt>
                <c:pt idx="6805">
                  <c:v>0.159574468085106</c:v>
                </c:pt>
                <c:pt idx="6806">
                  <c:v>0.22075055187637899</c:v>
                </c:pt>
                <c:pt idx="6807">
                  <c:v>0.28140703517587901</c:v>
                </c:pt>
                <c:pt idx="6808">
                  <c:v>0.25235849056603699</c:v>
                </c:pt>
                <c:pt idx="6809">
                  <c:v>0.26865671641791</c:v>
                </c:pt>
                <c:pt idx="6810">
                  <c:v>0.26550868486352303</c:v>
                </c:pt>
                <c:pt idx="6811">
                  <c:v>0.19718309859154901</c:v>
                </c:pt>
                <c:pt idx="6812">
                  <c:v>0.30319148936170198</c:v>
                </c:pt>
                <c:pt idx="6813">
                  <c:v>0.22632794457274799</c:v>
                </c:pt>
                <c:pt idx="6814">
                  <c:v>0.21263157894736801</c:v>
                </c:pt>
                <c:pt idx="6815">
                  <c:v>0.180451127819548</c:v>
                </c:pt>
                <c:pt idx="6816">
                  <c:v>0.209876543209876</c:v>
                </c:pt>
                <c:pt idx="6817">
                  <c:v>0.25319693094629098</c:v>
                </c:pt>
                <c:pt idx="6818">
                  <c:v>0.33401639344262202</c:v>
                </c:pt>
                <c:pt idx="6819">
                  <c:v>0.29870129870129802</c:v>
                </c:pt>
                <c:pt idx="6820">
                  <c:v>0.22020725388601001</c:v>
                </c:pt>
                <c:pt idx="6821">
                  <c:v>0.25319693094629098</c:v>
                </c:pt>
                <c:pt idx="6822">
                  <c:v>0.209567198177676</c:v>
                </c:pt>
                <c:pt idx="6823">
                  <c:v>0.234375</c:v>
                </c:pt>
                <c:pt idx="6824">
                  <c:v>0.36986301369863001</c:v>
                </c:pt>
                <c:pt idx="6825">
                  <c:v>0.18897637795275499</c:v>
                </c:pt>
                <c:pt idx="6826">
                  <c:v>0.25217391304347803</c:v>
                </c:pt>
                <c:pt idx="6827">
                  <c:v>0.317617866004962</c:v>
                </c:pt>
                <c:pt idx="6828">
                  <c:v>0.28604651162790601</c:v>
                </c:pt>
                <c:pt idx="6829">
                  <c:v>0.30466830466830402</c:v>
                </c:pt>
                <c:pt idx="6830">
                  <c:v>0.30147058823529399</c:v>
                </c:pt>
                <c:pt idx="6831">
                  <c:v>0.22916666666666599</c:v>
                </c:pt>
                <c:pt idx="6832">
                  <c:v>0.34210526315789402</c:v>
                </c:pt>
                <c:pt idx="6833">
                  <c:v>0.25396825396825301</c:v>
                </c:pt>
                <c:pt idx="6834">
                  <c:v>0.23966942148760301</c:v>
                </c:pt>
                <c:pt idx="6835">
                  <c:v>0.209876543209876</c:v>
                </c:pt>
                <c:pt idx="6836">
                  <c:v>0.240875912408759</c:v>
                </c:pt>
                <c:pt idx="6837">
                  <c:v>0.28787878787878701</c:v>
                </c:pt>
                <c:pt idx="6838">
                  <c:v>0.36693548387096703</c:v>
                </c:pt>
                <c:pt idx="6839">
                  <c:v>0.33262260127931698</c:v>
                </c:pt>
                <c:pt idx="6840">
                  <c:v>0.19158878504672799</c:v>
                </c:pt>
                <c:pt idx="6841">
                  <c:v>0.22068965517241301</c:v>
                </c:pt>
                <c:pt idx="6842">
                  <c:v>0.18032786885245899</c:v>
                </c:pt>
                <c:pt idx="6843">
                  <c:v>0.20481927710843301</c:v>
                </c:pt>
                <c:pt idx="6844">
                  <c:v>0.309859154929577</c:v>
                </c:pt>
                <c:pt idx="6845">
                  <c:v>0.163895486935866</c:v>
                </c:pt>
                <c:pt idx="6846">
                  <c:v>0.213592233009708</c:v>
                </c:pt>
                <c:pt idx="6847">
                  <c:v>0.27433628318584002</c:v>
                </c:pt>
                <c:pt idx="6848">
                  <c:v>0.244813278008298</c:v>
                </c:pt>
                <c:pt idx="6849">
                  <c:v>0.26039387308533901</c:v>
                </c:pt>
                <c:pt idx="6850">
                  <c:v>0.25764192139737901</c:v>
                </c:pt>
                <c:pt idx="6851">
                  <c:v>0.19254658385093101</c:v>
                </c:pt>
                <c:pt idx="6852">
                  <c:v>0.29508196721311403</c:v>
                </c:pt>
                <c:pt idx="6853">
                  <c:v>0.22199592668024401</c:v>
                </c:pt>
                <c:pt idx="6854">
                  <c:v>0.207792207792207</c:v>
                </c:pt>
                <c:pt idx="6855">
                  <c:v>0.18262806236080101</c:v>
                </c:pt>
                <c:pt idx="6856">
                  <c:v>0.21006564551422299</c:v>
                </c:pt>
                <c:pt idx="6857">
                  <c:v>0.25113122171945701</c:v>
                </c:pt>
                <c:pt idx="6858">
                  <c:v>0.30782918149466099</c:v>
                </c:pt>
                <c:pt idx="6859">
                  <c:v>0.28166351606805201</c:v>
                </c:pt>
                <c:pt idx="6860">
                  <c:v>0.21510297482837501</c:v>
                </c:pt>
                <c:pt idx="6861">
                  <c:v>0.24269662921348301</c:v>
                </c:pt>
                <c:pt idx="6862">
                  <c:v>0.20240480961923801</c:v>
                </c:pt>
                <c:pt idx="6863">
                  <c:v>0.22309197651663401</c:v>
                </c:pt>
                <c:pt idx="6864">
                  <c:v>0.33727810650887502</c:v>
                </c:pt>
                <c:pt idx="6865">
                  <c:v>0.186046511627906</c:v>
                </c:pt>
                <c:pt idx="6866">
                  <c:v>0.23764258555133</c:v>
                </c:pt>
                <c:pt idx="6867">
                  <c:v>0.29589632829373602</c:v>
                </c:pt>
                <c:pt idx="6868">
                  <c:v>0.267748478701825</c:v>
                </c:pt>
                <c:pt idx="6869">
                  <c:v>0.28479657387580298</c:v>
                </c:pt>
                <c:pt idx="6870">
                  <c:v>0.28205128205128199</c:v>
                </c:pt>
                <c:pt idx="6871">
                  <c:v>0.21703853955375199</c:v>
                </c:pt>
                <c:pt idx="6872">
                  <c:v>0.32413793103448202</c:v>
                </c:pt>
                <c:pt idx="6873">
                  <c:v>0.240079365079365</c:v>
                </c:pt>
                <c:pt idx="6874">
                  <c:v>0.22603978300180799</c:v>
                </c:pt>
                <c:pt idx="6875">
                  <c:v>0.20479302832244001</c:v>
                </c:pt>
                <c:pt idx="6876">
                  <c:v>0.23076923076923</c:v>
                </c:pt>
                <c:pt idx="6877">
                  <c:v>0.27152317880794702</c:v>
                </c:pt>
                <c:pt idx="6878">
                  <c:v>0.33275261324041799</c:v>
                </c:pt>
                <c:pt idx="6879">
                  <c:v>0.30499075785582203</c:v>
                </c:pt>
                <c:pt idx="6880">
                  <c:v>0.38795180722891498</c:v>
                </c:pt>
                <c:pt idx="6881">
                  <c:v>0.42857142857142799</c:v>
                </c:pt>
                <c:pt idx="6882">
                  <c:v>0.34782608695652101</c:v>
                </c:pt>
                <c:pt idx="6883">
                  <c:v>0.37804878048780399</c:v>
                </c:pt>
                <c:pt idx="6884">
                  <c:v>0.41618497109826502</c:v>
                </c:pt>
                <c:pt idx="6885">
                  <c:v>0.35207823960880102</c:v>
                </c:pt>
                <c:pt idx="6886">
                  <c:v>0.38703339882121801</c:v>
                </c:pt>
                <c:pt idx="6887">
                  <c:v>0.46292134831460602</c:v>
                </c:pt>
                <c:pt idx="6888">
                  <c:v>0.42138364779874199</c:v>
                </c:pt>
                <c:pt idx="6889">
                  <c:v>0.453125</c:v>
                </c:pt>
                <c:pt idx="6890">
                  <c:v>0.44666666666666599</c:v>
                </c:pt>
                <c:pt idx="6891">
                  <c:v>0.36477987421383601</c:v>
                </c:pt>
                <c:pt idx="6892">
                  <c:v>0.52068126520681202</c:v>
                </c:pt>
                <c:pt idx="6893">
                  <c:v>0.39506172839506098</c:v>
                </c:pt>
                <c:pt idx="6894">
                  <c:v>0.37126865671641701</c:v>
                </c:pt>
                <c:pt idx="6895">
                  <c:v>0.36674259681093302</c:v>
                </c:pt>
                <c:pt idx="6896">
                  <c:v>0.40449438202247101</c:v>
                </c:pt>
                <c:pt idx="6897">
                  <c:v>0.460280373831775</c:v>
                </c:pt>
                <c:pt idx="6898">
                  <c:v>0.39159663865546201</c:v>
                </c:pt>
                <c:pt idx="6899">
                  <c:v>0.39853747714808002</c:v>
                </c:pt>
                <c:pt idx="6900">
                  <c:v>0.159574468085106</c:v>
                </c:pt>
                <c:pt idx="6901">
                  <c:v>0.18897637795275499</c:v>
                </c:pt>
                <c:pt idx="6902">
                  <c:v>0.152941176470588</c:v>
                </c:pt>
                <c:pt idx="6903">
                  <c:v>0.17782909930715901</c:v>
                </c:pt>
                <c:pt idx="6904">
                  <c:v>0.29205607476635498</c:v>
                </c:pt>
                <c:pt idx="6905">
                  <c:v>0.13207547169811301</c:v>
                </c:pt>
                <c:pt idx="6906">
                  <c:v>0.19058295964125499</c:v>
                </c:pt>
                <c:pt idx="6907">
                  <c:v>0.24681933842239101</c:v>
                </c:pt>
                <c:pt idx="6908">
                  <c:v>0.22009569377990401</c:v>
                </c:pt>
                <c:pt idx="6909">
                  <c:v>0.23425692695214101</c:v>
                </c:pt>
                <c:pt idx="6910">
                  <c:v>0.231155778894472</c:v>
                </c:pt>
                <c:pt idx="6911">
                  <c:v>0.16666666666666599</c:v>
                </c:pt>
                <c:pt idx="6912">
                  <c:v>0.266129032258064</c:v>
                </c:pt>
                <c:pt idx="6913">
                  <c:v>0.19437939110070199</c:v>
                </c:pt>
                <c:pt idx="6914">
                  <c:v>0.186695278969957</c:v>
                </c:pt>
                <c:pt idx="6915">
                  <c:v>0.15267175572519001</c:v>
                </c:pt>
                <c:pt idx="6916">
                  <c:v>0.180451127819548</c:v>
                </c:pt>
                <c:pt idx="6917">
                  <c:v>0.22020725388601001</c:v>
                </c:pt>
                <c:pt idx="6918">
                  <c:v>0.299376299376299</c:v>
                </c:pt>
                <c:pt idx="6919">
                  <c:v>0.26593406593406499</c:v>
                </c:pt>
                <c:pt idx="6920">
                  <c:v>0.24830699774266299</c:v>
                </c:pt>
                <c:pt idx="6921">
                  <c:v>0.28000000000000003</c:v>
                </c:pt>
                <c:pt idx="6922">
                  <c:v>0.227897838899803</c:v>
                </c:pt>
                <c:pt idx="6923">
                  <c:v>0.25433526011560598</c:v>
                </c:pt>
                <c:pt idx="6924">
                  <c:v>0.360308285163776</c:v>
                </c:pt>
                <c:pt idx="6925">
                  <c:v>0.21788990825688001</c:v>
                </c:pt>
                <c:pt idx="6926">
                  <c:v>0.26256983240223403</c:v>
                </c:pt>
                <c:pt idx="6927">
                  <c:v>0.33832976445396101</c:v>
                </c:pt>
                <c:pt idx="6928">
                  <c:v>0.30199999999999999</c:v>
                </c:pt>
                <c:pt idx="6929">
                  <c:v>0.32415254237288099</c:v>
                </c:pt>
                <c:pt idx="6930">
                  <c:v>0.31856540084388102</c:v>
                </c:pt>
                <c:pt idx="6931">
                  <c:v>0.240079365079365</c:v>
                </c:pt>
                <c:pt idx="6932">
                  <c:v>0.36054421768707401</c:v>
                </c:pt>
                <c:pt idx="6933">
                  <c:v>0.271484375</c:v>
                </c:pt>
                <c:pt idx="6934">
                  <c:v>0.256227758007117</c:v>
                </c:pt>
                <c:pt idx="6935">
                  <c:v>0.23605150214592199</c:v>
                </c:pt>
                <c:pt idx="6936">
                  <c:v>0.265822784810126</c:v>
                </c:pt>
                <c:pt idx="6937">
                  <c:v>0.31291028446389402</c:v>
                </c:pt>
                <c:pt idx="6938">
                  <c:v>0.34686971235194503</c:v>
                </c:pt>
                <c:pt idx="6939">
                  <c:v>0.329113924050632</c:v>
                </c:pt>
                <c:pt idx="6940">
                  <c:v>0.28787878787878701</c:v>
                </c:pt>
                <c:pt idx="6941">
                  <c:v>0.324189526184538</c:v>
                </c:pt>
                <c:pt idx="6942">
                  <c:v>0.26872246696035201</c:v>
                </c:pt>
                <c:pt idx="6943">
                  <c:v>0.29310344827586199</c:v>
                </c:pt>
                <c:pt idx="6944">
                  <c:v>0.43708609271523102</c:v>
                </c:pt>
                <c:pt idx="6945">
                  <c:v>0.25319693094629098</c:v>
                </c:pt>
                <c:pt idx="6946">
                  <c:v>0.31578947368421001</c:v>
                </c:pt>
                <c:pt idx="6947">
                  <c:v>0.39467312348668199</c:v>
                </c:pt>
                <c:pt idx="6948">
                  <c:v>0.35746606334841602</c:v>
                </c:pt>
                <c:pt idx="6949">
                  <c:v>0.38129496402877699</c:v>
                </c:pt>
                <c:pt idx="6950">
                  <c:v>0.37799043062200899</c:v>
                </c:pt>
                <c:pt idx="6951">
                  <c:v>0.29147982062780198</c:v>
                </c:pt>
                <c:pt idx="6952">
                  <c:v>0.42525773195876199</c:v>
                </c:pt>
                <c:pt idx="6953">
                  <c:v>0.31291028446389402</c:v>
                </c:pt>
                <c:pt idx="6954">
                  <c:v>0.29681274900398402</c:v>
                </c:pt>
                <c:pt idx="6955">
                  <c:v>0.27338129496402802</c:v>
                </c:pt>
                <c:pt idx="6956">
                  <c:v>0.30732860520094502</c:v>
                </c:pt>
                <c:pt idx="6957">
                  <c:v>0.36206896551724099</c:v>
                </c:pt>
                <c:pt idx="6958">
                  <c:v>0.41346153846153799</c:v>
                </c:pt>
                <c:pt idx="6959">
                  <c:v>0.40372670807453398</c:v>
                </c:pt>
                <c:pt idx="6960">
                  <c:v>0.27033492822966498</c:v>
                </c:pt>
                <c:pt idx="6961">
                  <c:v>0.304245283018867</c:v>
                </c:pt>
                <c:pt idx="6962">
                  <c:v>0.25</c:v>
                </c:pt>
                <c:pt idx="6963">
                  <c:v>0.27551020408163202</c:v>
                </c:pt>
                <c:pt idx="6964">
                  <c:v>0.39506172839506098</c:v>
                </c:pt>
                <c:pt idx="6965">
                  <c:v>0.237864077669902</c:v>
                </c:pt>
                <c:pt idx="6966">
                  <c:v>0.29166666666666602</c:v>
                </c:pt>
                <c:pt idx="6967">
                  <c:v>0.36986301369863001</c:v>
                </c:pt>
                <c:pt idx="6968">
                  <c:v>0.33262260127931698</c:v>
                </c:pt>
                <c:pt idx="6969">
                  <c:v>0.35746606334841602</c:v>
                </c:pt>
                <c:pt idx="6970">
                  <c:v>0.35135135135135098</c:v>
                </c:pt>
                <c:pt idx="6971">
                  <c:v>0.268498942917547</c:v>
                </c:pt>
                <c:pt idx="6972">
                  <c:v>0.39805825242718401</c:v>
                </c:pt>
                <c:pt idx="6973">
                  <c:v>0.29399585921325</c:v>
                </c:pt>
                <c:pt idx="6974">
                  <c:v>0.27924528301886697</c:v>
                </c:pt>
                <c:pt idx="6975">
                  <c:v>0.256818181818181</c:v>
                </c:pt>
                <c:pt idx="6976">
                  <c:v>0.288590604026845</c:v>
                </c:pt>
                <c:pt idx="6977">
                  <c:v>0.33953488372092999</c:v>
                </c:pt>
                <c:pt idx="6978">
                  <c:v>0.38086642599277898</c:v>
                </c:pt>
                <c:pt idx="6979">
                  <c:v>0.36557059961315203</c:v>
                </c:pt>
                <c:pt idx="6980">
                  <c:v>0.28787878787878701</c:v>
                </c:pt>
                <c:pt idx="6981">
                  <c:v>0.324189526184538</c:v>
                </c:pt>
                <c:pt idx="6982">
                  <c:v>0.26593406593406499</c:v>
                </c:pt>
                <c:pt idx="6983">
                  <c:v>0.29310344827586199</c:v>
                </c:pt>
                <c:pt idx="6984">
                  <c:v>0.43076923076923002</c:v>
                </c:pt>
                <c:pt idx="6985">
                  <c:v>0.25319693094629098</c:v>
                </c:pt>
                <c:pt idx="6986">
                  <c:v>0.313025210084033</c:v>
                </c:pt>
                <c:pt idx="6987">
                  <c:v>0.39467312348668199</c:v>
                </c:pt>
                <c:pt idx="6988">
                  <c:v>0.35746606334841602</c:v>
                </c:pt>
                <c:pt idx="6989">
                  <c:v>0.38129496402877699</c:v>
                </c:pt>
                <c:pt idx="6990">
                  <c:v>0.37799043062200899</c:v>
                </c:pt>
                <c:pt idx="6991">
                  <c:v>0.28571428571428498</c:v>
                </c:pt>
                <c:pt idx="6992">
                  <c:v>0.42525773195876199</c:v>
                </c:pt>
                <c:pt idx="6993">
                  <c:v>0.31291028446389402</c:v>
                </c:pt>
                <c:pt idx="6994">
                  <c:v>0.29681274900398402</c:v>
                </c:pt>
                <c:pt idx="6995">
                  <c:v>0.27338129496402802</c:v>
                </c:pt>
                <c:pt idx="6996">
                  <c:v>0.30732860520094502</c:v>
                </c:pt>
                <c:pt idx="6997">
                  <c:v>0.36206896551724099</c:v>
                </c:pt>
                <c:pt idx="6998">
                  <c:v>0.41346153846153799</c:v>
                </c:pt>
                <c:pt idx="6999">
                  <c:v>0.39793814432989599</c:v>
                </c:pt>
                <c:pt idx="7000">
                  <c:v>0.28463476070528898</c:v>
                </c:pt>
                <c:pt idx="7001">
                  <c:v>0.32089552238805902</c:v>
                </c:pt>
                <c:pt idx="7002">
                  <c:v>0.26315789473684198</c:v>
                </c:pt>
                <c:pt idx="7003">
                  <c:v>0.29032258064516098</c:v>
                </c:pt>
                <c:pt idx="7004">
                  <c:v>0.41830065359477098</c:v>
                </c:pt>
                <c:pt idx="7005">
                  <c:v>0.25</c:v>
                </c:pt>
                <c:pt idx="7006">
                  <c:v>0.30753138075313802</c:v>
                </c:pt>
                <c:pt idx="7007">
                  <c:v>0.39130434782608697</c:v>
                </c:pt>
                <c:pt idx="7008">
                  <c:v>0.35135135135135098</c:v>
                </c:pt>
                <c:pt idx="7009">
                  <c:v>0.37799043062200899</c:v>
                </c:pt>
                <c:pt idx="7010">
                  <c:v>0.371428571428571</c:v>
                </c:pt>
                <c:pt idx="7011">
                  <c:v>0.28285077951002202</c:v>
                </c:pt>
                <c:pt idx="7012">
                  <c:v>0.42159383033419001</c:v>
                </c:pt>
                <c:pt idx="7013">
                  <c:v>0.31004366812227002</c:v>
                </c:pt>
                <c:pt idx="7014">
                  <c:v>0.29423459244532801</c:v>
                </c:pt>
                <c:pt idx="7015">
                  <c:v>0.27033492822966498</c:v>
                </c:pt>
                <c:pt idx="7016">
                  <c:v>0.304245283018867</c:v>
                </c:pt>
                <c:pt idx="7017">
                  <c:v>0.35872235872235803</c:v>
                </c:pt>
                <c:pt idx="7018">
                  <c:v>0.40267175572518998</c:v>
                </c:pt>
                <c:pt idx="7019">
                  <c:v>0.38650306748466201</c:v>
                </c:pt>
                <c:pt idx="7020">
                  <c:v>0.22009569377990401</c:v>
                </c:pt>
                <c:pt idx="7021">
                  <c:v>0.25235849056603699</c:v>
                </c:pt>
                <c:pt idx="7022">
                  <c:v>0.20250521920667999</c:v>
                </c:pt>
                <c:pt idx="7023">
                  <c:v>0.232032854209445</c:v>
                </c:pt>
                <c:pt idx="7024">
                  <c:v>0.33128834355828202</c:v>
                </c:pt>
                <c:pt idx="7025">
                  <c:v>0.18932038834951401</c:v>
                </c:pt>
                <c:pt idx="7026">
                  <c:v>0.232741617357001</c:v>
                </c:pt>
                <c:pt idx="7027">
                  <c:v>0.30316742081447901</c:v>
                </c:pt>
                <c:pt idx="7028">
                  <c:v>0.27118644067796599</c:v>
                </c:pt>
                <c:pt idx="7029">
                  <c:v>0.29147982062780198</c:v>
                </c:pt>
                <c:pt idx="7030">
                  <c:v>0.28571428571428498</c:v>
                </c:pt>
                <c:pt idx="7031">
                  <c:v>0.20754716981131999</c:v>
                </c:pt>
                <c:pt idx="7032">
                  <c:v>0.31980906921240998</c:v>
                </c:pt>
                <c:pt idx="7033">
                  <c:v>0.23711340206185499</c:v>
                </c:pt>
                <c:pt idx="7034">
                  <c:v>0.232954545454545</c:v>
                </c:pt>
                <c:pt idx="7035">
                  <c:v>0.209567198177676</c:v>
                </c:pt>
                <c:pt idx="7036">
                  <c:v>0.23991031390134501</c:v>
                </c:pt>
                <c:pt idx="7037">
                  <c:v>0.280092592592592</c:v>
                </c:pt>
                <c:pt idx="7038">
                  <c:v>0.32671480144404302</c:v>
                </c:pt>
                <c:pt idx="7039">
                  <c:v>0.30384615384615299</c:v>
                </c:pt>
                <c:pt idx="7040">
                  <c:v>0.29973474801061001</c:v>
                </c:pt>
                <c:pt idx="7041">
                  <c:v>0.33858267716535401</c:v>
                </c:pt>
                <c:pt idx="7042">
                  <c:v>0.280092592592592</c:v>
                </c:pt>
                <c:pt idx="7043">
                  <c:v>0.30612244897959101</c:v>
                </c:pt>
                <c:pt idx="7044">
                  <c:v>0.46370023419203699</c:v>
                </c:pt>
                <c:pt idx="7045">
                  <c:v>0.26273458445040199</c:v>
                </c:pt>
                <c:pt idx="7046">
                  <c:v>0.32450331125827803</c:v>
                </c:pt>
                <c:pt idx="7047">
                  <c:v>0.41432225063938599</c:v>
                </c:pt>
                <c:pt idx="7048">
                  <c:v>0.371428571428571</c:v>
                </c:pt>
                <c:pt idx="7049">
                  <c:v>0.4</c:v>
                </c:pt>
                <c:pt idx="7050">
                  <c:v>0.39294710327455901</c:v>
                </c:pt>
                <c:pt idx="7051">
                  <c:v>0.30117647058823499</c:v>
                </c:pt>
                <c:pt idx="7052">
                  <c:v>0.42359249329758702</c:v>
                </c:pt>
                <c:pt idx="7053">
                  <c:v>0.32413793103448202</c:v>
                </c:pt>
                <c:pt idx="7054">
                  <c:v>0.310272536687631</c:v>
                </c:pt>
                <c:pt idx="7055">
                  <c:v>0.28463476070528898</c:v>
                </c:pt>
                <c:pt idx="7056">
                  <c:v>0.32089552238805902</c:v>
                </c:pt>
                <c:pt idx="7057">
                  <c:v>0.37922077922077901</c:v>
                </c:pt>
                <c:pt idx="7058">
                  <c:v>0.42626262626262601</c:v>
                </c:pt>
                <c:pt idx="7059">
                  <c:v>0.41521739130434698</c:v>
                </c:pt>
                <c:pt idx="7060">
                  <c:v>0.240654205607476</c:v>
                </c:pt>
                <c:pt idx="7061">
                  <c:v>0.26834862385321101</c:v>
                </c:pt>
                <c:pt idx="7062">
                  <c:v>0.22199592668024401</c:v>
                </c:pt>
                <c:pt idx="7063">
                  <c:v>0.24501992031872499</c:v>
                </c:pt>
                <c:pt idx="7064">
                  <c:v>0.35599999999999998</c:v>
                </c:pt>
                <c:pt idx="7065">
                  <c:v>0.208530805687203</c:v>
                </c:pt>
                <c:pt idx="7066">
                  <c:v>0.25433526011560598</c:v>
                </c:pt>
                <c:pt idx="7067">
                  <c:v>0.3215859030837</c:v>
                </c:pt>
                <c:pt idx="7068">
                  <c:v>0.28865979381443202</c:v>
                </c:pt>
                <c:pt idx="7069">
                  <c:v>0.31004366812227002</c:v>
                </c:pt>
                <c:pt idx="7070">
                  <c:v>0.30434782608695599</c:v>
                </c:pt>
                <c:pt idx="7071">
                  <c:v>0.22950819672131101</c:v>
                </c:pt>
                <c:pt idx="7072">
                  <c:v>0.34579439252336402</c:v>
                </c:pt>
                <c:pt idx="7073">
                  <c:v>0.25250501002004</c:v>
                </c:pt>
                <c:pt idx="7074">
                  <c:v>0.246323529411764</c:v>
                </c:pt>
                <c:pt idx="7075">
                  <c:v>0.228888888888888</c:v>
                </c:pt>
                <c:pt idx="7076">
                  <c:v>0.25490196078431299</c:v>
                </c:pt>
                <c:pt idx="7077">
                  <c:v>0.29729729729729698</c:v>
                </c:pt>
                <c:pt idx="7078">
                  <c:v>0.34920634920634902</c:v>
                </c:pt>
                <c:pt idx="7079">
                  <c:v>0.32209737827715301</c:v>
                </c:pt>
                <c:pt idx="7080">
                  <c:v>0.217758985200845</c:v>
                </c:pt>
                <c:pt idx="7081">
                  <c:v>0.244813278008298</c:v>
                </c:pt>
                <c:pt idx="7082">
                  <c:v>0.203327171903881</c:v>
                </c:pt>
                <c:pt idx="7083">
                  <c:v>0.223826714801444</c:v>
                </c:pt>
                <c:pt idx="7084">
                  <c:v>0.33152173913043398</c:v>
                </c:pt>
                <c:pt idx="7085">
                  <c:v>0.19181034482758599</c:v>
                </c:pt>
                <c:pt idx="7086">
                  <c:v>0.23859649122807</c:v>
                </c:pt>
                <c:pt idx="7087">
                  <c:v>0.29681274900398402</c:v>
                </c:pt>
                <c:pt idx="7088">
                  <c:v>0.26966292134831399</c:v>
                </c:pt>
                <c:pt idx="7089">
                  <c:v>0.28656126482213401</c:v>
                </c:pt>
                <c:pt idx="7090">
                  <c:v>0.28402366863905298</c:v>
                </c:pt>
                <c:pt idx="7091">
                  <c:v>0.21910112359550499</c:v>
                </c:pt>
                <c:pt idx="7092">
                  <c:v>0.31856540084388102</c:v>
                </c:pt>
                <c:pt idx="7093">
                  <c:v>0.23948811700182801</c:v>
                </c:pt>
                <c:pt idx="7094">
                  <c:v>0.227045075125208</c:v>
                </c:pt>
                <c:pt idx="7095">
                  <c:v>0.207243460764587</c:v>
                </c:pt>
                <c:pt idx="7096">
                  <c:v>0.232741617357001</c:v>
                </c:pt>
                <c:pt idx="7097">
                  <c:v>0.27291242362525397</c:v>
                </c:pt>
                <c:pt idx="7098">
                  <c:v>0.32268370607028701</c:v>
                </c:pt>
                <c:pt idx="7099">
                  <c:v>0.30546075085324198</c:v>
                </c:pt>
                <c:pt idx="7100">
                  <c:v>0.180451127819548</c:v>
                </c:pt>
                <c:pt idx="7101">
                  <c:v>0.209876543209876</c:v>
                </c:pt>
                <c:pt idx="7102">
                  <c:v>0.17218543046357601</c:v>
                </c:pt>
                <c:pt idx="7103">
                  <c:v>0.19696969696969599</c:v>
                </c:pt>
                <c:pt idx="7104">
                  <c:v>0.31291028446389402</c:v>
                </c:pt>
                <c:pt idx="7105">
                  <c:v>0.15267175572519001</c:v>
                </c:pt>
                <c:pt idx="7106">
                  <c:v>0.21008403361344499</c:v>
                </c:pt>
                <c:pt idx="7107">
                  <c:v>0.26730310262529799</c:v>
                </c:pt>
                <c:pt idx="7108">
                  <c:v>0.23991031390134501</c:v>
                </c:pt>
                <c:pt idx="7109">
                  <c:v>0.25531914893617003</c:v>
                </c:pt>
                <c:pt idx="7110">
                  <c:v>0.25235849056603699</c:v>
                </c:pt>
                <c:pt idx="7111">
                  <c:v>0.187919463087248</c:v>
                </c:pt>
                <c:pt idx="7112">
                  <c:v>0.28787878787878701</c:v>
                </c:pt>
                <c:pt idx="7113">
                  <c:v>0.21538461538461501</c:v>
                </c:pt>
                <c:pt idx="7114">
                  <c:v>0.20240480961923801</c:v>
                </c:pt>
                <c:pt idx="7115">
                  <c:v>0.17224880382775101</c:v>
                </c:pt>
                <c:pt idx="7116">
                  <c:v>0.2</c:v>
                </c:pt>
                <c:pt idx="7117">
                  <c:v>0.240875912408759</c:v>
                </c:pt>
                <c:pt idx="7118">
                  <c:v>0.316504854368932</c:v>
                </c:pt>
                <c:pt idx="7119">
                  <c:v>0.28336755646817202</c:v>
                </c:pt>
                <c:pt idx="7120">
                  <c:v>0.209876543209876</c:v>
                </c:pt>
                <c:pt idx="7121">
                  <c:v>0.240875912408759</c:v>
                </c:pt>
                <c:pt idx="7122">
                  <c:v>0.19956616052060699</c:v>
                </c:pt>
                <c:pt idx="7123">
                  <c:v>0.22292993630573199</c:v>
                </c:pt>
                <c:pt idx="7124">
                  <c:v>0.34989200863930803</c:v>
                </c:pt>
                <c:pt idx="7125">
                  <c:v>0.180451127819548</c:v>
                </c:pt>
                <c:pt idx="7126">
                  <c:v>0.23966942148760301</c:v>
                </c:pt>
                <c:pt idx="7127">
                  <c:v>0.30117647058823499</c:v>
                </c:pt>
                <c:pt idx="7128">
                  <c:v>0.27152317880794702</c:v>
                </c:pt>
                <c:pt idx="7129">
                  <c:v>0.28904428904428903</c:v>
                </c:pt>
                <c:pt idx="7130">
                  <c:v>0.28604651162790601</c:v>
                </c:pt>
                <c:pt idx="7131">
                  <c:v>0.21806167400880999</c:v>
                </c:pt>
                <c:pt idx="7132">
                  <c:v>0.324189526184538</c:v>
                </c:pt>
                <c:pt idx="7133">
                  <c:v>0.24137931034482701</c:v>
                </c:pt>
                <c:pt idx="7134">
                  <c:v>0.227897838899803</c:v>
                </c:pt>
                <c:pt idx="7135">
                  <c:v>0.2</c:v>
                </c:pt>
                <c:pt idx="7136">
                  <c:v>0.22916666666666599</c:v>
                </c:pt>
                <c:pt idx="7137">
                  <c:v>0.27338129496402802</c:v>
                </c:pt>
                <c:pt idx="7138">
                  <c:v>0.34732824427480902</c:v>
                </c:pt>
                <c:pt idx="7139">
                  <c:v>0.31515151515151502</c:v>
                </c:pt>
                <c:pt idx="7140">
                  <c:v>0.25319693094629098</c:v>
                </c:pt>
                <c:pt idx="7141">
                  <c:v>0.28787878787878701</c:v>
                </c:pt>
                <c:pt idx="7142">
                  <c:v>0.23991031390134501</c:v>
                </c:pt>
                <c:pt idx="7143">
                  <c:v>0.26315789473684198</c:v>
                </c:pt>
                <c:pt idx="7144">
                  <c:v>0.40765765765765699</c:v>
                </c:pt>
                <c:pt idx="7145">
                  <c:v>0.22020725388601001</c:v>
                </c:pt>
                <c:pt idx="7146">
                  <c:v>0.28479657387580298</c:v>
                </c:pt>
                <c:pt idx="7147">
                  <c:v>0.355392156862745</c:v>
                </c:pt>
                <c:pt idx="7148">
                  <c:v>0.32110091743119201</c:v>
                </c:pt>
                <c:pt idx="7149">
                  <c:v>0.34223300970873699</c:v>
                </c:pt>
                <c:pt idx="7150">
                  <c:v>0.338983050847457</c:v>
                </c:pt>
                <c:pt idx="7151">
                  <c:v>0.26255707762557001</c:v>
                </c:pt>
                <c:pt idx="7152">
                  <c:v>0.3828125</c:v>
                </c:pt>
                <c:pt idx="7153">
                  <c:v>0.28285077951002202</c:v>
                </c:pt>
                <c:pt idx="7154">
                  <c:v>0.267748478701825</c:v>
                </c:pt>
                <c:pt idx="7155">
                  <c:v>0.240875912408759</c:v>
                </c:pt>
                <c:pt idx="7156">
                  <c:v>0.27338129496402802</c:v>
                </c:pt>
                <c:pt idx="7157">
                  <c:v>0.324189526184538</c:v>
                </c:pt>
                <c:pt idx="7158">
                  <c:v>0.38976377952755897</c:v>
                </c:pt>
                <c:pt idx="7159">
                  <c:v>0.36764705882352899</c:v>
                </c:pt>
                <c:pt idx="7160">
                  <c:v>0.40604751619870399</c:v>
                </c:pt>
                <c:pt idx="7161">
                  <c:v>0.430379746835443</c:v>
                </c:pt>
                <c:pt idx="7162">
                  <c:v>0.35859519408502699</c:v>
                </c:pt>
                <c:pt idx="7163">
                  <c:v>0.37589928057553901</c:v>
                </c:pt>
                <c:pt idx="7164">
                  <c:v>0.389261744966442</c:v>
                </c:pt>
                <c:pt idx="7165">
                  <c:v>0.37362637362637302</c:v>
                </c:pt>
                <c:pt idx="7166">
                  <c:v>0.370051635111876</c:v>
                </c:pt>
                <c:pt idx="7167">
                  <c:v>0.435546875</c:v>
                </c:pt>
                <c:pt idx="7168">
                  <c:v>0.403669724770642</c:v>
                </c:pt>
                <c:pt idx="7169">
                  <c:v>0.43274853801169499</c:v>
                </c:pt>
                <c:pt idx="7170">
                  <c:v>0.42718446601941701</c:v>
                </c:pt>
                <c:pt idx="7171">
                  <c:v>0.37383177570093401</c:v>
                </c:pt>
                <c:pt idx="7172">
                  <c:v>0.50533049040511702</c:v>
                </c:pt>
                <c:pt idx="7173">
                  <c:v>0.38838475499092501</c:v>
                </c:pt>
                <c:pt idx="7174">
                  <c:v>0.35515548281505699</c:v>
                </c:pt>
                <c:pt idx="7175">
                  <c:v>0.38367346938775498</c:v>
                </c:pt>
                <c:pt idx="7176">
                  <c:v>0.40637450199203101</c:v>
                </c:pt>
                <c:pt idx="7177">
                  <c:v>0.43788187372708698</c:v>
                </c:pt>
                <c:pt idx="7178">
                  <c:v>0.34393063583814998</c:v>
                </c:pt>
                <c:pt idx="7179">
                  <c:v>0.37539936102236399</c:v>
                </c:pt>
                <c:pt idx="7180">
                  <c:v>0.33928571428571402</c:v>
                </c:pt>
                <c:pt idx="7181">
                  <c:v>0.37362637362637302</c:v>
                </c:pt>
                <c:pt idx="7182">
                  <c:v>0.30635838150289002</c:v>
                </c:pt>
                <c:pt idx="7183">
                  <c:v>0.33207547169811302</c:v>
                </c:pt>
                <c:pt idx="7184">
                  <c:v>0.39853747714808002</c:v>
                </c:pt>
                <c:pt idx="7185">
                  <c:v>0.30612244897959101</c:v>
                </c:pt>
                <c:pt idx="7186">
                  <c:v>0.34369287020109601</c:v>
                </c:pt>
                <c:pt idx="7187">
                  <c:v>0.430379746835443</c:v>
                </c:pt>
                <c:pt idx="7188">
                  <c:v>0.38976377952755897</c:v>
                </c:pt>
                <c:pt idx="7189">
                  <c:v>0.418410041841004</c:v>
                </c:pt>
                <c:pt idx="7190">
                  <c:v>0.41249999999999998</c:v>
                </c:pt>
                <c:pt idx="7191">
                  <c:v>0.321637426900584</c:v>
                </c:pt>
                <c:pt idx="7192">
                  <c:v>0.453125</c:v>
                </c:pt>
                <c:pt idx="7193">
                  <c:v>0.34732824427480902</c:v>
                </c:pt>
                <c:pt idx="7194">
                  <c:v>0.33275261324041799</c:v>
                </c:pt>
                <c:pt idx="7195">
                  <c:v>0.32135306553911203</c:v>
                </c:pt>
                <c:pt idx="7196">
                  <c:v>0.35343035343035301</c:v>
                </c:pt>
                <c:pt idx="7197">
                  <c:v>0.40909090909090901</c:v>
                </c:pt>
                <c:pt idx="7198">
                  <c:v>0.37539936102236399</c:v>
                </c:pt>
                <c:pt idx="7199">
                  <c:v>0.38194444444444398</c:v>
                </c:pt>
                <c:pt idx="7200">
                  <c:v>0.30151843817787399</c:v>
                </c:pt>
                <c:pt idx="7201">
                  <c:v>0.31856540084388102</c:v>
                </c:pt>
                <c:pt idx="7202">
                  <c:v>0.27204502814258902</c:v>
                </c:pt>
                <c:pt idx="7203">
                  <c:v>0.28597449908925299</c:v>
                </c:pt>
                <c:pt idx="7204">
                  <c:v>0.33741258741258701</c:v>
                </c:pt>
                <c:pt idx="7205">
                  <c:v>0.28000000000000003</c:v>
                </c:pt>
                <c:pt idx="7206">
                  <c:v>0.28721541155866898</c:v>
                </c:pt>
                <c:pt idx="7207">
                  <c:v>0.34523809523809501</c:v>
                </c:pt>
                <c:pt idx="7208">
                  <c:v>0.31962616822429901</c:v>
                </c:pt>
                <c:pt idx="7209">
                  <c:v>0.33992094861659999</c:v>
                </c:pt>
                <c:pt idx="7210">
                  <c:v>0.33727810650887502</c:v>
                </c:pt>
                <c:pt idx="7211">
                  <c:v>0.28652751423149903</c:v>
                </c:pt>
                <c:pt idx="7212">
                  <c:v>0.38216560509554098</c:v>
                </c:pt>
                <c:pt idx="7213">
                  <c:v>0.300184162062615</c:v>
                </c:pt>
                <c:pt idx="7214">
                  <c:v>0.27500000000000002</c:v>
                </c:pt>
                <c:pt idx="7215">
                  <c:v>0.28600823045267398</c:v>
                </c:pt>
                <c:pt idx="7216">
                  <c:v>0.30199999999999999</c:v>
                </c:pt>
                <c:pt idx="7217">
                  <c:v>0.33401639344262202</c:v>
                </c:pt>
                <c:pt idx="7218">
                  <c:v>0.30851063829787201</c:v>
                </c:pt>
                <c:pt idx="7219">
                  <c:v>0.320066334991708</c:v>
                </c:pt>
                <c:pt idx="7220">
                  <c:v>0.33262260127931698</c:v>
                </c:pt>
                <c:pt idx="7221">
                  <c:v>0.35062240663900401</c:v>
                </c:pt>
                <c:pt idx="7222">
                  <c:v>0.300184162062615</c:v>
                </c:pt>
                <c:pt idx="7223">
                  <c:v>0.3125</c:v>
                </c:pt>
                <c:pt idx="7224">
                  <c:v>0.36068376068376001</c:v>
                </c:pt>
                <c:pt idx="7225">
                  <c:v>0.31004366812227002</c:v>
                </c:pt>
                <c:pt idx="7226">
                  <c:v>0.316695352839931</c:v>
                </c:pt>
                <c:pt idx="7227">
                  <c:v>0.37354085603112802</c:v>
                </c:pt>
                <c:pt idx="7228">
                  <c:v>0.34615384615384598</c:v>
                </c:pt>
                <c:pt idx="7229">
                  <c:v>0.36821705426356499</c:v>
                </c:pt>
                <c:pt idx="7230">
                  <c:v>0.36557059961315203</c:v>
                </c:pt>
                <c:pt idx="7231">
                  <c:v>0.31716417910447697</c:v>
                </c:pt>
                <c:pt idx="7232">
                  <c:v>0.41544885177453</c:v>
                </c:pt>
                <c:pt idx="7233">
                  <c:v>0.32671480144404302</c:v>
                </c:pt>
                <c:pt idx="7234">
                  <c:v>0.30065359477124098</c:v>
                </c:pt>
                <c:pt idx="7235">
                  <c:v>0.31515151515151502</c:v>
                </c:pt>
                <c:pt idx="7236">
                  <c:v>0.33202357563850599</c:v>
                </c:pt>
                <c:pt idx="7237">
                  <c:v>0.36693548387096703</c:v>
                </c:pt>
                <c:pt idx="7238">
                  <c:v>0.322008862629246</c:v>
                </c:pt>
                <c:pt idx="7239">
                  <c:v>0.34197730956239802</c:v>
                </c:pt>
                <c:pt idx="7240">
                  <c:v>0.27924528301886697</c:v>
                </c:pt>
                <c:pt idx="7241">
                  <c:v>0.29541284403669699</c:v>
                </c:pt>
                <c:pt idx="7242">
                  <c:v>0.25</c:v>
                </c:pt>
                <c:pt idx="7243">
                  <c:v>0.26148969889064899</c:v>
                </c:pt>
                <c:pt idx="7244">
                  <c:v>0.30652503793626701</c:v>
                </c:pt>
                <c:pt idx="7245">
                  <c:v>0.259187620889748</c:v>
                </c:pt>
                <c:pt idx="7246">
                  <c:v>0.26219512195121902</c:v>
                </c:pt>
                <c:pt idx="7247">
                  <c:v>0.31443298969072098</c:v>
                </c:pt>
                <c:pt idx="7248">
                  <c:v>0.29430894308943001</c:v>
                </c:pt>
                <c:pt idx="7249">
                  <c:v>0.31217838765008499</c:v>
                </c:pt>
                <c:pt idx="7250">
                  <c:v>0.30993150684931497</c:v>
                </c:pt>
                <c:pt idx="7251">
                  <c:v>0.26029654036243799</c:v>
                </c:pt>
                <c:pt idx="7252">
                  <c:v>0.34862385321100903</c:v>
                </c:pt>
                <c:pt idx="7253">
                  <c:v>0.27360000000000001</c:v>
                </c:pt>
                <c:pt idx="7254">
                  <c:v>0.25327510917030499</c:v>
                </c:pt>
                <c:pt idx="7255">
                  <c:v>0.26523297491039399</c:v>
                </c:pt>
                <c:pt idx="7256">
                  <c:v>0.28048780487804797</c:v>
                </c:pt>
                <c:pt idx="7257">
                  <c:v>0.30550621669626998</c:v>
                </c:pt>
                <c:pt idx="7258">
                  <c:v>0.27777777777777701</c:v>
                </c:pt>
                <c:pt idx="7259">
                  <c:v>0.29148629148629102</c:v>
                </c:pt>
                <c:pt idx="7260">
                  <c:v>0.30499075785582203</c:v>
                </c:pt>
                <c:pt idx="7261">
                  <c:v>0.31956912028725298</c:v>
                </c:pt>
                <c:pt idx="7262">
                  <c:v>0.27360000000000001</c:v>
                </c:pt>
                <c:pt idx="7263">
                  <c:v>0.28173374613002999</c:v>
                </c:pt>
                <c:pt idx="7264">
                  <c:v>0.32396449704142</c:v>
                </c:pt>
                <c:pt idx="7265">
                  <c:v>0.28409090909090901</c:v>
                </c:pt>
                <c:pt idx="7266">
                  <c:v>0.28699551569506698</c:v>
                </c:pt>
                <c:pt idx="7267">
                  <c:v>0.33557046979865701</c:v>
                </c:pt>
                <c:pt idx="7268">
                  <c:v>0.314285714285714</c:v>
                </c:pt>
                <c:pt idx="7269">
                  <c:v>0.33333333333333298</c:v>
                </c:pt>
                <c:pt idx="7270">
                  <c:v>0.331103678929765</c:v>
                </c:pt>
                <c:pt idx="7271">
                  <c:v>0.28594507269789898</c:v>
                </c:pt>
                <c:pt idx="7272">
                  <c:v>0.37342908438061001</c:v>
                </c:pt>
                <c:pt idx="7273">
                  <c:v>0.29375000000000001</c:v>
                </c:pt>
                <c:pt idx="7274">
                  <c:v>0.27311522048364101</c:v>
                </c:pt>
                <c:pt idx="7275">
                  <c:v>0.28947368421052599</c:v>
                </c:pt>
                <c:pt idx="7276">
                  <c:v>0.30323679727427599</c:v>
                </c:pt>
                <c:pt idx="7277">
                  <c:v>0.33043478260869502</c:v>
                </c:pt>
                <c:pt idx="7278">
                  <c:v>0.28754813863928103</c:v>
                </c:pt>
                <c:pt idx="7279">
                  <c:v>0.30801687763712998</c:v>
                </c:pt>
                <c:pt idx="7280">
                  <c:v>0.39853747714808002</c:v>
                </c:pt>
                <c:pt idx="7281">
                  <c:v>0.39649122807017501</c:v>
                </c:pt>
                <c:pt idx="7282">
                  <c:v>0.35164835164835101</c:v>
                </c:pt>
                <c:pt idx="7283">
                  <c:v>0.34789156626506001</c:v>
                </c:pt>
                <c:pt idx="7284">
                  <c:v>0.330578512396694</c:v>
                </c:pt>
                <c:pt idx="7285">
                  <c:v>0.38679245283018798</c:v>
                </c:pt>
                <c:pt idx="7286">
                  <c:v>0.33428981348636999</c:v>
                </c:pt>
                <c:pt idx="7287">
                  <c:v>0.37539936102236399</c:v>
                </c:pt>
                <c:pt idx="7288">
                  <c:v>0.34992458521870201</c:v>
                </c:pt>
                <c:pt idx="7289">
                  <c:v>0.37320574162679399</c:v>
                </c:pt>
                <c:pt idx="7290">
                  <c:v>0.36883942766295702</c:v>
                </c:pt>
                <c:pt idx="7291">
                  <c:v>0.362341772151898</c:v>
                </c:pt>
                <c:pt idx="7292">
                  <c:v>0.432525951557093</c:v>
                </c:pt>
                <c:pt idx="7293">
                  <c:v>0.35811836115326201</c:v>
                </c:pt>
                <c:pt idx="7294">
                  <c:v>0.31967213114754101</c:v>
                </c:pt>
                <c:pt idx="7295">
                  <c:v>0.37716262975778497</c:v>
                </c:pt>
                <c:pt idx="7296">
                  <c:v>0.37541528239202598</c:v>
                </c:pt>
                <c:pt idx="7297">
                  <c:v>0.38693467336683401</c:v>
                </c:pt>
                <c:pt idx="7298">
                  <c:v>0.29496402877697803</c:v>
                </c:pt>
                <c:pt idx="7299">
                  <c:v>0.32147562582345102</c:v>
                </c:pt>
                <c:pt idx="7300">
                  <c:v>0.26872246696035201</c:v>
                </c:pt>
                <c:pt idx="7301">
                  <c:v>0.28479657387580298</c:v>
                </c:pt>
                <c:pt idx="7302">
                  <c:v>0.24236641221374</c:v>
                </c:pt>
                <c:pt idx="7303">
                  <c:v>0.25555555555555498</c:v>
                </c:pt>
                <c:pt idx="7304">
                  <c:v>0.30550621669626998</c:v>
                </c:pt>
                <c:pt idx="7305">
                  <c:v>0.24830699774266299</c:v>
                </c:pt>
                <c:pt idx="7306">
                  <c:v>0.25846702317290499</c:v>
                </c:pt>
                <c:pt idx="7307">
                  <c:v>0.309859154929577</c:v>
                </c:pt>
                <c:pt idx="7308">
                  <c:v>0.28652751423149903</c:v>
                </c:pt>
                <c:pt idx="7309">
                  <c:v>0.304609218436873</c:v>
                </c:pt>
                <c:pt idx="7310">
                  <c:v>0.30199999999999999</c:v>
                </c:pt>
                <c:pt idx="7311">
                  <c:v>0.25433526011560598</c:v>
                </c:pt>
                <c:pt idx="7312">
                  <c:v>0.346982758620689</c:v>
                </c:pt>
                <c:pt idx="7313">
                  <c:v>0.26966292134831399</c:v>
                </c:pt>
                <c:pt idx="7314">
                  <c:v>0.24787775891341199</c:v>
                </c:pt>
                <c:pt idx="7315">
                  <c:v>0.255230125523012</c:v>
                </c:pt>
                <c:pt idx="7316">
                  <c:v>0.27032520325203202</c:v>
                </c:pt>
                <c:pt idx="7317">
                  <c:v>0.299376299376299</c:v>
                </c:pt>
                <c:pt idx="7318">
                  <c:v>0.28571428571428498</c:v>
                </c:pt>
                <c:pt idx="7319">
                  <c:v>0.294416243654822</c:v>
                </c:pt>
                <c:pt idx="7320">
                  <c:v>0.31956912028725298</c:v>
                </c:pt>
                <c:pt idx="7321">
                  <c:v>0.33507853403141302</c:v>
                </c:pt>
                <c:pt idx="7322">
                  <c:v>0.28372093023255801</c:v>
                </c:pt>
                <c:pt idx="7323">
                  <c:v>0.29473684210526302</c:v>
                </c:pt>
                <c:pt idx="7324">
                  <c:v>0.31541725601131498</c:v>
                </c:pt>
                <c:pt idx="7325">
                  <c:v>0.300184162062615</c:v>
                </c:pt>
                <c:pt idx="7326">
                  <c:v>0.28407460545193602</c:v>
                </c:pt>
                <c:pt idx="7327">
                  <c:v>0.34197730956239802</c:v>
                </c:pt>
                <c:pt idx="7328">
                  <c:v>0.31852986217457802</c:v>
                </c:pt>
                <c:pt idx="7329">
                  <c:v>0.33764135702746301</c:v>
                </c:pt>
                <c:pt idx="7330">
                  <c:v>0.33548387096774102</c:v>
                </c:pt>
                <c:pt idx="7331">
                  <c:v>0.29173166926677002</c:v>
                </c:pt>
                <c:pt idx="7332">
                  <c:v>0.384347826086956</c:v>
                </c:pt>
                <c:pt idx="7333">
                  <c:v>0.30454545454545401</c:v>
                </c:pt>
                <c:pt idx="7334">
                  <c:v>0.28099173553718998</c:v>
                </c:pt>
                <c:pt idx="7335">
                  <c:v>0.30323679727427599</c:v>
                </c:pt>
                <c:pt idx="7336">
                  <c:v>0.31788079470198599</c:v>
                </c:pt>
                <c:pt idx="7337">
                  <c:v>0.34459459459459402</c:v>
                </c:pt>
                <c:pt idx="7338">
                  <c:v>0.28044280442804398</c:v>
                </c:pt>
                <c:pt idx="7339">
                  <c:v>0.30188679245283001</c:v>
                </c:pt>
                <c:pt idx="7340">
                  <c:v>0.38934426229508101</c:v>
                </c:pt>
                <c:pt idx="7341">
                  <c:v>0.40357852882703699</c:v>
                </c:pt>
                <c:pt idx="7342">
                  <c:v>0.34920634920634902</c:v>
                </c:pt>
                <c:pt idx="7343">
                  <c:v>0.35604770017035697</c:v>
                </c:pt>
                <c:pt idx="7344">
                  <c:v>0.37320574162679399</c:v>
                </c:pt>
                <c:pt idx="7345">
                  <c:v>0.36764705882352899</c:v>
                </c:pt>
                <c:pt idx="7346">
                  <c:v>0.35515548281505699</c:v>
                </c:pt>
                <c:pt idx="7347">
                  <c:v>0.411439114391143</c:v>
                </c:pt>
                <c:pt idx="7348">
                  <c:v>0.38194444444444398</c:v>
                </c:pt>
                <c:pt idx="7349">
                  <c:v>0.40625</c:v>
                </c:pt>
                <c:pt idx="7350">
                  <c:v>0.403669724770642</c:v>
                </c:pt>
                <c:pt idx="7351">
                  <c:v>0.36607142857142799</c:v>
                </c:pt>
                <c:pt idx="7352">
                  <c:v>0.46123260437375702</c:v>
                </c:pt>
                <c:pt idx="7353">
                  <c:v>0.370051635111876</c:v>
                </c:pt>
                <c:pt idx="7354">
                  <c:v>0.33695652173912999</c:v>
                </c:pt>
                <c:pt idx="7355">
                  <c:v>0.36821705426356499</c:v>
                </c:pt>
                <c:pt idx="7356">
                  <c:v>0.38157894736842102</c:v>
                </c:pt>
                <c:pt idx="7357">
                  <c:v>0.41346153846153799</c:v>
                </c:pt>
                <c:pt idx="7358">
                  <c:v>0.330578512396694</c:v>
                </c:pt>
                <c:pt idx="7359">
                  <c:v>0.36018237082066801</c:v>
                </c:pt>
                <c:pt idx="7360">
                  <c:v>0.35769230769230698</c:v>
                </c:pt>
                <c:pt idx="7361">
                  <c:v>0.37126865671641701</c:v>
                </c:pt>
                <c:pt idx="7362">
                  <c:v>0.320066334991708</c:v>
                </c:pt>
                <c:pt idx="7363">
                  <c:v>0.32905296950240698</c:v>
                </c:pt>
                <c:pt idx="7364">
                  <c:v>0.34182908545727098</c:v>
                </c:pt>
                <c:pt idx="7365">
                  <c:v>0.33727810650887502</c:v>
                </c:pt>
                <c:pt idx="7366">
                  <c:v>0.32258064516128998</c:v>
                </c:pt>
                <c:pt idx="7367">
                  <c:v>0.37716262975778497</c:v>
                </c:pt>
                <c:pt idx="7368">
                  <c:v>0.34634146341463401</c:v>
                </c:pt>
                <c:pt idx="7369">
                  <c:v>0.370051635111876</c:v>
                </c:pt>
                <c:pt idx="7370">
                  <c:v>0.365351629502572</c:v>
                </c:pt>
                <c:pt idx="7371">
                  <c:v>0.33333333333333298</c:v>
                </c:pt>
                <c:pt idx="7372">
                  <c:v>0.42723880597014902</c:v>
                </c:pt>
                <c:pt idx="7373">
                  <c:v>0.33980582524271802</c:v>
                </c:pt>
                <c:pt idx="7374">
                  <c:v>0.30847953216374202</c:v>
                </c:pt>
                <c:pt idx="7375">
                  <c:v>0.33879781420764998</c:v>
                </c:pt>
                <c:pt idx="7376">
                  <c:v>0.35159010600706703</c:v>
                </c:pt>
                <c:pt idx="7377">
                  <c:v>0.38086642599277898</c:v>
                </c:pt>
                <c:pt idx="7378">
                  <c:v>0.30598958333333298</c:v>
                </c:pt>
                <c:pt idx="7379">
                  <c:v>0.32857142857142801</c:v>
                </c:pt>
                <c:pt idx="7380">
                  <c:v>0.38650306748466201</c:v>
                </c:pt>
                <c:pt idx="7381">
                  <c:v>0.40079365079364998</c:v>
                </c:pt>
                <c:pt idx="7382">
                  <c:v>0.34446397188049199</c:v>
                </c:pt>
                <c:pt idx="7383">
                  <c:v>0.351443123938879</c:v>
                </c:pt>
                <c:pt idx="7384">
                  <c:v>0.36666666666666597</c:v>
                </c:pt>
                <c:pt idx="7385">
                  <c:v>0.36192468619246798</c:v>
                </c:pt>
                <c:pt idx="7386">
                  <c:v>0.34634146341463401</c:v>
                </c:pt>
                <c:pt idx="7387">
                  <c:v>0.403669724770642</c:v>
                </c:pt>
                <c:pt idx="7388">
                  <c:v>0.374784110535405</c:v>
                </c:pt>
                <c:pt idx="7389">
                  <c:v>0.395985401459854</c:v>
                </c:pt>
                <c:pt idx="7390">
                  <c:v>0.395985401459854</c:v>
                </c:pt>
                <c:pt idx="7391">
                  <c:v>0.361209964412811</c:v>
                </c:pt>
                <c:pt idx="7392">
                  <c:v>0.46123260437375702</c:v>
                </c:pt>
                <c:pt idx="7393">
                  <c:v>0.365351629502572</c:v>
                </c:pt>
                <c:pt idx="7394">
                  <c:v>0.33075734157650599</c:v>
                </c:pt>
                <c:pt idx="7395">
                  <c:v>0.36557059961315203</c:v>
                </c:pt>
                <c:pt idx="7396">
                  <c:v>0.37898686679174398</c:v>
                </c:pt>
                <c:pt idx="7397">
                  <c:v>0.410748560460652</c:v>
                </c:pt>
                <c:pt idx="7398">
                  <c:v>0.32692307692307598</c:v>
                </c:pt>
                <c:pt idx="7399">
                  <c:v>0.35196374622356402</c:v>
                </c:pt>
                <c:pt idx="7400">
                  <c:v>0.37804878048780399</c:v>
                </c:pt>
                <c:pt idx="7401">
                  <c:v>0.39250493096646899</c:v>
                </c:pt>
                <c:pt idx="7402">
                  <c:v>0.33741258741258701</c:v>
                </c:pt>
                <c:pt idx="7403">
                  <c:v>0.34686971235194503</c:v>
                </c:pt>
                <c:pt idx="7404">
                  <c:v>0.36018957345971497</c:v>
                </c:pt>
                <c:pt idx="7405">
                  <c:v>0.35625000000000001</c:v>
                </c:pt>
                <c:pt idx="7406">
                  <c:v>0.33980582524271802</c:v>
                </c:pt>
                <c:pt idx="7407">
                  <c:v>0.39853747714808002</c:v>
                </c:pt>
                <c:pt idx="7408">
                  <c:v>0.365351629502572</c:v>
                </c:pt>
                <c:pt idx="7409">
                  <c:v>0.39090909090908998</c:v>
                </c:pt>
                <c:pt idx="7410">
                  <c:v>0.38586956521739102</c:v>
                </c:pt>
                <c:pt idx="7411">
                  <c:v>0.35159010600706703</c:v>
                </c:pt>
                <c:pt idx="7412">
                  <c:v>0.45256916996047403</c:v>
                </c:pt>
                <c:pt idx="7413">
                  <c:v>0.35836177474402697</c:v>
                </c:pt>
                <c:pt idx="7414">
                  <c:v>0.32461538461538397</c:v>
                </c:pt>
                <c:pt idx="7415">
                  <c:v>0.35769230769230698</c:v>
                </c:pt>
                <c:pt idx="7416">
                  <c:v>0.37126865671641701</c:v>
                </c:pt>
                <c:pt idx="7417">
                  <c:v>0.40267175572518998</c:v>
                </c:pt>
                <c:pt idx="7418">
                  <c:v>0.32147742818057401</c:v>
                </c:pt>
                <c:pt idx="7419">
                  <c:v>0.34586466165413499</c:v>
                </c:pt>
                <c:pt idx="7420">
                  <c:v>0.29885057471264298</c:v>
                </c:pt>
                <c:pt idx="7421">
                  <c:v>0.31226765799256501</c:v>
                </c:pt>
                <c:pt idx="7422">
                  <c:v>0.26446280991735499</c:v>
                </c:pt>
                <c:pt idx="7423">
                  <c:v>0.27564102564102499</c:v>
                </c:pt>
                <c:pt idx="7424">
                  <c:v>0.31852986217457802</c:v>
                </c:pt>
                <c:pt idx="7425">
                  <c:v>0.27897838899803501</c:v>
                </c:pt>
                <c:pt idx="7426">
                  <c:v>0.27384615384615302</c:v>
                </c:pt>
                <c:pt idx="7427">
                  <c:v>0.33043478260869502</c:v>
                </c:pt>
                <c:pt idx="7428">
                  <c:v>0.30706075533661698</c:v>
                </c:pt>
                <c:pt idx="7429">
                  <c:v>0.328125</c:v>
                </c:pt>
                <c:pt idx="7430">
                  <c:v>0.32352941176470501</c:v>
                </c:pt>
                <c:pt idx="7431">
                  <c:v>0.26865671641791</c:v>
                </c:pt>
                <c:pt idx="7432">
                  <c:v>0.36363636363636298</c:v>
                </c:pt>
                <c:pt idx="7433">
                  <c:v>0.27974276527331099</c:v>
                </c:pt>
                <c:pt idx="7434">
                  <c:v>0.26617647058823501</c:v>
                </c:pt>
                <c:pt idx="7435">
                  <c:v>0.28363636363636302</c:v>
                </c:pt>
                <c:pt idx="7436">
                  <c:v>0.296296296296296</c:v>
                </c:pt>
                <c:pt idx="7437">
                  <c:v>0.32194244604316502</c:v>
                </c:pt>
                <c:pt idx="7438">
                  <c:v>0.28799999999999998</c:v>
                </c:pt>
                <c:pt idx="7439">
                  <c:v>0.30276564774381298</c:v>
                </c:pt>
                <c:pt idx="7440">
                  <c:v>0.41830065359477098</c:v>
                </c:pt>
                <c:pt idx="7441">
                  <c:v>0.43644067796610098</c:v>
                </c:pt>
                <c:pt idx="7442">
                  <c:v>0.36617100371747202</c:v>
                </c:pt>
                <c:pt idx="7443">
                  <c:v>0.37837837837837801</c:v>
                </c:pt>
                <c:pt idx="7444">
                  <c:v>0.41056218057921601</c:v>
                </c:pt>
                <c:pt idx="7445">
                  <c:v>0.39508928571428498</c:v>
                </c:pt>
                <c:pt idx="7446">
                  <c:v>0.37716262975778497</c:v>
                </c:pt>
                <c:pt idx="7447">
                  <c:v>0.45256916996047403</c:v>
                </c:pt>
                <c:pt idx="7448">
                  <c:v>0.42193308550185799</c:v>
                </c:pt>
                <c:pt idx="7449">
                  <c:v>0.44970414201183401</c:v>
                </c:pt>
                <c:pt idx="7450">
                  <c:v>0.446850393700787</c:v>
                </c:pt>
                <c:pt idx="7451">
                  <c:v>0.38157894736842102</c:v>
                </c:pt>
                <c:pt idx="7452">
                  <c:v>0.492600422832981</c:v>
                </c:pt>
                <c:pt idx="7453">
                  <c:v>0.39090909090908998</c:v>
                </c:pt>
                <c:pt idx="7454">
                  <c:v>0.36184210526315702</c:v>
                </c:pt>
                <c:pt idx="7455">
                  <c:v>0.39506172839506098</c:v>
                </c:pt>
                <c:pt idx="7456">
                  <c:v>0.41199999999999998</c:v>
                </c:pt>
                <c:pt idx="7457">
                  <c:v>0.446721311475409</c:v>
                </c:pt>
                <c:pt idx="7458">
                  <c:v>0.35568513119533501</c:v>
                </c:pt>
                <c:pt idx="7459">
                  <c:v>0.39320388349514501</c:v>
                </c:pt>
                <c:pt idx="7460">
                  <c:v>0.32209737827715301</c:v>
                </c:pt>
                <c:pt idx="7461">
                  <c:v>0.33393829401088898</c:v>
                </c:pt>
                <c:pt idx="7462">
                  <c:v>0.28594507269789898</c:v>
                </c:pt>
                <c:pt idx="7463">
                  <c:v>0.29375000000000001</c:v>
                </c:pt>
                <c:pt idx="7464">
                  <c:v>0.33383010432190702</c:v>
                </c:pt>
                <c:pt idx="7465">
                  <c:v>0.30384615384615299</c:v>
                </c:pt>
                <c:pt idx="7466">
                  <c:v>0.296686746987951</c:v>
                </c:pt>
                <c:pt idx="7467">
                  <c:v>0.34915254237288101</c:v>
                </c:pt>
                <c:pt idx="7468">
                  <c:v>0.32479999999999998</c:v>
                </c:pt>
                <c:pt idx="7469">
                  <c:v>0.34686971235194503</c:v>
                </c:pt>
                <c:pt idx="7470">
                  <c:v>0.34232715008431702</c:v>
                </c:pt>
                <c:pt idx="7471">
                  <c:v>0.29011345218800599</c:v>
                </c:pt>
                <c:pt idx="7472">
                  <c:v>0.38336347197106602</c:v>
                </c:pt>
                <c:pt idx="7473">
                  <c:v>0.29780564263322801</c:v>
                </c:pt>
                <c:pt idx="7474">
                  <c:v>0.28407460545193602</c:v>
                </c:pt>
                <c:pt idx="7475">
                  <c:v>0.30550621669626998</c:v>
                </c:pt>
                <c:pt idx="7476">
                  <c:v>0.316695352839931</c:v>
                </c:pt>
                <c:pt idx="7477">
                  <c:v>0.34446397188049199</c:v>
                </c:pt>
                <c:pt idx="7478">
                  <c:v>0.29586563307493502</c:v>
                </c:pt>
                <c:pt idx="7479">
                  <c:v>0.31728045325778997</c:v>
                </c:pt>
                <c:pt idx="7480">
                  <c:v>0.29881154499151102</c:v>
                </c:pt>
                <c:pt idx="7481">
                  <c:v>0.313531353135313</c:v>
                </c:pt>
                <c:pt idx="7482">
                  <c:v>0.268041237113402</c:v>
                </c:pt>
                <c:pt idx="7483">
                  <c:v>0.27857142857142803</c:v>
                </c:pt>
                <c:pt idx="7484">
                  <c:v>0.30540540540540501</c:v>
                </c:pt>
                <c:pt idx="7485">
                  <c:v>0.28048780487804797</c:v>
                </c:pt>
                <c:pt idx="7486">
                  <c:v>0.27747252747252699</c:v>
                </c:pt>
                <c:pt idx="7487">
                  <c:v>0.32665639445300398</c:v>
                </c:pt>
                <c:pt idx="7488">
                  <c:v>0.30276564774381298</c:v>
                </c:pt>
                <c:pt idx="7489">
                  <c:v>0.32055214723926301</c:v>
                </c:pt>
                <c:pt idx="7490">
                  <c:v>0.31852986217457802</c:v>
                </c:pt>
                <c:pt idx="7491">
                  <c:v>0.28125</c:v>
                </c:pt>
                <c:pt idx="7492">
                  <c:v>0.35960591133004899</c:v>
                </c:pt>
                <c:pt idx="7493">
                  <c:v>0.28962536023054702</c:v>
                </c:pt>
                <c:pt idx="7494">
                  <c:v>0.26605504587155898</c:v>
                </c:pt>
                <c:pt idx="7495">
                  <c:v>0.28387096774193499</c:v>
                </c:pt>
                <c:pt idx="7496">
                  <c:v>0.29780564263322801</c:v>
                </c:pt>
                <c:pt idx="7497">
                  <c:v>0.32268370607028701</c:v>
                </c:pt>
                <c:pt idx="7498">
                  <c:v>0.27208480565371002</c:v>
                </c:pt>
                <c:pt idx="7499">
                  <c:v>0.29086229086228998</c:v>
                </c:pt>
                <c:pt idx="7500">
                  <c:v>0.28600823045267398</c:v>
                </c:pt>
                <c:pt idx="7501">
                  <c:v>0.30199999999999999</c:v>
                </c:pt>
                <c:pt idx="7502">
                  <c:v>0.25846702317290499</c:v>
                </c:pt>
                <c:pt idx="7503">
                  <c:v>0.271626297577854</c:v>
                </c:pt>
                <c:pt idx="7504">
                  <c:v>0.320066334991708</c:v>
                </c:pt>
                <c:pt idx="7505">
                  <c:v>0.265822784810126</c:v>
                </c:pt>
                <c:pt idx="7506">
                  <c:v>0.27287853577371002</c:v>
                </c:pt>
                <c:pt idx="7507">
                  <c:v>0.32706766917293201</c:v>
                </c:pt>
                <c:pt idx="7508">
                  <c:v>0.30319148936170198</c:v>
                </c:pt>
                <c:pt idx="7509">
                  <c:v>0.32209737827715301</c:v>
                </c:pt>
                <c:pt idx="7510">
                  <c:v>0.31962616822429901</c:v>
                </c:pt>
                <c:pt idx="7511">
                  <c:v>0.27207207207207201</c:v>
                </c:pt>
                <c:pt idx="7512">
                  <c:v>0.36144578313253001</c:v>
                </c:pt>
                <c:pt idx="7513">
                  <c:v>0.284965034965034</c:v>
                </c:pt>
                <c:pt idx="7514">
                  <c:v>0.26148969889064899</c:v>
                </c:pt>
                <c:pt idx="7515">
                  <c:v>0.271484375</c:v>
                </c:pt>
                <c:pt idx="7516">
                  <c:v>0.28652751423149903</c:v>
                </c:pt>
                <c:pt idx="7517">
                  <c:v>0.316504854368932</c:v>
                </c:pt>
                <c:pt idx="7518">
                  <c:v>0.29335260115606898</c:v>
                </c:pt>
                <c:pt idx="7519">
                  <c:v>0.30393700787401501</c:v>
                </c:pt>
                <c:pt idx="7520">
                  <c:v>0.31515151515151502</c:v>
                </c:pt>
                <c:pt idx="7521">
                  <c:v>0.33202357563850599</c:v>
                </c:pt>
                <c:pt idx="7522">
                  <c:v>0.284965034965034</c:v>
                </c:pt>
                <c:pt idx="7523">
                  <c:v>0.29661016949152502</c:v>
                </c:pt>
                <c:pt idx="7524">
                  <c:v>0.34197730956239802</c:v>
                </c:pt>
                <c:pt idx="7525">
                  <c:v>0.29399585921325</c:v>
                </c:pt>
                <c:pt idx="7526">
                  <c:v>0.30065359477124098</c:v>
                </c:pt>
                <c:pt idx="7527">
                  <c:v>0.35359116022099402</c:v>
                </c:pt>
                <c:pt idx="7528">
                  <c:v>0.328125</c:v>
                </c:pt>
                <c:pt idx="7529">
                  <c:v>0.34862385321100903</c:v>
                </c:pt>
                <c:pt idx="7530">
                  <c:v>0.34615384615384598</c:v>
                </c:pt>
                <c:pt idx="7531">
                  <c:v>0.30088495575221202</c:v>
                </c:pt>
                <c:pt idx="7532">
                  <c:v>0.39250493096646899</c:v>
                </c:pt>
                <c:pt idx="7533">
                  <c:v>0.30993150684931497</c:v>
                </c:pt>
                <c:pt idx="7534">
                  <c:v>0.28571428571428498</c:v>
                </c:pt>
                <c:pt idx="7535">
                  <c:v>0.29885057471264298</c:v>
                </c:pt>
                <c:pt idx="7536">
                  <c:v>0.314711359404096</c:v>
                </c:pt>
                <c:pt idx="7537">
                  <c:v>0.34732824427480902</c:v>
                </c:pt>
                <c:pt idx="7538">
                  <c:v>0.30617977528089801</c:v>
                </c:pt>
                <c:pt idx="7539">
                  <c:v>0.32461538461538397</c:v>
                </c:pt>
                <c:pt idx="7540">
                  <c:v>0.36477987421383601</c:v>
                </c:pt>
                <c:pt idx="7541">
                  <c:v>0.380855397148676</c:v>
                </c:pt>
                <c:pt idx="7542">
                  <c:v>0.329113924050632</c:v>
                </c:pt>
                <c:pt idx="7543">
                  <c:v>0.33741258741258701</c:v>
                </c:pt>
                <c:pt idx="7544">
                  <c:v>0.37313432835820898</c:v>
                </c:pt>
                <c:pt idx="7545">
                  <c:v>0.34120171673819699</c:v>
                </c:pt>
                <c:pt idx="7546">
                  <c:v>0.34232715008431702</c:v>
                </c:pt>
                <c:pt idx="7547">
                  <c:v>0.39733840304182499</c:v>
                </c:pt>
                <c:pt idx="7548">
                  <c:v>0.37096774193548299</c:v>
                </c:pt>
                <c:pt idx="7549">
                  <c:v>0.394686907020872</c:v>
                </c:pt>
                <c:pt idx="7550">
                  <c:v>0.39204545454545398</c:v>
                </c:pt>
                <c:pt idx="7551">
                  <c:v>0.34615384615384598</c:v>
                </c:pt>
                <c:pt idx="7552">
                  <c:v>0.43788187372708698</c:v>
                </c:pt>
                <c:pt idx="7553">
                  <c:v>0.35159010600706703</c:v>
                </c:pt>
                <c:pt idx="7554">
                  <c:v>0.32057416267942501</c:v>
                </c:pt>
                <c:pt idx="7555">
                  <c:v>0.34523809523809501</c:v>
                </c:pt>
                <c:pt idx="7556">
                  <c:v>0.360308285163776</c:v>
                </c:pt>
                <c:pt idx="7557">
                  <c:v>0.38976377952755897</c:v>
                </c:pt>
                <c:pt idx="7558">
                  <c:v>0.33047210300429097</c:v>
                </c:pt>
                <c:pt idx="7559">
                  <c:v>0.358044164037854</c:v>
                </c:pt>
                <c:pt idx="7560">
                  <c:v>0.34952978056426298</c:v>
                </c:pt>
                <c:pt idx="7561">
                  <c:v>0.34789156626506001</c:v>
                </c:pt>
                <c:pt idx="7562">
                  <c:v>0.30894308943089399</c:v>
                </c:pt>
                <c:pt idx="7563">
                  <c:v>0.30598958333333298</c:v>
                </c:pt>
                <c:pt idx="7564">
                  <c:v>0.29341317365269398</c:v>
                </c:pt>
                <c:pt idx="7565">
                  <c:v>0.34634146341463401</c:v>
                </c:pt>
                <c:pt idx="7566">
                  <c:v>0.296388542963885</c:v>
                </c:pt>
                <c:pt idx="7567">
                  <c:v>0.330578512396694</c:v>
                </c:pt>
                <c:pt idx="7568">
                  <c:v>0.31111111111111101</c:v>
                </c:pt>
                <c:pt idx="7569">
                  <c:v>0.330578512396694</c:v>
                </c:pt>
                <c:pt idx="7570">
                  <c:v>0.32692307692307598</c:v>
                </c:pt>
                <c:pt idx="7571">
                  <c:v>0.31787175989085897</c:v>
                </c:pt>
                <c:pt idx="7572">
                  <c:v>0.37168141592920301</c:v>
                </c:pt>
                <c:pt idx="7573">
                  <c:v>0.31454783748361698</c:v>
                </c:pt>
                <c:pt idx="7574">
                  <c:v>0.28418549346016603</c:v>
                </c:pt>
                <c:pt idx="7575">
                  <c:v>0.33184523809523803</c:v>
                </c:pt>
                <c:pt idx="7576">
                  <c:v>0.33047210300429097</c:v>
                </c:pt>
                <c:pt idx="7577">
                  <c:v>0.34005763688760798</c:v>
                </c:pt>
                <c:pt idx="7578">
                  <c:v>0.259685863874345</c:v>
                </c:pt>
                <c:pt idx="7579">
                  <c:v>0.28440366972476999</c:v>
                </c:pt>
                <c:pt idx="7580">
                  <c:v>0.374784110535405</c:v>
                </c:pt>
                <c:pt idx="7581">
                  <c:v>0.37770382695507398</c:v>
                </c:pt>
                <c:pt idx="7582">
                  <c:v>0.33184523809523803</c:v>
                </c:pt>
                <c:pt idx="7583">
                  <c:v>0.33047210300429097</c:v>
                </c:pt>
                <c:pt idx="7584">
                  <c:v>0.32147562582345102</c:v>
                </c:pt>
                <c:pt idx="7585">
                  <c:v>0.36363636363636298</c:v>
                </c:pt>
                <c:pt idx="7586">
                  <c:v>0.31607629427792899</c:v>
                </c:pt>
                <c:pt idx="7587">
                  <c:v>0.36225266362252601</c:v>
                </c:pt>
                <c:pt idx="7588">
                  <c:v>0.34005763688760798</c:v>
                </c:pt>
                <c:pt idx="7589">
                  <c:v>0.36018237082066801</c:v>
                </c:pt>
                <c:pt idx="7590">
                  <c:v>0.35811836115326201</c:v>
                </c:pt>
                <c:pt idx="7591">
                  <c:v>0.34384384384384298</c:v>
                </c:pt>
                <c:pt idx="7592">
                  <c:v>0.41147540983606501</c:v>
                </c:pt>
                <c:pt idx="7593">
                  <c:v>0.34005763688760798</c:v>
                </c:pt>
                <c:pt idx="7594">
                  <c:v>0.30598958333333298</c:v>
                </c:pt>
                <c:pt idx="7595">
                  <c:v>0.35515548281505699</c:v>
                </c:pt>
                <c:pt idx="7596">
                  <c:v>0.358044164037854</c:v>
                </c:pt>
                <c:pt idx="7597">
                  <c:v>0.37320574162679399</c:v>
                </c:pt>
                <c:pt idx="7598">
                  <c:v>0.28587830080367299</c:v>
                </c:pt>
                <c:pt idx="7599">
                  <c:v>0.30943396226414999</c:v>
                </c:pt>
                <c:pt idx="7600">
                  <c:v>0.25968109339407702</c:v>
                </c:pt>
                <c:pt idx="7601">
                  <c:v>0.28000000000000003</c:v>
                </c:pt>
                <c:pt idx="7602">
                  <c:v>0.237623762376237</c:v>
                </c:pt>
                <c:pt idx="7603">
                  <c:v>0.25433526011560598</c:v>
                </c:pt>
                <c:pt idx="7604">
                  <c:v>0.33459357277882701</c:v>
                </c:pt>
                <c:pt idx="7605">
                  <c:v>0.22916666666666599</c:v>
                </c:pt>
                <c:pt idx="7606">
                  <c:v>0.260223048327137</c:v>
                </c:pt>
                <c:pt idx="7607">
                  <c:v>0.31578947368421001</c:v>
                </c:pt>
                <c:pt idx="7608">
                  <c:v>0.28910891089108898</c:v>
                </c:pt>
                <c:pt idx="7609">
                  <c:v>0.30753138075313802</c:v>
                </c:pt>
                <c:pt idx="7610">
                  <c:v>0.30480167014613702</c:v>
                </c:pt>
                <c:pt idx="7611">
                  <c:v>0.25250501002004</c:v>
                </c:pt>
                <c:pt idx="7612">
                  <c:v>0.35746606334841602</c:v>
                </c:pt>
                <c:pt idx="7613">
                  <c:v>0.271484375</c:v>
                </c:pt>
                <c:pt idx="7614">
                  <c:v>0.247349823321554</c:v>
                </c:pt>
                <c:pt idx="7615">
                  <c:v>0.246753246753246</c:v>
                </c:pt>
                <c:pt idx="7616">
                  <c:v>0.265822784810126</c:v>
                </c:pt>
                <c:pt idx="7617">
                  <c:v>0.30151843817787399</c:v>
                </c:pt>
                <c:pt idx="7618">
                  <c:v>0.320066334991708</c:v>
                </c:pt>
                <c:pt idx="7619">
                  <c:v>0.3125</c:v>
                </c:pt>
                <c:pt idx="7620">
                  <c:v>0.29147982062780198</c:v>
                </c:pt>
                <c:pt idx="7621">
                  <c:v>0.31291028446389402</c:v>
                </c:pt>
                <c:pt idx="7622">
                  <c:v>0.26653696498054402</c:v>
                </c:pt>
                <c:pt idx="7623">
                  <c:v>0.28166351606805201</c:v>
                </c:pt>
                <c:pt idx="7624">
                  <c:v>0.36363636363636298</c:v>
                </c:pt>
                <c:pt idx="7625">
                  <c:v>0.25968109339407702</c:v>
                </c:pt>
                <c:pt idx="7626">
                  <c:v>0.29067641681901202</c:v>
                </c:pt>
                <c:pt idx="7627">
                  <c:v>0.35062240663900401</c:v>
                </c:pt>
                <c:pt idx="7628">
                  <c:v>0.321637426900584</c:v>
                </c:pt>
                <c:pt idx="7629">
                  <c:v>0.34226804123711302</c:v>
                </c:pt>
                <c:pt idx="7630">
                  <c:v>0.33950617283950602</c:v>
                </c:pt>
                <c:pt idx="7631">
                  <c:v>0.28402366863905298</c:v>
                </c:pt>
                <c:pt idx="7632">
                  <c:v>0.39508928571428498</c:v>
                </c:pt>
                <c:pt idx="7633">
                  <c:v>0.29885057471264298</c:v>
                </c:pt>
                <c:pt idx="7634">
                  <c:v>0.27383015597920202</c:v>
                </c:pt>
                <c:pt idx="7635">
                  <c:v>0.27659574468085102</c:v>
                </c:pt>
                <c:pt idx="7636">
                  <c:v>0.29668049792531098</c:v>
                </c:pt>
                <c:pt idx="7637">
                  <c:v>0.335470085470085</c:v>
                </c:pt>
                <c:pt idx="7638">
                  <c:v>0.34197730956239802</c:v>
                </c:pt>
                <c:pt idx="7639">
                  <c:v>0.34210526315789402</c:v>
                </c:pt>
                <c:pt idx="7640">
                  <c:v>0.24501992031872499</c:v>
                </c:pt>
                <c:pt idx="7641">
                  <c:v>0.26407766990291198</c:v>
                </c:pt>
                <c:pt idx="7642">
                  <c:v>0.223570190641247</c:v>
                </c:pt>
                <c:pt idx="7643">
                  <c:v>0.23946037099494</c:v>
                </c:pt>
                <c:pt idx="7644">
                  <c:v>0.30706075533661698</c:v>
                </c:pt>
                <c:pt idx="7645">
                  <c:v>0.21703853955375199</c:v>
                </c:pt>
                <c:pt idx="7646">
                  <c:v>0.24188311688311601</c:v>
                </c:pt>
                <c:pt idx="7647">
                  <c:v>0.29541284403669699</c:v>
                </c:pt>
                <c:pt idx="7648">
                  <c:v>0.26943005181347102</c:v>
                </c:pt>
                <c:pt idx="7649">
                  <c:v>0.28597449908925299</c:v>
                </c:pt>
                <c:pt idx="7650">
                  <c:v>0.28363636363636302</c:v>
                </c:pt>
                <c:pt idx="7651">
                  <c:v>0.23426573426573399</c:v>
                </c:pt>
                <c:pt idx="7652">
                  <c:v>0.32941176470588202</c:v>
                </c:pt>
                <c:pt idx="7653">
                  <c:v>0.25426621160409502</c:v>
                </c:pt>
                <c:pt idx="7654">
                  <c:v>0.23219814241486</c:v>
                </c:pt>
                <c:pt idx="7655">
                  <c:v>0.232954545454545</c:v>
                </c:pt>
                <c:pt idx="7656">
                  <c:v>0.25092250922509202</c:v>
                </c:pt>
                <c:pt idx="7657">
                  <c:v>0.28409090909090901</c:v>
                </c:pt>
                <c:pt idx="7658">
                  <c:v>0.28776978417266103</c:v>
                </c:pt>
                <c:pt idx="7659">
                  <c:v>0.28771384136858402</c:v>
                </c:pt>
                <c:pt idx="7660">
                  <c:v>0.271484375</c:v>
                </c:pt>
                <c:pt idx="7661">
                  <c:v>0.288973384030418</c:v>
                </c:pt>
                <c:pt idx="7662">
                  <c:v>0.24787775891341199</c:v>
                </c:pt>
                <c:pt idx="7663">
                  <c:v>0.26029654036243799</c:v>
                </c:pt>
                <c:pt idx="7664">
                  <c:v>0.32905296950240698</c:v>
                </c:pt>
                <c:pt idx="7665">
                  <c:v>0.24254473161033699</c:v>
                </c:pt>
                <c:pt idx="7666">
                  <c:v>0.26751592356687898</c:v>
                </c:pt>
                <c:pt idx="7667">
                  <c:v>0.31956912028725298</c:v>
                </c:pt>
                <c:pt idx="7668">
                  <c:v>0.294416243654822</c:v>
                </c:pt>
                <c:pt idx="7669">
                  <c:v>0.3125</c:v>
                </c:pt>
                <c:pt idx="7670">
                  <c:v>0.31016042780748598</c:v>
                </c:pt>
                <c:pt idx="7671">
                  <c:v>0.26072041166380699</c:v>
                </c:pt>
                <c:pt idx="7672">
                  <c:v>0.360308285163776</c:v>
                </c:pt>
                <c:pt idx="7673">
                  <c:v>0.27500000000000002</c:v>
                </c:pt>
                <c:pt idx="7674">
                  <c:v>0.25264750378214801</c:v>
                </c:pt>
                <c:pt idx="7675">
                  <c:v>0.25788497217068601</c:v>
                </c:pt>
                <c:pt idx="7676">
                  <c:v>0.27436823104693098</c:v>
                </c:pt>
                <c:pt idx="7677">
                  <c:v>0.30740740740740702</c:v>
                </c:pt>
                <c:pt idx="7678">
                  <c:v>0.30434782608695599</c:v>
                </c:pt>
                <c:pt idx="7679">
                  <c:v>0.31050228310502198</c:v>
                </c:pt>
                <c:pt idx="7680">
                  <c:v>0.40637450199203101</c:v>
                </c:pt>
                <c:pt idx="7681">
                  <c:v>0.410748560460652</c:v>
                </c:pt>
                <c:pt idx="7682">
                  <c:v>0.36068376068376001</c:v>
                </c:pt>
                <c:pt idx="7683">
                  <c:v>0.36184210526315702</c:v>
                </c:pt>
                <c:pt idx="7684">
                  <c:v>0.35196374622356402</c:v>
                </c:pt>
                <c:pt idx="7685">
                  <c:v>0.38650306748466201</c:v>
                </c:pt>
                <c:pt idx="7686">
                  <c:v>0.34741784037558598</c:v>
                </c:pt>
                <c:pt idx="7687">
                  <c:v>0.394045534150612</c:v>
                </c:pt>
                <c:pt idx="7688">
                  <c:v>0.366336633663366</c:v>
                </c:pt>
                <c:pt idx="7689">
                  <c:v>0.38917975567190199</c:v>
                </c:pt>
                <c:pt idx="7690">
                  <c:v>0.38675958188153298</c:v>
                </c:pt>
                <c:pt idx="7691">
                  <c:v>0.374784110535405</c:v>
                </c:pt>
                <c:pt idx="7692">
                  <c:v>0.46833013435700499</c:v>
                </c:pt>
                <c:pt idx="7693">
                  <c:v>0.37313432835820898</c:v>
                </c:pt>
                <c:pt idx="7694">
                  <c:v>0.33184523809523803</c:v>
                </c:pt>
                <c:pt idx="7695">
                  <c:v>0.38418079096045199</c:v>
                </c:pt>
                <c:pt idx="7696">
                  <c:v>0.38838475499092501</c:v>
                </c:pt>
                <c:pt idx="7697">
                  <c:v>0.40625</c:v>
                </c:pt>
                <c:pt idx="7698">
                  <c:v>0.32147562582345102</c:v>
                </c:pt>
                <c:pt idx="7699">
                  <c:v>0.34005763688760798</c:v>
                </c:pt>
                <c:pt idx="7700">
                  <c:v>0.22916666666666599</c:v>
                </c:pt>
                <c:pt idx="7701">
                  <c:v>0.24830699774266299</c:v>
                </c:pt>
                <c:pt idx="7702">
                  <c:v>0.209677419354838</c:v>
                </c:pt>
                <c:pt idx="7703">
                  <c:v>0.22549019607843099</c:v>
                </c:pt>
                <c:pt idx="7704">
                  <c:v>0.301343570057581</c:v>
                </c:pt>
                <c:pt idx="7705">
                  <c:v>0.2</c:v>
                </c:pt>
                <c:pt idx="7706">
                  <c:v>0.230623818525519</c:v>
                </c:pt>
                <c:pt idx="7707">
                  <c:v>0.28205128205128199</c:v>
                </c:pt>
                <c:pt idx="7708">
                  <c:v>0.25754527162977803</c:v>
                </c:pt>
                <c:pt idx="7709">
                  <c:v>0.273885350318471</c:v>
                </c:pt>
                <c:pt idx="7710">
                  <c:v>0.27118644067796599</c:v>
                </c:pt>
                <c:pt idx="7711">
                  <c:v>0.22199592668024401</c:v>
                </c:pt>
                <c:pt idx="7712">
                  <c:v>0.32413793103448202</c:v>
                </c:pt>
                <c:pt idx="7713">
                  <c:v>0.240079365079365</c:v>
                </c:pt>
                <c:pt idx="7714">
                  <c:v>0.221621621621621</c:v>
                </c:pt>
                <c:pt idx="7715">
                  <c:v>0.21806167400880999</c:v>
                </c:pt>
                <c:pt idx="7716">
                  <c:v>0.23605150214592199</c:v>
                </c:pt>
                <c:pt idx="7717">
                  <c:v>0.26872246696035201</c:v>
                </c:pt>
                <c:pt idx="7718">
                  <c:v>0.294416243654822</c:v>
                </c:pt>
                <c:pt idx="7719">
                  <c:v>0.28130671506352001</c:v>
                </c:pt>
                <c:pt idx="7720">
                  <c:v>0.29636711281070699</c:v>
                </c:pt>
                <c:pt idx="7721">
                  <c:v>0.314711359404096</c:v>
                </c:pt>
                <c:pt idx="7722">
                  <c:v>0.26655629139072801</c:v>
                </c:pt>
                <c:pt idx="7723">
                  <c:v>0.28180354267310698</c:v>
                </c:pt>
                <c:pt idx="7724">
                  <c:v>0.33281733746129999</c:v>
                </c:pt>
                <c:pt idx="7725">
                  <c:v>0.271484375</c:v>
                </c:pt>
                <c:pt idx="7726">
                  <c:v>0.27384615384615302</c:v>
                </c:pt>
                <c:pt idx="7727">
                  <c:v>0.33975481611208402</c:v>
                </c:pt>
                <c:pt idx="7728">
                  <c:v>0.30921052631578899</c:v>
                </c:pt>
                <c:pt idx="7729">
                  <c:v>0.33043478260869502</c:v>
                </c:pt>
                <c:pt idx="7730">
                  <c:v>0.32582322357019</c:v>
                </c:pt>
                <c:pt idx="7731">
                  <c:v>0.277128547579298</c:v>
                </c:pt>
                <c:pt idx="7732">
                  <c:v>0.37383177570093401</c:v>
                </c:pt>
                <c:pt idx="7733">
                  <c:v>0.29641693811074898</c:v>
                </c:pt>
                <c:pt idx="7734">
                  <c:v>0.26991150442477801</c:v>
                </c:pt>
                <c:pt idx="7735">
                  <c:v>0.28130671506352001</c:v>
                </c:pt>
                <c:pt idx="7736">
                  <c:v>0.298586572438162</c:v>
                </c:pt>
                <c:pt idx="7737">
                  <c:v>0.33152173913043398</c:v>
                </c:pt>
                <c:pt idx="7738">
                  <c:v>0.30013458950201799</c:v>
                </c:pt>
                <c:pt idx="7739">
                  <c:v>0.31231671554252199</c:v>
                </c:pt>
                <c:pt idx="7740">
                  <c:v>0.35869565217391303</c:v>
                </c:pt>
                <c:pt idx="7741">
                  <c:v>0.38216560509554098</c:v>
                </c:pt>
                <c:pt idx="7742">
                  <c:v>0.32457786116322701</c:v>
                </c:pt>
                <c:pt idx="7743">
                  <c:v>0.33879781420764998</c:v>
                </c:pt>
                <c:pt idx="7744">
                  <c:v>0.38675958188153298</c:v>
                </c:pt>
                <c:pt idx="7745">
                  <c:v>0.32450331125827803</c:v>
                </c:pt>
                <c:pt idx="7746">
                  <c:v>0.34920634920634902</c:v>
                </c:pt>
                <c:pt idx="7747">
                  <c:v>0.41482965931863702</c:v>
                </c:pt>
                <c:pt idx="7748">
                  <c:v>0.37898686679174398</c:v>
                </c:pt>
                <c:pt idx="7749">
                  <c:v>0.40637450199203101</c:v>
                </c:pt>
                <c:pt idx="7750">
                  <c:v>0.40079365079364998</c:v>
                </c:pt>
                <c:pt idx="7751">
                  <c:v>0.34476190476190399</c:v>
                </c:pt>
                <c:pt idx="7752">
                  <c:v>0.46753246753246702</c:v>
                </c:pt>
                <c:pt idx="7753">
                  <c:v>0.35608856088560797</c:v>
                </c:pt>
                <c:pt idx="7754">
                  <c:v>0.328881469115192</c:v>
                </c:pt>
                <c:pt idx="7755">
                  <c:v>0.33950617283950602</c:v>
                </c:pt>
                <c:pt idx="7756">
                  <c:v>0.36144578313253001</c:v>
                </c:pt>
                <c:pt idx="7757">
                  <c:v>0.40663900414937698</c:v>
                </c:pt>
                <c:pt idx="7758">
                  <c:v>0.35811836115326201</c:v>
                </c:pt>
                <c:pt idx="7759">
                  <c:v>0.36859504132231402</c:v>
                </c:pt>
                <c:pt idx="7760">
                  <c:v>0.33128834355828202</c:v>
                </c:pt>
                <c:pt idx="7761">
                  <c:v>0.35059760956175301</c:v>
                </c:pt>
                <c:pt idx="7762">
                  <c:v>0.298586572438162</c:v>
                </c:pt>
                <c:pt idx="7763">
                  <c:v>0.31217838765008499</c:v>
                </c:pt>
                <c:pt idx="7764">
                  <c:v>0.35294117647058798</c:v>
                </c:pt>
                <c:pt idx="7765">
                  <c:v>0.30480167014613702</c:v>
                </c:pt>
                <c:pt idx="7766">
                  <c:v>0.313531353135313</c:v>
                </c:pt>
                <c:pt idx="7767">
                  <c:v>0.376404494382022</c:v>
                </c:pt>
                <c:pt idx="7768">
                  <c:v>0.34446397188049199</c:v>
                </c:pt>
                <c:pt idx="7769">
                  <c:v>0.36617100371747202</c:v>
                </c:pt>
                <c:pt idx="7770">
                  <c:v>0.36363636363636298</c:v>
                </c:pt>
                <c:pt idx="7771">
                  <c:v>0.31484794275491901</c:v>
                </c:pt>
                <c:pt idx="7772">
                  <c:v>0.42338709677419301</c:v>
                </c:pt>
                <c:pt idx="7773">
                  <c:v>0.328125</c:v>
                </c:pt>
                <c:pt idx="7774">
                  <c:v>0.29984301412872799</c:v>
                </c:pt>
                <c:pt idx="7775">
                  <c:v>0.31395348837209303</c:v>
                </c:pt>
                <c:pt idx="7776">
                  <c:v>0.33207547169811302</c:v>
                </c:pt>
                <c:pt idx="7777">
                  <c:v>0.37087378640776603</c:v>
                </c:pt>
                <c:pt idx="7778">
                  <c:v>0.32857142857142801</c:v>
                </c:pt>
                <c:pt idx="7779">
                  <c:v>0.33695652173912999</c:v>
                </c:pt>
                <c:pt idx="7780">
                  <c:v>0.35869565217391303</c:v>
                </c:pt>
                <c:pt idx="7781">
                  <c:v>0.37923728813559299</c:v>
                </c:pt>
                <c:pt idx="7782">
                  <c:v>0.32209737827715301</c:v>
                </c:pt>
                <c:pt idx="7783">
                  <c:v>0.33636363636363598</c:v>
                </c:pt>
                <c:pt idx="7784">
                  <c:v>0.37716262975778497</c:v>
                </c:pt>
                <c:pt idx="7785">
                  <c:v>0.32450331125827803</c:v>
                </c:pt>
                <c:pt idx="7786">
                  <c:v>0.33975481611208402</c:v>
                </c:pt>
                <c:pt idx="7787">
                  <c:v>0.40918163672654601</c:v>
                </c:pt>
                <c:pt idx="7788">
                  <c:v>0.37126865671641701</c:v>
                </c:pt>
                <c:pt idx="7789">
                  <c:v>0.39525691699604698</c:v>
                </c:pt>
                <c:pt idx="7790">
                  <c:v>0.39250493096646899</c:v>
                </c:pt>
                <c:pt idx="7791">
                  <c:v>0.33965844402277001</c:v>
                </c:pt>
                <c:pt idx="7792">
                  <c:v>0.45806451612903198</c:v>
                </c:pt>
                <c:pt idx="7793">
                  <c:v>0.35359116022099402</c:v>
                </c:pt>
                <c:pt idx="7794">
                  <c:v>0.32445923460898501</c:v>
                </c:pt>
                <c:pt idx="7795">
                  <c:v>0.33950617283950602</c:v>
                </c:pt>
                <c:pt idx="7796">
                  <c:v>0.358717434869739</c:v>
                </c:pt>
                <c:pt idx="7797">
                  <c:v>0.40082644628099101</c:v>
                </c:pt>
                <c:pt idx="7798">
                  <c:v>0.34789156626506001</c:v>
                </c:pt>
                <c:pt idx="7799">
                  <c:v>0.35960591133004899</c:v>
                </c:pt>
                <c:pt idx="7800">
                  <c:v>0.34989200863930803</c:v>
                </c:pt>
                <c:pt idx="7801">
                  <c:v>0.37052631578947298</c:v>
                </c:pt>
                <c:pt idx="7802">
                  <c:v>0.314711359404096</c:v>
                </c:pt>
                <c:pt idx="7803">
                  <c:v>0.329113924050632</c:v>
                </c:pt>
                <c:pt idx="7804">
                  <c:v>0.37241379310344802</c:v>
                </c:pt>
                <c:pt idx="7805">
                  <c:v>0.3215859030837</c:v>
                </c:pt>
                <c:pt idx="7806">
                  <c:v>0.33043478260869502</c:v>
                </c:pt>
                <c:pt idx="7807">
                  <c:v>0.39801980198019798</c:v>
                </c:pt>
                <c:pt idx="7808">
                  <c:v>0.36363636363636298</c:v>
                </c:pt>
                <c:pt idx="7809">
                  <c:v>0.38703339882121801</c:v>
                </c:pt>
                <c:pt idx="7810">
                  <c:v>0.38431372549019599</c:v>
                </c:pt>
                <c:pt idx="7811">
                  <c:v>0.33207547169811302</c:v>
                </c:pt>
                <c:pt idx="7812">
                  <c:v>0.44871794871794801</c:v>
                </c:pt>
                <c:pt idx="7813">
                  <c:v>0.34615384615384598</c:v>
                </c:pt>
                <c:pt idx="7814">
                  <c:v>0.31570247933884299</c:v>
                </c:pt>
                <c:pt idx="7815">
                  <c:v>0.33128834355828202</c:v>
                </c:pt>
                <c:pt idx="7816">
                  <c:v>0.35059760956175301</c:v>
                </c:pt>
                <c:pt idx="7817">
                  <c:v>0.392197125256673</c:v>
                </c:pt>
                <c:pt idx="7818">
                  <c:v>0.34586466165413499</c:v>
                </c:pt>
                <c:pt idx="7819">
                  <c:v>0.35515548281505699</c:v>
                </c:pt>
                <c:pt idx="7820">
                  <c:v>0.267748478701825</c:v>
                </c:pt>
                <c:pt idx="7821">
                  <c:v>0.28656126482213401</c:v>
                </c:pt>
                <c:pt idx="7822">
                  <c:v>0.240773286467486</c:v>
                </c:pt>
                <c:pt idx="7823">
                  <c:v>0.25856164383561597</c:v>
                </c:pt>
                <c:pt idx="7824">
                  <c:v>0.32225913621262398</c:v>
                </c:pt>
                <c:pt idx="7825">
                  <c:v>0.23711340206185499</c:v>
                </c:pt>
                <c:pt idx="7826">
                  <c:v>0.25822368421052599</c:v>
                </c:pt>
                <c:pt idx="7827">
                  <c:v>0.314711359404096</c:v>
                </c:pt>
                <c:pt idx="7828">
                  <c:v>0.28947368421052599</c:v>
                </c:pt>
                <c:pt idx="7829">
                  <c:v>0.30740740740740702</c:v>
                </c:pt>
                <c:pt idx="7830">
                  <c:v>0.30499075785582203</c:v>
                </c:pt>
                <c:pt idx="7831">
                  <c:v>0.247349823321554</c:v>
                </c:pt>
                <c:pt idx="7832">
                  <c:v>0.35059760956175301</c:v>
                </c:pt>
                <c:pt idx="7833">
                  <c:v>0.265060240963855</c:v>
                </c:pt>
                <c:pt idx="7834">
                  <c:v>0.24960753532182101</c:v>
                </c:pt>
                <c:pt idx="7835">
                  <c:v>0.25433526011560598</c:v>
                </c:pt>
                <c:pt idx="7836">
                  <c:v>0.27204502814258902</c:v>
                </c:pt>
                <c:pt idx="7837">
                  <c:v>0.30384615384615299</c:v>
                </c:pt>
                <c:pt idx="7838">
                  <c:v>0.30276564774381298</c:v>
                </c:pt>
                <c:pt idx="7839">
                  <c:v>0.30393700787401501</c:v>
                </c:pt>
                <c:pt idx="7840">
                  <c:v>0.37299771167048001</c:v>
                </c:pt>
                <c:pt idx="7841">
                  <c:v>0.39821029082774001</c:v>
                </c:pt>
                <c:pt idx="7842">
                  <c:v>0.33464566929133799</c:v>
                </c:pt>
                <c:pt idx="7843">
                  <c:v>0.34990439770554399</c:v>
                </c:pt>
                <c:pt idx="7844">
                  <c:v>0.43258426966292102</c:v>
                </c:pt>
                <c:pt idx="7845">
                  <c:v>0.33953488372092999</c:v>
                </c:pt>
                <c:pt idx="7846">
                  <c:v>0.35608856088560797</c:v>
                </c:pt>
                <c:pt idx="7847">
                  <c:v>0.43949044585987201</c:v>
                </c:pt>
                <c:pt idx="7848">
                  <c:v>0.40357852882703699</c:v>
                </c:pt>
                <c:pt idx="7849">
                  <c:v>0.433403805496828</c:v>
                </c:pt>
                <c:pt idx="7850">
                  <c:v>0.42736842105263101</c:v>
                </c:pt>
                <c:pt idx="7851">
                  <c:v>0.35329341317365198</c:v>
                </c:pt>
                <c:pt idx="7852">
                  <c:v>0.476190476190476</c:v>
                </c:pt>
                <c:pt idx="7853">
                  <c:v>0.36557059961315203</c:v>
                </c:pt>
                <c:pt idx="7854">
                  <c:v>0.33975481611208402</c:v>
                </c:pt>
                <c:pt idx="7855">
                  <c:v>0.35281385281385202</c:v>
                </c:pt>
                <c:pt idx="7856">
                  <c:v>0.37632135306553899</c:v>
                </c:pt>
                <c:pt idx="7857">
                  <c:v>0.42450765864332601</c:v>
                </c:pt>
                <c:pt idx="7858">
                  <c:v>0.38424437299035302</c:v>
                </c:pt>
                <c:pt idx="7859">
                  <c:v>0.40140845070422498</c:v>
                </c:pt>
                <c:pt idx="7860">
                  <c:v>0.29423459244532801</c:v>
                </c:pt>
                <c:pt idx="7861">
                  <c:v>0.30888030888030799</c:v>
                </c:pt>
                <c:pt idx="7862">
                  <c:v>0.265060240963855</c:v>
                </c:pt>
                <c:pt idx="7863">
                  <c:v>0.277128547579298</c:v>
                </c:pt>
                <c:pt idx="7864">
                  <c:v>0.34197730956239802</c:v>
                </c:pt>
                <c:pt idx="7865">
                  <c:v>0.26262626262626199</c:v>
                </c:pt>
                <c:pt idx="7866">
                  <c:v>0.28387096774193499</c:v>
                </c:pt>
                <c:pt idx="7867">
                  <c:v>0.33636363636363598</c:v>
                </c:pt>
                <c:pt idx="7868">
                  <c:v>0.31217838765008499</c:v>
                </c:pt>
                <c:pt idx="7869">
                  <c:v>0.33152173913043398</c:v>
                </c:pt>
                <c:pt idx="7870">
                  <c:v>0.329113924050632</c:v>
                </c:pt>
                <c:pt idx="7871">
                  <c:v>0.271626297577854</c:v>
                </c:pt>
                <c:pt idx="7872">
                  <c:v>0.37890625</c:v>
                </c:pt>
                <c:pt idx="7873">
                  <c:v>0.283557046979865</c:v>
                </c:pt>
                <c:pt idx="7874">
                  <c:v>0.26799387442572697</c:v>
                </c:pt>
                <c:pt idx="7875">
                  <c:v>0.27924528301886697</c:v>
                </c:pt>
                <c:pt idx="7876">
                  <c:v>0.293040293040293</c:v>
                </c:pt>
                <c:pt idx="7877">
                  <c:v>0.32457786116322701</c:v>
                </c:pt>
                <c:pt idx="7878">
                  <c:v>0.31728045325778997</c:v>
                </c:pt>
                <c:pt idx="7879">
                  <c:v>0.32461538461538397</c:v>
                </c:pt>
                <c:pt idx="7880">
                  <c:v>0.27207207207207201</c:v>
                </c:pt>
                <c:pt idx="7881">
                  <c:v>0.28947368421052599</c:v>
                </c:pt>
                <c:pt idx="7882">
                  <c:v>0.24764890282131599</c:v>
                </c:pt>
                <c:pt idx="7883">
                  <c:v>0.26027397260273899</c:v>
                </c:pt>
                <c:pt idx="7884">
                  <c:v>0.31231671554252199</c:v>
                </c:pt>
                <c:pt idx="7885">
                  <c:v>0.246323529411764</c:v>
                </c:pt>
                <c:pt idx="7886">
                  <c:v>0.26617647058823501</c:v>
                </c:pt>
                <c:pt idx="7887">
                  <c:v>0.31788079470198599</c:v>
                </c:pt>
                <c:pt idx="7888">
                  <c:v>0.29173166926677002</c:v>
                </c:pt>
                <c:pt idx="7889">
                  <c:v>0.31136738056013102</c:v>
                </c:pt>
                <c:pt idx="7890">
                  <c:v>0.30706075533661698</c:v>
                </c:pt>
                <c:pt idx="7891">
                  <c:v>0.26148969889064899</c:v>
                </c:pt>
                <c:pt idx="7892">
                  <c:v>0.34920634920634902</c:v>
                </c:pt>
                <c:pt idx="7893">
                  <c:v>0.27384615384615302</c:v>
                </c:pt>
                <c:pt idx="7894">
                  <c:v>0.25350140056022402</c:v>
                </c:pt>
                <c:pt idx="7895">
                  <c:v>0.25856164383561597</c:v>
                </c:pt>
                <c:pt idx="7896">
                  <c:v>0.27500000000000002</c:v>
                </c:pt>
                <c:pt idx="7897">
                  <c:v>0.30769230769230699</c:v>
                </c:pt>
                <c:pt idx="7898">
                  <c:v>0.28920308483290402</c:v>
                </c:pt>
                <c:pt idx="7899">
                  <c:v>0.29888268156424502</c:v>
                </c:pt>
                <c:pt idx="7900">
                  <c:v>0.246753246753246</c:v>
                </c:pt>
                <c:pt idx="7901">
                  <c:v>0.265822784810126</c:v>
                </c:pt>
                <c:pt idx="7902">
                  <c:v>0.225988700564971</c:v>
                </c:pt>
                <c:pt idx="7903">
                  <c:v>0.24175824175824101</c:v>
                </c:pt>
                <c:pt idx="7904">
                  <c:v>0.31720430107526798</c:v>
                </c:pt>
                <c:pt idx="7905">
                  <c:v>0.21806167400880999</c:v>
                </c:pt>
                <c:pt idx="7906">
                  <c:v>0.247349823321554</c:v>
                </c:pt>
                <c:pt idx="7907">
                  <c:v>0.29940119760479</c:v>
                </c:pt>
                <c:pt idx="7908">
                  <c:v>0.27443609022556298</c:v>
                </c:pt>
                <c:pt idx="7909">
                  <c:v>0.29166666666666602</c:v>
                </c:pt>
                <c:pt idx="7910">
                  <c:v>0.28910891089108898</c:v>
                </c:pt>
                <c:pt idx="7911">
                  <c:v>0.24</c:v>
                </c:pt>
                <c:pt idx="7912">
                  <c:v>0.33832976445396101</c:v>
                </c:pt>
                <c:pt idx="7913">
                  <c:v>0.25788497217068601</c:v>
                </c:pt>
                <c:pt idx="7914">
                  <c:v>0.23529411764705799</c:v>
                </c:pt>
                <c:pt idx="7915">
                  <c:v>0.234567901234567</c:v>
                </c:pt>
                <c:pt idx="7916">
                  <c:v>0.25250501002004</c:v>
                </c:pt>
                <c:pt idx="7917">
                  <c:v>0.28600823045267398</c:v>
                </c:pt>
                <c:pt idx="7918">
                  <c:v>0.30393700787401501</c:v>
                </c:pt>
                <c:pt idx="7919">
                  <c:v>0.29661016949152502</c:v>
                </c:pt>
                <c:pt idx="7920">
                  <c:v>0.27659574468085102</c:v>
                </c:pt>
                <c:pt idx="7921">
                  <c:v>0.29668049792531098</c:v>
                </c:pt>
                <c:pt idx="7922">
                  <c:v>0.25323475046210697</c:v>
                </c:pt>
                <c:pt idx="7923">
                  <c:v>0.26750448833034102</c:v>
                </c:pt>
                <c:pt idx="7924">
                  <c:v>0.34446397188049199</c:v>
                </c:pt>
                <c:pt idx="7925">
                  <c:v>0.246753246753246</c:v>
                </c:pt>
                <c:pt idx="7926">
                  <c:v>0.27604166666666602</c:v>
                </c:pt>
                <c:pt idx="7927">
                  <c:v>0.33202357563850599</c:v>
                </c:pt>
                <c:pt idx="7928">
                  <c:v>0.30499075785582203</c:v>
                </c:pt>
                <c:pt idx="7929">
                  <c:v>0.32421875</c:v>
                </c:pt>
                <c:pt idx="7930">
                  <c:v>0.321637426900584</c:v>
                </c:pt>
                <c:pt idx="7931">
                  <c:v>0.26966292134831399</c:v>
                </c:pt>
                <c:pt idx="7932">
                  <c:v>0.373417721518987</c:v>
                </c:pt>
                <c:pt idx="7933">
                  <c:v>0.28363636363636302</c:v>
                </c:pt>
                <c:pt idx="7934">
                  <c:v>0.26029654036243799</c:v>
                </c:pt>
                <c:pt idx="7935">
                  <c:v>0.26262626262626199</c:v>
                </c:pt>
                <c:pt idx="7936">
                  <c:v>0.28149606299212598</c:v>
                </c:pt>
                <c:pt idx="7937">
                  <c:v>0.31781376518218601</c:v>
                </c:pt>
                <c:pt idx="7938">
                  <c:v>0.32461538461538397</c:v>
                </c:pt>
                <c:pt idx="7939">
                  <c:v>0.32445923460898501</c:v>
                </c:pt>
                <c:pt idx="7940">
                  <c:v>0.32450331125827803</c:v>
                </c:pt>
                <c:pt idx="7941">
                  <c:v>0.346982758620689</c:v>
                </c:pt>
                <c:pt idx="7942">
                  <c:v>0.29636711281070699</c:v>
                </c:pt>
                <c:pt idx="7943">
                  <c:v>0.30983302411873798</c:v>
                </c:pt>
                <c:pt idx="7944">
                  <c:v>0.38586956521739102</c:v>
                </c:pt>
                <c:pt idx="7945">
                  <c:v>0.29147982062780198</c:v>
                </c:pt>
                <c:pt idx="7946">
                  <c:v>0.32194244604316502</c:v>
                </c:pt>
                <c:pt idx="7947">
                  <c:v>0.38650306748466201</c:v>
                </c:pt>
                <c:pt idx="7948">
                  <c:v>0.355086372360844</c:v>
                </c:pt>
                <c:pt idx="7949">
                  <c:v>0.37804878048780399</c:v>
                </c:pt>
                <c:pt idx="7950">
                  <c:v>0.37525354969573999</c:v>
                </c:pt>
                <c:pt idx="7951">
                  <c:v>0.316504854368932</c:v>
                </c:pt>
                <c:pt idx="7952">
                  <c:v>0.43392070484581402</c:v>
                </c:pt>
                <c:pt idx="7953">
                  <c:v>0.32706766917293201</c:v>
                </c:pt>
                <c:pt idx="7954">
                  <c:v>0.30102040816326497</c:v>
                </c:pt>
                <c:pt idx="7955">
                  <c:v>0.30753138075313802</c:v>
                </c:pt>
                <c:pt idx="7956">
                  <c:v>0.32857142857142801</c:v>
                </c:pt>
                <c:pt idx="7957">
                  <c:v>0.37052631578947298</c:v>
                </c:pt>
                <c:pt idx="7958">
                  <c:v>0.358044164037854</c:v>
                </c:pt>
                <c:pt idx="7959">
                  <c:v>0.36769759450171802</c:v>
                </c:pt>
                <c:pt idx="7960">
                  <c:v>0.37716262975778497</c:v>
                </c:pt>
                <c:pt idx="7961">
                  <c:v>0.37770382695507398</c:v>
                </c:pt>
                <c:pt idx="7962">
                  <c:v>0.33184523809523803</c:v>
                </c:pt>
                <c:pt idx="7963">
                  <c:v>0.33047210300429097</c:v>
                </c:pt>
                <c:pt idx="7964">
                  <c:v>0.31973684210526299</c:v>
                </c:pt>
                <c:pt idx="7965">
                  <c:v>0.36851520572450802</c:v>
                </c:pt>
                <c:pt idx="7966">
                  <c:v>0.31787175989085897</c:v>
                </c:pt>
                <c:pt idx="7967">
                  <c:v>0.36018237082066801</c:v>
                </c:pt>
                <c:pt idx="7968">
                  <c:v>0.33812949640287698</c:v>
                </c:pt>
                <c:pt idx="7969">
                  <c:v>0.35811836115326201</c:v>
                </c:pt>
                <c:pt idx="7970">
                  <c:v>0.35606060606060602</c:v>
                </c:pt>
                <c:pt idx="7971">
                  <c:v>0.34182908545727098</c:v>
                </c:pt>
                <c:pt idx="7972">
                  <c:v>0.41147540983606501</c:v>
                </c:pt>
                <c:pt idx="7973">
                  <c:v>0.34005763688760798</c:v>
                </c:pt>
                <c:pt idx="7974">
                  <c:v>0.30598958333333298</c:v>
                </c:pt>
                <c:pt idx="7975">
                  <c:v>0.35737704918032698</c:v>
                </c:pt>
                <c:pt idx="7976">
                  <c:v>0.358044164037854</c:v>
                </c:pt>
                <c:pt idx="7977">
                  <c:v>0.37101910828025397</c:v>
                </c:pt>
                <c:pt idx="7978">
                  <c:v>0.28440366972476999</c:v>
                </c:pt>
                <c:pt idx="7979">
                  <c:v>0.30778894472361801</c:v>
                </c:pt>
                <c:pt idx="7980">
                  <c:v>0.37126865671641701</c:v>
                </c:pt>
                <c:pt idx="7981">
                  <c:v>0.38336347197106602</c:v>
                </c:pt>
                <c:pt idx="7982">
                  <c:v>0.331189710610932</c:v>
                </c:pt>
                <c:pt idx="7983">
                  <c:v>0.33903576982892603</c:v>
                </c:pt>
                <c:pt idx="7984">
                  <c:v>0.34005763688760798</c:v>
                </c:pt>
                <c:pt idx="7985">
                  <c:v>0.35249042145593801</c:v>
                </c:pt>
                <c:pt idx="7986">
                  <c:v>0.32592592592592501</c:v>
                </c:pt>
                <c:pt idx="7987">
                  <c:v>0.37770382695507398</c:v>
                </c:pt>
                <c:pt idx="7988">
                  <c:v>0.34952978056426298</c:v>
                </c:pt>
                <c:pt idx="7989">
                  <c:v>0.36859504132231402</c:v>
                </c:pt>
                <c:pt idx="7990">
                  <c:v>0.36859504132231402</c:v>
                </c:pt>
                <c:pt idx="7991">
                  <c:v>0.34634146341463401</c:v>
                </c:pt>
                <c:pt idx="7992">
                  <c:v>0.43165467625899201</c:v>
                </c:pt>
                <c:pt idx="7993">
                  <c:v>0.35377358490566002</c:v>
                </c:pt>
                <c:pt idx="7994">
                  <c:v>0.31355932203389802</c:v>
                </c:pt>
                <c:pt idx="7995">
                  <c:v>0.35159010600706703</c:v>
                </c:pt>
                <c:pt idx="7996">
                  <c:v>0.36301369863013699</c:v>
                </c:pt>
                <c:pt idx="7997">
                  <c:v>0.38917975567190199</c:v>
                </c:pt>
                <c:pt idx="7998">
                  <c:v>0.30943396226414999</c:v>
                </c:pt>
                <c:pt idx="7999">
                  <c:v>0.32328767123287599</c:v>
                </c:pt>
              </c:numCache>
            </c:numRef>
          </c:yVal>
          <c:smooth val="0"/>
          <c:extLst>
            <c:ext xmlns:c16="http://schemas.microsoft.com/office/drawing/2014/chart" uri="{C3380CC4-5D6E-409C-BE32-E72D297353CC}">
              <c16:uniqueId val="{00000000-77D0-8940-AEF6-F8EC67D93768}"/>
            </c:ext>
          </c:extLst>
        </c:ser>
        <c:dLbls>
          <c:showLegendKey val="0"/>
          <c:showVal val="0"/>
          <c:showCatName val="0"/>
          <c:showSerName val="0"/>
          <c:showPercent val="0"/>
          <c:showBubbleSize val="0"/>
        </c:dLbls>
        <c:axId val="784391264"/>
        <c:axId val="784389824"/>
      </c:scatterChart>
      <c:valAx>
        <c:axId val="784391264"/>
        <c:scaling>
          <c:orientation val="minMax"/>
        </c:scaling>
        <c:delete val="0"/>
        <c:axPos val="b"/>
        <c:title>
          <c:tx>
            <c:rich>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r>
                  <a:rPr lang="en-US"/>
                  <a:t>KCFS Score</a:t>
                </a:r>
                <a:endParaRPr lang="ja-JP"/>
              </a:p>
            </c:rich>
          </c:tx>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ja-JP"/>
            </a:p>
          </c:txPr>
        </c:title>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ja-JP"/>
          </a:p>
        </c:txPr>
        <c:crossAx val="784389824"/>
        <c:crosses val="autoZero"/>
        <c:crossBetween val="midCat"/>
      </c:valAx>
      <c:valAx>
        <c:axId val="784389824"/>
        <c:scaling>
          <c:orientation val="minMax"/>
        </c:scaling>
        <c:delete val="0"/>
        <c:axPos val="l"/>
        <c:title>
          <c:tx>
            <c:rich>
              <a:bodyPr rot="-5400000" spcFirstLastPara="1" vertOverflow="ellipsis" vert="horz" wrap="square" anchor="ctr" anchorCtr="1"/>
              <a:lstStyle/>
              <a:p>
                <a:pPr>
                  <a:defRPr sz="1200" b="0" i="0" u="none" strike="noStrike" kern="1200" baseline="0">
                    <a:solidFill>
                      <a:schemeClr val="tx1"/>
                    </a:solidFill>
                    <a:latin typeface="+mn-lt"/>
                    <a:ea typeface="+mn-ea"/>
                    <a:cs typeface="+mn-cs"/>
                  </a:defRPr>
                </a:pPr>
                <a:r>
                  <a:rPr lang="en-US"/>
                  <a:t>Donor-Acceptor Score</a:t>
                </a:r>
                <a:endParaRPr lang="ja-JP"/>
              </a:p>
            </c:rich>
          </c:tx>
          <c:overlay val="0"/>
          <c:spPr>
            <a:noFill/>
            <a:ln>
              <a:noFill/>
            </a:ln>
            <a:effectLst/>
          </c:spPr>
          <c:txPr>
            <a:bodyPr rot="-540000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ja-JP"/>
            </a:p>
          </c:txPr>
        </c:title>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ja-JP"/>
          </a:p>
        </c:txPr>
        <c:crossAx val="784391264"/>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rgbClr val="FFFFFF"/>
    </a:solidFill>
    <a:ln>
      <a:noFill/>
    </a:ln>
    <a:effectLst/>
  </c:spPr>
  <c:txPr>
    <a:bodyPr/>
    <a:lstStyle/>
    <a:p>
      <a:pPr>
        <a:defRPr sz="1200">
          <a:solidFill>
            <a:schemeClr val="tx1"/>
          </a:solidFill>
        </a:defRPr>
      </a:pPr>
      <a:endParaRPr lang="ja-JP"/>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064B9691-87D6-48EF-9BFD-698344D045A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a:extLst>
              <a:ext uri="{FF2B5EF4-FFF2-40B4-BE49-F238E27FC236}">
                <a16:creationId xmlns:a16="http://schemas.microsoft.com/office/drawing/2014/main" id="{286BE10E-3BBD-4023-B684-892AE173FF6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C02328F-004D-4D3A-9F80-6B7A705D1367}" type="datetimeFigureOut">
              <a:rPr kumimoji="1" lang="ja-JP" altLang="en-US" smtClean="0"/>
              <a:t>2024/9/17</a:t>
            </a:fld>
            <a:endParaRPr kumimoji="1" lang="ja-JP" altLang="en-US"/>
          </a:p>
        </p:txBody>
      </p:sp>
      <p:sp>
        <p:nvSpPr>
          <p:cNvPr id="4" name="フッター プレースホルダー 3">
            <a:extLst>
              <a:ext uri="{FF2B5EF4-FFF2-40B4-BE49-F238E27FC236}">
                <a16:creationId xmlns:a16="http://schemas.microsoft.com/office/drawing/2014/main" id="{F6367B9F-A0B4-4348-9C4B-89D15EDCB27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a:extLst>
              <a:ext uri="{FF2B5EF4-FFF2-40B4-BE49-F238E27FC236}">
                <a16:creationId xmlns:a16="http://schemas.microsoft.com/office/drawing/2014/main" id="{42CC2C2F-D89E-474B-9003-7069E7D90C0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6DCC25F-5D23-455B-B707-89EC30CA97BB}" type="slidenum">
              <a:rPr kumimoji="1" lang="ja-JP" altLang="en-US" smtClean="0"/>
              <a:t>‹#›</a:t>
            </a:fld>
            <a:endParaRPr kumimoji="1" lang="ja-JP" altLang="en-US"/>
          </a:p>
        </p:txBody>
      </p:sp>
    </p:spTree>
    <p:extLst>
      <p:ext uri="{BB962C8B-B14F-4D97-AF65-F5344CB8AC3E}">
        <p14:creationId xmlns:p14="http://schemas.microsoft.com/office/powerpoint/2010/main" val="344574904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00887C-0EF1-4AC1-9E9B-79863B12620D}" type="datetimeFigureOut">
              <a:rPr kumimoji="1" lang="ja-JP" altLang="en-US" smtClean="0"/>
              <a:t>2024/9/17</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59A420A-BDF0-4775-9670-07D3BFB5E94B}" type="slidenum">
              <a:rPr kumimoji="1" lang="ja-JP" altLang="en-US" smtClean="0"/>
              <a:t>‹#›</a:t>
            </a:fld>
            <a:endParaRPr kumimoji="1" lang="ja-JP" altLang="en-US"/>
          </a:p>
        </p:txBody>
      </p:sp>
    </p:spTree>
    <p:extLst>
      <p:ext uri="{BB962C8B-B14F-4D97-AF65-F5344CB8AC3E}">
        <p14:creationId xmlns:p14="http://schemas.microsoft.com/office/powerpoint/2010/main" val="1799677865"/>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 </a:t>
            </a:r>
            <a:r>
              <a:rPr kumimoji="1" lang="ja-JP" altLang="en-US"/>
              <a:t>本研究の目的は、</a:t>
            </a:r>
            <a:r>
              <a:rPr kumimoji="1" lang="en-US" altLang="ja-JP" dirty="0"/>
              <a:t>TGR5</a:t>
            </a:r>
            <a:r>
              <a:rPr kumimoji="1" lang="ja-JP" altLang="en-US"/>
              <a:t>に結合して活性化する作用を持つ生理活性ペプチドの探索です</a:t>
            </a:r>
            <a:endParaRPr kumimoji="1" lang="en-US" altLang="ja-JP" dirty="0"/>
          </a:p>
          <a:p>
            <a:pPr marL="171450" indent="-171450">
              <a:buFontTx/>
              <a:buChar char="-"/>
            </a:pPr>
            <a:r>
              <a:rPr kumimoji="1" lang="ja-JP" altLang="en-US"/>
              <a:t>探索の手法として、現在報告されている</a:t>
            </a:r>
            <a:r>
              <a:rPr kumimoji="1" lang="en-US" altLang="ja-JP" dirty="0"/>
              <a:t>TGR5</a:t>
            </a:r>
            <a:r>
              <a:rPr kumimoji="1" lang="ja-JP" altLang="en-US"/>
              <a:t>アゴニストとペプチドの類似度が高いペプチドを合成する</a:t>
            </a:r>
            <a:endParaRPr kumimoji="1" lang="en-US" altLang="ja-JP" dirty="0"/>
          </a:p>
          <a:p>
            <a:pPr marL="628650" lvl="1" indent="-171450">
              <a:buFontTx/>
              <a:buChar char="-"/>
            </a:pPr>
            <a:r>
              <a:rPr kumimoji="1" lang="ja-JP" altLang="en-US"/>
              <a:t>これについては後ほど詳しく説明する</a:t>
            </a:r>
            <a:endParaRPr kumimoji="1" lang="en-US" altLang="ja-JP" dirty="0"/>
          </a:p>
          <a:p>
            <a:pPr marL="171450" indent="-171450">
              <a:buFontTx/>
              <a:buChar char="-"/>
            </a:pPr>
            <a:r>
              <a:rPr kumimoji="1" lang="ja-JP" altLang="en-US"/>
              <a:t>合成したペプチドの</a:t>
            </a:r>
            <a:r>
              <a:rPr kumimoji="1" lang="en-US" altLang="ja-JP" dirty="0"/>
              <a:t>TGR5</a:t>
            </a:r>
            <a:r>
              <a:rPr kumimoji="1" lang="ja-JP" altLang="en-US"/>
              <a:t>活性評価</a:t>
            </a:r>
            <a:endParaRPr kumimoji="1" lang="en-US" altLang="ja-JP" dirty="0"/>
          </a:p>
          <a:p>
            <a:pPr marL="628650" lvl="1" indent="-171450">
              <a:buFontTx/>
              <a:buChar char="-"/>
            </a:pPr>
            <a:r>
              <a:rPr kumimoji="1" lang="ja-JP" altLang="en-US"/>
              <a:t>先行研究で利用していた、</a:t>
            </a:r>
            <a:r>
              <a:rPr kumimoji="1" lang="en-US" altLang="ja-JP" dirty="0"/>
              <a:t>TGR5</a:t>
            </a:r>
            <a:r>
              <a:rPr kumimoji="1" lang="ja-JP" altLang="en-US"/>
              <a:t>の活性化でルシフェラーゼを発現させ、発現量から</a:t>
            </a:r>
            <a:r>
              <a:rPr kumimoji="1" lang="en-US" altLang="ja-JP" dirty="0"/>
              <a:t>TGR5</a:t>
            </a:r>
            <a:r>
              <a:rPr kumimoji="1" lang="ja-JP" altLang="en-US"/>
              <a:t>活性を評価する系を利用</a:t>
            </a:r>
            <a:endParaRPr kumimoji="1" lang="en-US" altLang="ja-JP" dirty="0"/>
          </a:p>
          <a:p>
            <a:pPr marL="171450" indent="-171450">
              <a:buFontTx/>
              <a:buChar char="-"/>
            </a:pPr>
            <a:r>
              <a:rPr kumimoji="1" lang="ja-JP" altLang="en-US"/>
              <a:t>可食生タンパク質のアミノ酸配列から、生理活性ペプチドを切り出す</a:t>
            </a:r>
            <a:endParaRPr kumimoji="1" lang="en-US" altLang="ja-JP" dirty="0"/>
          </a:p>
          <a:p>
            <a:pPr marL="628650" lvl="1" indent="-171450">
              <a:buFontTx/>
              <a:buChar char="-"/>
            </a:pPr>
            <a:r>
              <a:rPr kumimoji="1" lang="ja-JP" altLang="en-US"/>
              <a:t>可食生タンパク質から、</a:t>
            </a:r>
            <a:r>
              <a:rPr kumimoji="1" lang="en-US" altLang="ja-JP" dirty="0"/>
              <a:t> </a:t>
            </a:r>
            <a:r>
              <a:rPr kumimoji="1" lang="ja-JP" altLang="en-US"/>
              <a:t>活性があったペプチドを探し出して切り出す</a:t>
            </a:r>
            <a:endParaRPr kumimoji="1" lang="en-US" altLang="ja-JP" dirty="0"/>
          </a:p>
          <a:p>
            <a:endParaRPr kumimoji="1" lang="ja-JP" altLang="en-US"/>
          </a:p>
        </p:txBody>
      </p:sp>
      <p:sp>
        <p:nvSpPr>
          <p:cNvPr id="4" name="スライド番号プレースホルダー 3"/>
          <p:cNvSpPr>
            <a:spLocks noGrp="1"/>
          </p:cNvSpPr>
          <p:nvPr>
            <p:ph type="sldNum" sz="quarter" idx="5"/>
          </p:nvPr>
        </p:nvSpPr>
        <p:spPr/>
        <p:txBody>
          <a:bodyPr/>
          <a:lstStyle/>
          <a:p>
            <a:fld id="{059A420A-BDF0-4775-9670-07D3BFB5E94B}" type="slidenum">
              <a:rPr kumimoji="1" lang="ja-JP" altLang="en-US" smtClean="0"/>
              <a:t>1</a:t>
            </a:fld>
            <a:endParaRPr kumimoji="1" lang="ja-JP" altLang="en-US"/>
          </a:p>
        </p:txBody>
      </p:sp>
    </p:spTree>
    <p:extLst>
      <p:ext uri="{BB962C8B-B14F-4D97-AF65-F5344CB8AC3E}">
        <p14:creationId xmlns:p14="http://schemas.microsoft.com/office/powerpoint/2010/main" val="14868172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TGR5</a:t>
            </a:r>
            <a:r>
              <a:rPr kumimoji="1" lang="ja-JP" altLang="en-US"/>
              <a:t>活性評価系の改善について話します</a:t>
            </a:r>
          </a:p>
        </p:txBody>
      </p:sp>
      <p:sp>
        <p:nvSpPr>
          <p:cNvPr id="4" name="スライド番号プレースホルダー 3"/>
          <p:cNvSpPr>
            <a:spLocks noGrp="1"/>
          </p:cNvSpPr>
          <p:nvPr>
            <p:ph type="sldNum" sz="quarter" idx="5"/>
          </p:nvPr>
        </p:nvSpPr>
        <p:spPr/>
        <p:txBody>
          <a:bodyPr/>
          <a:lstStyle/>
          <a:p>
            <a:fld id="{059A420A-BDF0-4775-9670-07D3BFB5E94B}" type="slidenum">
              <a:rPr kumimoji="1" lang="ja-JP" altLang="en-US" smtClean="0"/>
              <a:t>2</a:t>
            </a:fld>
            <a:endParaRPr kumimoji="1" lang="ja-JP" altLang="en-US"/>
          </a:p>
        </p:txBody>
      </p:sp>
    </p:spTree>
    <p:extLst>
      <p:ext uri="{BB962C8B-B14F-4D97-AF65-F5344CB8AC3E}">
        <p14:creationId xmlns:p14="http://schemas.microsoft.com/office/powerpoint/2010/main" val="8216013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a:t>
            </a:r>
            <a:r>
              <a:rPr lang="ja-JP" altLang="en-US"/>
              <a:t>ヘプタン</a:t>
            </a:r>
            <a:r>
              <a:rPr lang="en-US" altLang="ja-JP" dirty="0"/>
              <a:t>/</a:t>
            </a:r>
            <a:r>
              <a:rPr lang="en" altLang="ja-JP" dirty="0"/>
              <a:t>TBME</a:t>
            </a:r>
            <a:r>
              <a:rPr lang="ja-JP" altLang="en-US"/>
              <a:t>が疎水性なので、ペプチドが凝集して沈殿しやすい</a:t>
            </a:r>
            <a:endParaRPr lang="en-US" altLang="ja-JP" dirty="0"/>
          </a:p>
          <a:p>
            <a:pPr marL="171450" indent="-171450">
              <a:buFontTx/>
              <a:buChar char="-"/>
            </a:pPr>
            <a:r>
              <a:rPr kumimoji="1" lang="ja-JP" altLang="en-US"/>
              <a:t>溶媒の極性が変化してしまってペプチドが溶けてしまうかもしれない</a:t>
            </a:r>
            <a:endParaRPr kumimoji="1" lang="en-US" altLang="ja-JP" dirty="0"/>
          </a:p>
          <a:p>
            <a:pPr marL="171450" indent="-171450">
              <a:buFontTx/>
              <a:buChar char="-"/>
            </a:pPr>
            <a:r>
              <a:rPr kumimoji="1" lang="ja-JP" altLang="en-US"/>
              <a:t>ペプチドの凝集を妨げるかもしれない</a:t>
            </a:r>
            <a:endParaRPr kumimoji="1" lang="en-US" altLang="ja-JP" dirty="0"/>
          </a:p>
          <a:p>
            <a:pPr marL="171450" indent="-171450">
              <a:buFontTx/>
              <a:buChar char="-"/>
            </a:pPr>
            <a:endParaRPr kumimoji="1" lang="en-US" altLang="ja-JP" dirty="0"/>
          </a:p>
          <a:p>
            <a:pPr marL="171450" indent="-171450">
              <a:buFontTx/>
              <a:buChar char="-"/>
            </a:pPr>
            <a:r>
              <a:rPr kumimoji="1" lang="ja-JP" altLang="en-US"/>
              <a:t>ヘプタン</a:t>
            </a:r>
            <a:r>
              <a:rPr kumimoji="1" lang="en-US" altLang="ja-JP" dirty="0"/>
              <a:t>/TBME</a:t>
            </a:r>
            <a:r>
              <a:rPr kumimoji="1" lang="ja-JP" altLang="en-US"/>
              <a:t>の量を増やして、溶媒の極性を上げる</a:t>
            </a:r>
            <a:endParaRPr kumimoji="1" lang="en-US" altLang="ja-JP" dirty="0"/>
          </a:p>
          <a:p>
            <a:pPr marL="171450" indent="-171450">
              <a:buFontTx/>
              <a:buChar char="-"/>
            </a:pPr>
            <a:endParaRPr kumimoji="1" lang="en-US" altLang="ja-JP" dirty="0"/>
          </a:p>
          <a:p>
            <a:pPr marL="171450" indent="-171450">
              <a:buFontTx/>
              <a:buChar char="-"/>
            </a:pPr>
            <a:r>
              <a:rPr kumimoji="1" lang="ja-JP" altLang="en-US"/>
              <a:t>水を増やしてペプチドが凝集しやすいようにする。</a:t>
            </a:r>
            <a:endParaRPr kumimoji="1" lang="en-US" altLang="ja-JP" dirty="0"/>
          </a:p>
          <a:p>
            <a:pPr marL="628650" lvl="1" indent="-171450">
              <a:buFontTx/>
              <a:buChar char="-"/>
            </a:pPr>
            <a:r>
              <a:rPr kumimoji="1" lang="ja-JP" altLang="en-US"/>
              <a:t>水に関しては横野さんに結構聞いてるけど毎回スルーされてる</a:t>
            </a:r>
            <a:endParaRPr kumimoji="1" lang="en-US" altLang="ja-JP" dirty="0"/>
          </a:p>
        </p:txBody>
      </p:sp>
      <p:sp>
        <p:nvSpPr>
          <p:cNvPr id="4" name="スライド番号プレースホルダー 3"/>
          <p:cNvSpPr>
            <a:spLocks noGrp="1"/>
          </p:cNvSpPr>
          <p:nvPr>
            <p:ph type="sldNum" sz="quarter" idx="5"/>
          </p:nvPr>
        </p:nvSpPr>
        <p:spPr/>
        <p:txBody>
          <a:bodyPr/>
          <a:lstStyle/>
          <a:p>
            <a:fld id="{059A420A-BDF0-4775-9670-07D3BFB5E94B}" type="slidenum">
              <a:rPr kumimoji="1" lang="ja-JP" altLang="en-US" smtClean="0"/>
              <a:t>4</a:t>
            </a:fld>
            <a:endParaRPr kumimoji="1" lang="ja-JP" altLang="en-US"/>
          </a:p>
        </p:txBody>
      </p:sp>
    </p:spTree>
    <p:extLst>
      <p:ext uri="{BB962C8B-B14F-4D97-AF65-F5344CB8AC3E}">
        <p14:creationId xmlns:p14="http://schemas.microsoft.com/office/powerpoint/2010/main" val="23125122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059A420A-BDF0-4775-9670-07D3BFB5E94B}" type="slidenum">
              <a:rPr kumimoji="1" lang="ja-JP" altLang="en-US" smtClean="0"/>
              <a:t>6</a:t>
            </a:fld>
            <a:endParaRPr kumimoji="1" lang="ja-JP" altLang="en-US"/>
          </a:p>
        </p:txBody>
      </p:sp>
    </p:spTree>
    <p:extLst>
      <p:ext uri="{BB962C8B-B14F-4D97-AF65-F5344CB8AC3E}">
        <p14:creationId xmlns:p14="http://schemas.microsoft.com/office/powerpoint/2010/main" val="6166364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059A420A-BDF0-4775-9670-07D3BFB5E94B}" type="slidenum">
              <a:rPr kumimoji="1" lang="ja-JP" altLang="en-US" smtClean="0"/>
              <a:t>7</a:t>
            </a:fld>
            <a:endParaRPr kumimoji="1" lang="ja-JP" altLang="en-US"/>
          </a:p>
        </p:txBody>
      </p:sp>
    </p:spTree>
    <p:extLst>
      <p:ext uri="{BB962C8B-B14F-4D97-AF65-F5344CB8AC3E}">
        <p14:creationId xmlns:p14="http://schemas.microsoft.com/office/powerpoint/2010/main" val="36635313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059A420A-BDF0-4775-9670-07D3BFB5E94B}" type="slidenum">
              <a:rPr kumimoji="1" lang="ja-JP" altLang="en-US" smtClean="0"/>
              <a:t>10</a:t>
            </a:fld>
            <a:endParaRPr kumimoji="1" lang="ja-JP" altLang="en-US"/>
          </a:p>
        </p:txBody>
      </p:sp>
    </p:spTree>
    <p:extLst>
      <p:ext uri="{BB962C8B-B14F-4D97-AF65-F5344CB8AC3E}">
        <p14:creationId xmlns:p14="http://schemas.microsoft.com/office/powerpoint/2010/main" val="23258992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hasCustomPrompt="1"/>
          </p:nvPr>
        </p:nvSpPr>
        <p:spPr>
          <a:xfrm>
            <a:off x="1524000" y="2570163"/>
            <a:ext cx="9144000" cy="2387600"/>
          </a:xfrm>
        </p:spPr>
        <p:txBody>
          <a:bodyPr anchor="b">
            <a:noAutofit/>
          </a:bodyPr>
          <a:lstStyle>
            <a:lvl1pPr algn="l">
              <a:defRPr sz="4800" b="1" i="0">
                <a:solidFill>
                  <a:schemeClr val="tx1"/>
                </a:solidFill>
                <a:latin typeface="+mj-ea"/>
                <a:ea typeface="+mj-ea"/>
              </a:defRPr>
            </a:lvl1pPr>
          </a:lstStyle>
          <a:p>
            <a:r>
              <a:rPr kumimoji="1" lang="ja-JP" altLang="en-US" dirty="0"/>
              <a:t>発表の内容と構成が想像できる</a:t>
            </a:r>
            <a:br>
              <a:rPr kumimoji="1" lang="en-US" altLang="ja-JP" dirty="0"/>
            </a:br>
            <a:r>
              <a:rPr kumimoji="1" lang="ja-JP" altLang="en-US" dirty="0"/>
              <a:t>発表題目をここに書く．</a:t>
            </a:r>
            <a:br>
              <a:rPr kumimoji="1" lang="en-US" altLang="ja-JP" dirty="0"/>
            </a:br>
            <a:r>
              <a:rPr kumimoji="1" lang="ja-JP" altLang="en-US" dirty="0"/>
              <a:t>単語の途中で改行しない．</a:t>
            </a:r>
          </a:p>
        </p:txBody>
      </p:sp>
      <p:sp>
        <p:nvSpPr>
          <p:cNvPr id="3" name="サブタイトル 2"/>
          <p:cNvSpPr>
            <a:spLocks noGrp="1"/>
          </p:cNvSpPr>
          <p:nvPr>
            <p:ph type="subTitle" idx="1" hasCustomPrompt="1"/>
          </p:nvPr>
        </p:nvSpPr>
        <p:spPr>
          <a:xfrm>
            <a:off x="1524000" y="5110163"/>
            <a:ext cx="9144000" cy="561975"/>
          </a:xfrm>
        </p:spPr>
        <p:txBody>
          <a:bodyPr>
            <a:noAutofit/>
          </a:bodyPr>
          <a:lstStyle>
            <a:lvl1pPr marL="0" indent="0" algn="l">
              <a:buNone/>
              <a:defRPr sz="3600" b="1" i="0">
                <a:latin typeface="+mj-ea"/>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dirty="0"/>
              <a:t>発表者名</a:t>
            </a:r>
            <a:endParaRPr kumimoji="1" lang="en-US" altLang="ja-JP" dirty="0"/>
          </a:p>
        </p:txBody>
      </p:sp>
      <p:sp>
        <p:nvSpPr>
          <p:cNvPr id="11" name="テキスト プレースホルダー 10"/>
          <p:cNvSpPr>
            <a:spLocks noGrp="1"/>
          </p:cNvSpPr>
          <p:nvPr>
            <p:ph type="body" sz="quarter" idx="11" hasCustomPrompt="1"/>
          </p:nvPr>
        </p:nvSpPr>
        <p:spPr>
          <a:xfrm>
            <a:off x="1524000" y="5740400"/>
            <a:ext cx="9144000" cy="469900"/>
          </a:xfrm>
        </p:spPr>
        <p:txBody>
          <a:bodyPr/>
          <a:lstStyle>
            <a:lvl1pPr marL="0" indent="0" algn="l">
              <a:buNone/>
              <a:defRPr b="0">
                <a:latin typeface="+mj-lt"/>
                <a:ea typeface="+mn-ea"/>
              </a:defRPr>
            </a:lvl1pPr>
          </a:lstStyle>
          <a:p>
            <a:pPr lvl="0"/>
            <a:r>
              <a:rPr kumimoji="1" lang="ja-JP" altLang="en-US" dirty="0"/>
              <a:t>身分や所属など．関連する</a:t>
            </a:r>
            <a:r>
              <a:rPr kumimoji="1" lang="en-US" altLang="ja-JP" dirty="0"/>
              <a:t>SNS</a:t>
            </a:r>
            <a:r>
              <a:rPr kumimoji="1" lang="ja-JP" altLang="en-US" dirty="0"/>
              <a:t>アカウントなども．</a:t>
            </a:r>
          </a:p>
        </p:txBody>
      </p:sp>
      <p:cxnSp>
        <p:nvCxnSpPr>
          <p:cNvPr id="13" name="直線コネクタ 12"/>
          <p:cNvCxnSpPr/>
          <p:nvPr userDrawn="1"/>
        </p:nvCxnSpPr>
        <p:spPr>
          <a:xfrm flipV="1">
            <a:off x="0" y="5029200"/>
            <a:ext cx="12192000" cy="0"/>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5" name="テキスト プレースホルダー 14"/>
          <p:cNvSpPr>
            <a:spLocks noGrp="1"/>
          </p:cNvSpPr>
          <p:nvPr>
            <p:ph type="body" sz="quarter" idx="12" hasCustomPrompt="1"/>
          </p:nvPr>
        </p:nvSpPr>
        <p:spPr>
          <a:xfrm>
            <a:off x="8420098" y="152399"/>
            <a:ext cx="3594101" cy="378541"/>
          </a:xfrm>
          <a:ln>
            <a:noFill/>
          </a:ln>
        </p:spPr>
        <p:txBody>
          <a:bodyPr>
            <a:noAutofit/>
          </a:bodyPr>
          <a:lstStyle>
            <a:lvl1pPr marL="0" indent="0">
              <a:buNone/>
              <a:defRPr sz="2000">
                <a:solidFill>
                  <a:schemeClr val="tx2"/>
                </a:solidFill>
                <a:latin typeface="游ゴシック Medium" panose="020B0500000000000000" pitchFamily="50" charset="-128"/>
                <a:ea typeface="游ゴシック Medium" panose="020B0500000000000000" pitchFamily="50" charset="-128"/>
              </a:defRPr>
            </a:lvl1pPr>
          </a:lstStyle>
          <a:p>
            <a:pPr lvl="0"/>
            <a:r>
              <a:rPr kumimoji="1" lang="ja-JP" altLang="en-US" dirty="0"/>
              <a:t>会議名と日程を書いておく</a:t>
            </a:r>
          </a:p>
        </p:txBody>
      </p:sp>
      <p:sp>
        <p:nvSpPr>
          <p:cNvPr id="17" name="図プレースホルダー 16"/>
          <p:cNvSpPr>
            <a:spLocks noGrp="1"/>
          </p:cNvSpPr>
          <p:nvPr>
            <p:ph type="pic" sz="quarter" idx="13" hasCustomPrompt="1"/>
          </p:nvPr>
        </p:nvSpPr>
        <p:spPr>
          <a:xfrm>
            <a:off x="1523999" y="647700"/>
            <a:ext cx="9144000" cy="1841500"/>
          </a:xfrm>
        </p:spPr>
        <p:txBody>
          <a:bodyPr/>
          <a:lstStyle>
            <a:lvl1pPr marL="0" indent="0">
              <a:buNone/>
              <a:defRPr>
                <a:solidFill>
                  <a:schemeClr val="bg2"/>
                </a:solidFill>
                <a:latin typeface="游ゴシック Medium" panose="020B0500000000000000" pitchFamily="50" charset="-128"/>
                <a:ea typeface="游ゴシック Medium" panose="020B0500000000000000" pitchFamily="50" charset="-128"/>
              </a:defRPr>
            </a:lvl1pPr>
          </a:lstStyle>
          <a:p>
            <a:r>
              <a:rPr kumimoji="1" lang="ja-JP" altLang="en-US" dirty="0"/>
              <a:t>題目の説明の助けになる図や動画があれば載せる．</a:t>
            </a:r>
            <a:endParaRPr kumimoji="1" lang="en-US" altLang="ja-JP" dirty="0"/>
          </a:p>
        </p:txBody>
      </p:sp>
    </p:spTree>
    <p:extLst>
      <p:ext uri="{BB962C8B-B14F-4D97-AF65-F5344CB8AC3E}">
        <p14:creationId xmlns:p14="http://schemas.microsoft.com/office/powerpoint/2010/main" val="42125938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パラグラフスライド">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546100" y="6048519"/>
            <a:ext cx="11099800" cy="698304"/>
          </a:xfrm>
        </p:spPr>
        <p:txBody>
          <a:bodyPr>
            <a:noAutofit/>
          </a:bodyPr>
          <a:lstStyle>
            <a:lvl1pPr algn="ctr">
              <a:lnSpc>
                <a:spcPct val="100000"/>
              </a:lnSpc>
              <a:defRPr sz="2400" b="1" u="sng">
                <a:solidFill>
                  <a:schemeClr val="tx1"/>
                </a:solidFill>
                <a:latin typeface="+mj-ea"/>
                <a:ea typeface="+mj-ea"/>
              </a:defRPr>
            </a:lvl1pPr>
          </a:lstStyle>
          <a:p>
            <a:r>
              <a:rPr kumimoji="1" lang="ja-JP" altLang="en-US" dirty="0"/>
              <a:t>話題について伝えるべきメッセージ（問いの答え）</a:t>
            </a:r>
          </a:p>
        </p:txBody>
      </p:sp>
      <p:sp>
        <p:nvSpPr>
          <p:cNvPr id="3" name="コンテンツ プレースホルダー 2"/>
          <p:cNvSpPr>
            <a:spLocks noGrp="1"/>
          </p:cNvSpPr>
          <p:nvPr>
            <p:ph idx="1" hasCustomPrompt="1"/>
          </p:nvPr>
        </p:nvSpPr>
        <p:spPr>
          <a:xfrm>
            <a:off x="546100" y="1038483"/>
            <a:ext cx="11099800" cy="4875289"/>
          </a:xfrm>
        </p:spPr>
        <p:txBody>
          <a:bodyPr/>
          <a:lstStyle>
            <a:lvl1pPr marL="457200" indent="-457200">
              <a:lnSpc>
                <a:spcPct val="150000"/>
              </a:lnSpc>
              <a:spcBef>
                <a:spcPts val="0"/>
              </a:spcBef>
              <a:buFont typeface="Wingdings" panose="05000000000000000000" pitchFamily="2" charset="2"/>
              <a:buChar char="l"/>
              <a:defRPr>
                <a:solidFill>
                  <a:schemeClr val="tx1"/>
                </a:solidFill>
                <a:latin typeface="+mn-ea"/>
                <a:ea typeface="+mn-ea"/>
              </a:defRPr>
            </a:lvl1pPr>
            <a:lvl2pPr marL="800100" marR="0" indent="-342900" algn="l" defTabSz="914400" rtl="0" eaLnBrk="1" fontAlgn="auto" latinLnBrk="0" hangingPunct="1">
              <a:lnSpc>
                <a:spcPct val="150000"/>
              </a:lnSpc>
              <a:spcBef>
                <a:spcPts val="0"/>
              </a:spcBef>
              <a:spcAft>
                <a:spcPts val="0"/>
              </a:spcAft>
              <a:buClrTx/>
              <a:buSzTx/>
              <a:buFont typeface="Wingdings" panose="05000000000000000000" pitchFamily="2" charset="2"/>
              <a:buChar char="l"/>
              <a:tabLst/>
              <a:defRPr>
                <a:solidFill>
                  <a:schemeClr val="tx1"/>
                </a:solidFill>
                <a:latin typeface="+mn-ea"/>
                <a:ea typeface="+mn-ea"/>
              </a:defRPr>
            </a:lvl2pPr>
            <a:lvl3pPr>
              <a:lnSpc>
                <a:spcPct val="150000"/>
              </a:lnSpc>
              <a:spcBef>
                <a:spcPts val="0"/>
              </a:spcBef>
              <a:defRPr>
                <a:solidFill>
                  <a:schemeClr val="tx1"/>
                </a:solidFill>
              </a:defRPr>
            </a:lvl3pPr>
            <a:lvl4pPr>
              <a:lnSpc>
                <a:spcPct val="150000"/>
              </a:lnSpc>
              <a:spcBef>
                <a:spcPts val="0"/>
              </a:spcBef>
              <a:defRPr>
                <a:solidFill>
                  <a:schemeClr val="tx1"/>
                </a:solidFill>
              </a:defRPr>
            </a:lvl4pPr>
            <a:lvl5pPr>
              <a:lnSpc>
                <a:spcPct val="150000"/>
              </a:lnSpc>
              <a:spcBef>
                <a:spcPts val="0"/>
              </a:spcBef>
              <a:defRPr>
                <a:solidFill>
                  <a:schemeClr val="tx1"/>
                </a:solidFill>
              </a:defRPr>
            </a:lvl5pPr>
          </a:lstStyle>
          <a:p>
            <a:pPr lvl="0"/>
            <a:r>
              <a:rPr kumimoji="1" lang="en-US" altLang="ja-JP" dirty="0" err="1"/>
              <a:t>afa</a:t>
            </a:r>
            <a:endParaRPr kumimoji="1" lang="en-US" altLang="ja-JP" dirty="0"/>
          </a:p>
          <a:p>
            <a:pPr lvl="0"/>
            <a:r>
              <a:rPr kumimoji="1" lang="ja-JP" altLang="en-US"/>
              <a:t>メッセージの補足説明（根拠／解説／具体例）</a:t>
            </a:r>
            <a:endParaRPr kumimoji="1" lang="en-US" altLang="ja-JP" dirty="0"/>
          </a:p>
          <a:p>
            <a:pPr lvl="1"/>
            <a:r>
              <a:rPr kumimoji="1" lang="ja-JP" altLang="en-US"/>
              <a:t>第２段</a:t>
            </a:r>
            <a:endParaRPr kumimoji="1" lang="en-US" altLang="ja-JP" dirty="0"/>
          </a:p>
          <a:p>
            <a:pPr lvl="2"/>
            <a:r>
              <a:rPr kumimoji="1" lang="ja-JP" altLang="en-US"/>
              <a:t>第３段</a:t>
            </a:r>
            <a:endParaRPr kumimoji="1" lang="en-US" altLang="ja-JP" dirty="0"/>
          </a:p>
          <a:p>
            <a:pPr lvl="3"/>
            <a:r>
              <a:rPr kumimoji="1" lang="ja-JP" altLang="en-US"/>
              <a:t>第４段</a:t>
            </a:r>
            <a:endParaRPr kumimoji="1" lang="en-US" altLang="ja-JP" dirty="0"/>
          </a:p>
          <a:p>
            <a:pPr lvl="4"/>
            <a:r>
              <a:rPr kumimoji="1" lang="ja-JP" altLang="en-US"/>
              <a:t>第５弾</a:t>
            </a:r>
            <a:endParaRPr kumimoji="1" lang="en-US" altLang="ja-JP" dirty="0"/>
          </a:p>
          <a:p>
            <a:pPr lvl="4"/>
            <a:endParaRPr kumimoji="1" lang="en-US" altLang="ja-JP" dirty="0"/>
          </a:p>
          <a:p>
            <a:pPr lvl="3"/>
            <a:endParaRPr kumimoji="1" lang="en-US" altLang="ja-JP" dirty="0"/>
          </a:p>
          <a:p>
            <a:pPr lvl="3"/>
            <a:endParaRPr kumimoji="1" lang="en-US" altLang="ja-JP" dirty="0"/>
          </a:p>
          <a:p>
            <a:pPr lvl="1"/>
            <a:endParaRPr kumimoji="1" lang="en-US" altLang="ja-JP" dirty="0"/>
          </a:p>
          <a:p>
            <a:pPr lvl="0"/>
            <a:endParaRPr kumimoji="1" lang="en-US" altLang="ja-JP" dirty="0"/>
          </a:p>
          <a:p>
            <a:pPr lvl="0"/>
            <a:endParaRPr kumimoji="1" lang="en-US" altLang="ja-JP" dirty="0"/>
          </a:p>
          <a:p>
            <a:pPr lvl="1"/>
            <a:endParaRPr kumimoji="1" lang="en-US" altLang="ja-JP" dirty="0"/>
          </a:p>
        </p:txBody>
      </p:sp>
      <p:sp>
        <p:nvSpPr>
          <p:cNvPr id="18" name="テキスト プレースホルダー 17"/>
          <p:cNvSpPr>
            <a:spLocks noGrp="1"/>
          </p:cNvSpPr>
          <p:nvPr>
            <p:ph type="body" sz="quarter" idx="11" hasCustomPrompt="1"/>
          </p:nvPr>
        </p:nvSpPr>
        <p:spPr>
          <a:xfrm>
            <a:off x="210574" y="348226"/>
            <a:ext cx="11455400" cy="469900"/>
          </a:xfrm>
        </p:spPr>
        <p:txBody>
          <a:bodyPr/>
          <a:lstStyle>
            <a:lvl1pPr marL="0" indent="0">
              <a:buNone/>
              <a:defRPr b="0">
                <a:latin typeface="+mn-ea"/>
                <a:ea typeface="+mn-ea"/>
              </a:defRPr>
            </a:lvl1pPr>
            <a:lvl2pPr marL="457200" indent="0">
              <a:buNone/>
              <a:defRPr/>
            </a:lvl2pPr>
            <a:lvl3pPr marL="914400" indent="0">
              <a:buNone/>
              <a:defRPr/>
            </a:lvl3pPr>
            <a:lvl4pPr marL="1371600" indent="0">
              <a:buNone/>
              <a:defRPr/>
            </a:lvl4pPr>
            <a:lvl5pPr marL="1828800" indent="0">
              <a:buNone/>
              <a:defRPr/>
            </a:lvl5pPr>
          </a:lstStyle>
          <a:p>
            <a:pPr lvl="0"/>
            <a:r>
              <a:rPr kumimoji="1" lang="ja-JP" altLang="en-US" dirty="0"/>
              <a:t>スライドの話題＝問い</a:t>
            </a:r>
            <a:r>
              <a:rPr kumimoji="1" lang="en-US" altLang="ja-JP" dirty="0"/>
              <a:t>=</a:t>
            </a:r>
            <a:r>
              <a:rPr kumimoji="1" lang="ja-JP" altLang="en-US" dirty="0"/>
              <a:t>論点</a:t>
            </a:r>
            <a:endParaRPr kumimoji="1" lang="en-US" altLang="ja-JP" dirty="0"/>
          </a:p>
        </p:txBody>
      </p:sp>
      <p:sp>
        <p:nvSpPr>
          <p:cNvPr id="23" name="テキスト ボックス 22"/>
          <p:cNvSpPr txBox="1"/>
          <p:nvPr userDrawn="1"/>
        </p:nvSpPr>
        <p:spPr>
          <a:xfrm>
            <a:off x="11183256" y="340852"/>
            <a:ext cx="966547" cy="461665"/>
          </a:xfrm>
          <a:prstGeom prst="rect">
            <a:avLst/>
          </a:prstGeom>
          <a:noFill/>
        </p:spPr>
        <p:txBody>
          <a:bodyPr wrap="none" rtlCol="0">
            <a:spAutoFit/>
          </a:bodyPr>
          <a:lstStyle/>
          <a:p>
            <a:fld id="{F8A53700-8F90-3442-A47C-78139B6BC0ED}" type="slidenum">
              <a:rPr kumimoji="1" lang="ja-JP" altLang="en-US" sz="2400" smtClean="0">
                <a:solidFill>
                  <a:schemeClr val="tx1"/>
                </a:solidFill>
                <a:latin typeface="+mn-lt"/>
                <a:ea typeface="游ゴシック Medium" panose="020B0500000000000000" pitchFamily="50" charset="-128"/>
              </a:rPr>
              <a:t>‹#›</a:t>
            </a:fld>
            <a:r>
              <a:rPr kumimoji="1" lang="en-US" altLang="ja-JP" sz="2400" dirty="0">
                <a:solidFill>
                  <a:schemeClr val="tx1"/>
                </a:solidFill>
                <a:latin typeface="+mn-lt"/>
                <a:ea typeface="游ゴシック Medium" panose="020B0500000000000000" pitchFamily="50" charset="-128"/>
              </a:rPr>
              <a:t>/11</a:t>
            </a:r>
            <a:endParaRPr kumimoji="1" lang="ja-JP" altLang="en-US" sz="2400" dirty="0">
              <a:solidFill>
                <a:schemeClr val="tx1"/>
              </a:solidFill>
              <a:latin typeface="+mn-lt"/>
              <a:ea typeface="游ゴシック Medium" panose="020B0500000000000000" pitchFamily="50" charset="-128"/>
            </a:endParaRPr>
          </a:p>
        </p:txBody>
      </p:sp>
      <p:cxnSp>
        <p:nvCxnSpPr>
          <p:cNvPr id="26" name="直線コネクタ 25"/>
          <p:cNvCxnSpPr/>
          <p:nvPr userDrawn="1"/>
        </p:nvCxnSpPr>
        <p:spPr>
          <a:xfrm>
            <a:off x="0" y="825500"/>
            <a:ext cx="12192000" cy="0"/>
          </a:xfrm>
          <a:prstGeom prst="line">
            <a:avLst/>
          </a:prstGeom>
          <a:ln w="127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229840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カー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296463836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dirty="0"/>
              <a:t>マスター タイトルの書式設定</a:t>
            </a:r>
          </a:p>
        </p:txBody>
      </p:sp>
      <p:sp>
        <p:nvSpPr>
          <p:cNvPr id="3" name="テキスト プレースホルダー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4" name="日付プレースホルダー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46DCD96-B8AE-9F44-B3E1-EACA459395B0}" type="datetime1">
              <a:rPr kumimoji="1" lang="ja-JP" altLang="en-US" smtClean="0"/>
              <a:t>2024/9/17</a:t>
            </a:fld>
            <a:endParaRPr kumimoji="1" lang="ja-JP" altLang="en-US"/>
          </a:p>
        </p:txBody>
      </p:sp>
      <p:sp>
        <p:nvSpPr>
          <p:cNvPr id="5" name="フッター プレースホルダー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1B92D0-3845-473E-8E13-C70357A36CF6}" type="slidenum">
              <a:rPr kumimoji="1" lang="ja-JP" altLang="en-US" smtClean="0"/>
              <a:t>‹#›</a:t>
            </a:fld>
            <a:endParaRPr kumimoji="1" lang="ja-JP" altLang="en-US"/>
          </a:p>
        </p:txBody>
      </p:sp>
    </p:spTree>
    <p:extLst>
      <p:ext uri="{BB962C8B-B14F-4D97-AF65-F5344CB8AC3E}">
        <p14:creationId xmlns:p14="http://schemas.microsoft.com/office/powerpoint/2010/main" val="30693402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hdr="0" ftr="0" dt="0"/>
  <p:txStyles>
    <p:titleStyle>
      <a:lvl1pPr algn="l" defTabSz="914400" rtl="0" eaLnBrk="1" latinLnBrk="0" hangingPunct="1">
        <a:lnSpc>
          <a:spcPct val="100000"/>
        </a:lnSpc>
        <a:spcBef>
          <a:spcPct val="0"/>
        </a:spcBef>
        <a:buNone/>
        <a:defRPr kumimoji="1" sz="4400" kern="1200">
          <a:solidFill>
            <a:schemeClr val="tx1"/>
          </a:solidFill>
          <a:latin typeface="+mj-lt"/>
          <a:ea typeface="+mj-ea"/>
          <a:cs typeface="+mj-cs"/>
        </a:defRPr>
      </a:lvl1pPr>
    </p:titleStyle>
    <p:bodyStyle>
      <a:lvl1pPr marL="446088" indent="-446088" algn="l" defTabSz="914400" rtl="0" eaLnBrk="1" latinLnBrk="0" hangingPunct="1">
        <a:lnSpc>
          <a:spcPct val="150000"/>
        </a:lnSpc>
        <a:spcBef>
          <a:spcPts val="1800"/>
        </a:spcBef>
        <a:buClr>
          <a:schemeClr val="accent4"/>
        </a:buClr>
        <a:buFont typeface="Wingdings" panose="05000000000000000000" pitchFamily="2" charset="2"/>
        <a:buChar char="l"/>
        <a:defRPr kumimoji="1" sz="2000" b="1" kern="1200">
          <a:solidFill>
            <a:schemeClr val="tx1"/>
          </a:solidFill>
          <a:latin typeface="+mn-ea"/>
          <a:ea typeface="+mn-ea"/>
          <a:cs typeface="+mn-cs"/>
        </a:defRPr>
      </a:lvl1pPr>
      <a:lvl2pPr marL="898525" indent="-441325" algn="l" defTabSz="914400" rtl="0" eaLnBrk="1" latinLnBrk="0" hangingPunct="1">
        <a:lnSpc>
          <a:spcPct val="150000"/>
        </a:lnSpc>
        <a:spcBef>
          <a:spcPts val="0"/>
        </a:spcBef>
        <a:buFont typeface="Wingdings" panose="05000000000000000000" pitchFamily="2" charset="2"/>
        <a:buChar char="l"/>
        <a:defRPr kumimoji="1" sz="1800" kern="1200">
          <a:solidFill>
            <a:schemeClr val="tx1"/>
          </a:solidFill>
          <a:latin typeface="+mn-lt"/>
          <a:ea typeface="+mn-ea"/>
          <a:cs typeface="+mn-cs"/>
        </a:defRPr>
      </a:lvl2pPr>
      <a:lvl3pPr marL="1252538" indent="-338138" algn="l" defTabSz="914400" rtl="0" eaLnBrk="1" latinLnBrk="0" hangingPunct="1">
        <a:lnSpc>
          <a:spcPct val="150000"/>
        </a:lnSpc>
        <a:spcBef>
          <a:spcPts val="0"/>
        </a:spcBef>
        <a:buFont typeface="Wingdings" panose="05000000000000000000" pitchFamily="2" charset="2"/>
        <a:buChar char="l"/>
        <a:defRPr kumimoji="1" sz="1600" kern="1200">
          <a:solidFill>
            <a:schemeClr val="tx1"/>
          </a:solidFill>
          <a:latin typeface="+mn-lt"/>
          <a:ea typeface="+mn-ea"/>
          <a:cs typeface="+mn-cs"/>
        </a:defRPr>
      </a:lvl3pPr>
      <a:lvl4pPr marL="1706563" indent="-334963" algn="l" defTabSz="914400" rtl="0" eaLnBrk="1" latinLnBrk="0" hangingPunct="1">
        <a:lnSpc>
          <a:spcPct val="150000"/>
        </a:lnSpc>
        <a:spcBef>
          <a:spcPts val="0"/>
        </a:spcBef>
        <a:buFont typeface="Wingdings" panose="05000000000000000000" pitchFamily="2" charset="2"/>
        <a:buChar char="l"/>
        <a:defRPr kumimoji="1" sz="1600" kern="1200">
          <a:solidFill>
            <a:schemeClr val="tx1"/>
          </a:solidFill>
          <a:latin typeface="+mn-lt"/>
          <a:ea typeface="+mn-ea"/>
          <a:cs typeface="+mn-cs"/>
        </a:defRPr>
      </a:lvl4pPr>
      <a:lvl5pPr marL="2151063" indent="-322263" algn="l" defTabSz="914400" rtl="0" eaLnBrk="1" latinLnBrk="0" hangingPunct="1">
        <a:lnSpc>
          <a:spcPct val="150000"/>
        </a:lnSpc>
        <a:spcBef>
          <a:spcPts val="0"/>
        </a:spcBef>
        <a:buFont typeface="Wingdings" panose="05000000000000000000" pitchFamily="2" charset="2"/>
        <a:buChar char="l"/>
        <a:defRPr kumimoji="1"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hyperlink" Target="https://link.springer.com/article/10.1007/s11030-023-10640-8" TargetMode="External"/><Relationship Id="rId3" Type="http://schemas.openxmlformats.org/officeDocument/2006/relationships/image" Target="../media/image13.jpeg"/><Relationship Id="rId7" Type="http://schemas.openxmlformats.org/officeDocument/2006/relationships/image" Target="../media/image17.pn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8.png"/><Relationship Id="rId3" Type="http://schemas.openxmlformats.org/officeDocument/2006/relationships/image" Target="../media/image20.png"/><Relationship Id="rId7" Type="http://schemas.openxmlformats.org/officeDocument/2006/relationships/image" Target="../media/image23.png"/><Relationship Id="rId12" Type="http://schemas.openxmlformats.org/officeDocument/2006/relationships/image" Target="../media/image28.png"/><Relationship Id="rId2"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image" Target="../media/image22.png"/><Relationship Id="rId11" Type="http://schemas.openxmlformats.org/officeDocument/2006/relationships/image" Target="../media/image27.png"/><Relationship Id="rId5" Type="http://schemas.openxmlformats.org/officeDocument/2006/relationships/image" Target="../media/image3.png"/><Relationship Id="rId15" Type="http://schemas.openxmlformats.org/officeDocument/2006/relationships/image" Target="../media/image10.png"/><Relationship Id="rId10" Type="http://schemas.openxmlformats.org/officeDocument/2006/relationships/image" Target="../media/image26.png"/><Relationship Id="rId4" Type="http://schemas.openxmlformats.org/officeDocument/2006/relationships/image" Target="../media/image21.png"/><Relationship Id="rId9" Type="http://schemas.openxmlformats.org/officeDocument/2006/relationships/image" Target="../media/image25.png"/><Relationship Id="rId14"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DE16C55-369C-4304-9852-55ED13ACD070}"/>
              </a:ext>
            </a:extLst>
          </p:cNvPr>
          <p:cNvSpPr>
            <a:spLocks noGrp="1"/>
          </p:cNvSpPr>
          <p:nvPr>
            <p:ph type="title"/>
          </p:nvPr>
        </p:nvSpPr>
        <p:spPr>
          <a:xfrm>
            <a:off x="558799" y="1015999"/>
            <a:ext cx="11357897" cy="938159"/>
          </a:xfrm>
        </p:spPr>
        <p:txBody>
          <a:bodyPr/>
          <a:lstStyle/>
          <a:p>
            <a:r>
              <a:rPr lang="ja-JP" altLang="en-US"/>
              <a:t>目的：</a:t>
            </a:r>
            <a:r>
              <a:rPr lang="en-US" altLang="ja-JP" dirty="0"/>
              <a:t>TGR5</a:t>
            </a:r>
            <a:r>
              <a:rPr lang="ja-JP" altLang="en-US"/>
              <a:t>に結合して活性化する作用をもつ生理活性ペプチドの探索</a:t>
            </a:r>
            <a:endParaRPr kumimoji="1" lang="ja-JP" altLang="en-US" dirty="0"/>
          </a:p>
        </p:txBody>
      </p:sp>
      <p:sp>
        <p:nvSpPr>
          <p:cNvPr id="4" name="テキスト プレースホルダー 3">
            <a:extLst>
              <a:ext uri="{FF2B5EF4-FFF2-40B4-BE49-F238E27FC236}">
                <a16:creationId xmlns:a16="http://schemas.microsoft.com/office/drawing/2014/main" id="{2B61A5A0-94BF-4998-8B9C-2A7D26AFF253}"/>
              </a:ext>
            </a:extLst>
          </p:cNvPr>
          <p:cNvSpPr>
            <a:spLocks noGrp="1"/>
          </p:cNvSpPr>
          <p:nvPr>
            <p:ph type="body" sz="quarter" idx="11"/>
          </p:nvPr>
        </p:nvSpPr>
        <p:spPr/>
        <p:txBody>
          <a:bodyPr>
            <a:normAutofit lnSpcReduction="10000"/>
          </a:bodyPr>
          <a:lstStyle/>
          <a:p>
            <a:r>
              <a:rPr lang="ja-JP" altLang="en-US"/>
              <a:t>研究の目的と流れ</a:t>
            </a:r>
            <a:endParaRPr kumimoji="1" lang="ja-JP" altLang="en-US" dirty="0"/>
          </a:p>
        </p:txBody>
      </p:sp>
      <p:sp>
        <p:nvSpPr>
          <p:cNvPr id="5" name="正方形/長方形 4">
            <a:extLst>
              <a:ext uri="{FF2B5EF4-FFF2-40B4-BE49-F238E27FC236}">
                <a16:creationId xmlns:a16="http://schemas.microsoft.com/office/drawing/2014/main" id="{39C0D132-2F4B-4006-8549-232F72C8420E}"/>
              </a:ext>
            </a:extLst>
          </p:cNvPr>
          <p:cNvSpPr/>
          <p:nvPr/>
        </p:nvSpPr>
        <p:spPr>
          <a:xfrm>
            <a:off x="471270" y="1994510"/>
            <a:ext cx="4333735" cy="3452668"/>
          </a:xfrm>
          <a:prstGeom prst="rect">
            <a:avLst/>
          </a:prstGeom>
          <a:solidFill>
            <a:srgbClr val="FFFFFF"/>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A6B3703F-3442-4C13-A424-26EDC78FA83C}"/>
              </a:ext>
            </a:extLst>
          </p:cNvPr>
          <p:cNvSpPr/>
          <p:nvPr/>
        </p:nvSpPr>
        <p:spPr>
          <a:xfrm>
            <a:off x="3975496" y="2474477"/>
            <a:ext cx="4333735" cy="3461104"/>
          </a:xfrm>
          <a:prstGeom prst="rect">
            <a:avLst/>
          </a:prstGeom>
          <a:solidFill>
            <a:srgbClr val="FFFFFF"/>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12938DBA-3C61-44F9-B40C-5EE6E7382AD8}"/>
              </a:ext>
            </a:extLst>
          </p:cNvPr>
          <p:cNvSpPr/>
          <p:nvPr/>
        </p:nvSpPr>
        <p:spPr>
          <a:xfrm>
            <a:off x="7479722" y="2962880"/>
            <a:ext cx="4333735" cy="3461104"/>
          </a:xfrm>
          <a:prstGeom prst="rect">
            <a:avLst/>
          </a:prstGeom>
          <a:solidFill>
            <a:srgbClr val="FFFFFF"/>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4" name="グループ化 13">
            <a:extLst>
              <a:ext uri="{FF2B5EF4-FFF2-40B4-BE49-F238E27FC236}">
                <a16:creationId xmlns:a16="http://schemas.microsoft.com/office/drawing/2014/main" id="{17F509DC-624C-49A3-87E6-BBEE33EDEF3D}"/>
              </a:ext>
            </a:extLst>
          </p:cNvPr>
          <p:cNvGrpSpPr/>
          <p:nvPr/>
        </p:nvGrpSpPr>
        <p:grpSpPr>
          <a:xfrm rot="19356426" flipV="1">
            <a:off x="4678821" y="1901851"/>
            <a:ext cx="638334" cy="948153"/>
            <a:chOff x="2664127" y="3374455"/>
            <a:chExt cx="1201975" cy="1567649"/>
          </a:xfrm>
        </p:grpSpPr>
        <p:sp>
          <p:nvSpPr>
            <p:cNvPr id="15" name="二等辺三角形 14">
              <a:extLst>
                <a:ext uri="{FF2B5EF4-FFF2-40B4-BE49-F238E27FC236}">
                  <a16:creationId xmlns:a16="http://schemas.microsoft.com/office/drawing/2014/main" id="{9EEC710F-D694-4533-BCFA-E134D0A97020}"/>
                </a:ext>
              </a:extLst>
            </p:cNvPr>
            <p:cNvSpPr/>
            <p:nvPr/>
          </p:nvSpPr>
          <p:spPr>
            <a:xfrm rot="21516842">
              <a:off x="3025444" y="3374455"/>
              <a:ext cx="840658" cy="471949"/>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6" name="フリーフォーム: 図形 15">
              <a:extLst>
                <a:ext uri="{FF2B5EF4-FFF2-40B4-BE49-F238E27FC236}">
                  <a16:creationId xmlns:a16="http://schemas.microsoft.com/office/drawing/2014/main" id="{15C81248-34D7-4734-9365-7AF9C9D6CE42}"/>
                </a:ext>
              </a:extLst>
            </p:cNvPr>
            <p:cNvSpPr/>
            <p:nvPr/>
          </p:nvSpPr>
          <p:spPr>
            <a:xfrm>
              <a:off x="2664127" y="3827205"/>
              <a:ext cx="956601" cy="1114899"/>
            </a:xfrm>
            <a:custGeom>
              <a:avLst/>
              <a:gdLst>
                <a:gd name="connsiteX0" fmla="*/ 649311 w 956601"/>
                <a:gd name="connsiteY0" fmla="*/ 0 h 1114899"/>
                <a:gd name="connsiteX1" fmla="*/ 956601 w 956601"/>
                <a:gd name="connsiteY1" fmla="*/ 0 h 1114899"/>
                <a:gd name="connsiteX2" fmla="*/ 951973 w 956601"/>
                <a:gd name="connsiteY2" fmla="*/ 97117 h 1114899"/>
                <a:gd name="connsiteX3" fmla="*/ 5472 w 956601"/>
                <a:gd name="connsiteY3" fmla="*/ 1113687 h 1114899"/>
                <a:gd name="connsiteX4" fmla="*/ 0 w 956601"/>
                <a:gd name="connsiteY4" fmla="*/ 1114899 h 1114899"/>
                <a:gd name="connsiteX5" fmla="*/ 40056 w 956601"/>
                <a:gd name="connsiteY5" fmla="*/ 1089636 h 1114899"/>
                <a:gd name="connsiteX6" fmla="*/ 638394 w 956601"/>
                <a:gd name="connsiteY6" fmla="*/ 162145 h 111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6601" h="1114899">
                  <a:moveTo>
                    <a:pt x="649311" y="0"/>
                  </a:moveTo>
                  <a:lnTo>
                    <a:pt x="956601" y="0"/>
                  </a:lnTo>
                  <a:lnTo>
                    <a:pt x="951973" y="97117"/>
                  </a:lnTo>
                  <a:cubicBezTo>
                    <a:pt x="906000" y="577465"/>
                    <a:pt x="522068" y="975272"/>
                    <a:pt x="5472" y="1113687"/>
                  </a:cubicBezTo>
                  <a:lnTo>
                    <a:pt x="0" y="1114899"/>
                  </a:lnTo>
                  <a:lnTo>
                    <a:pt x="40056" y="1089636"/>
                  </a:lnTo>
                  <a:cubicBezTo>
                    <a:pt x="365632" y="863013"/>
                    <a:pt x="587911" y="534591"/>
                    <a:pt x="638394" y="162145"/>
                  </a:cubicBezTo>
                  <a:close/>
                </a:path>
              </a:pathLst>
            </a:cu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grpSp>
        <p:nvGrpSpPr>
          <p:cNvPr id="17" name="グループ化 16">
            <a:extLst>
              <a:ext uri="{FF2B5EF4-FFF2-40B4-BE49-F238E27FC236}">
                <a16:creationId xmlns:a16="http://schemas.microsoft.com/office/drawing/2014/main" id="{62916356-7E2D-4DCC-AB30-31745E58C8A8}"/>
              </a:ext>
            </a:extLst>
          </p:cNvPr>
          <p:cNvGrpSpPr/>
          <p:nvPr/>
        </p:nvGrpSpPr>
        <p:grpSpPr>
          <a:xfrm rot="19356426" flipV="1">
            <a:off x="8176087" y="2353531"/>
            <a:ext cx="638334" cy="948153"/>
            <a:chOff x="2664127" y="3374455"/>
            <a:chExt cx="1201975" cy="1567649"/>
          </a:xfrm>
        </p:grpSpPr>
        <p:sp>
          <p:nvSpPr>
            <p:cNvPr id="18" name="二等辺三角形 17">
              <a:extLst>
                <a:ext uri="{FF2B5EF4-FFF2-40B4-BE49-F238E27FC236}">
                  <a16:creationId xmlns:a16="http://schemas.microsoft.com/office/drawing/2014/main" id="{C87AD141-B943-4BC4-BD07-C571A6486C27}"/>
                </a:ext>
              </a:extLst>
            </p:cNvPr>
            <p:cNvSpPr/>
            <p:nvPr/>
          </p:nvSpPr>
          <p:spPr>
            <a:xfrm rot="21516842">
              <a:off x="3025444" y="3374455"/>
              <a:ext cx="840658" cy="471949"/>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9" name="フリーフォーム: 図形 18">
              <a:extLst>
                <a:ext uri="{FF2B5EF4-FFF2-40B4-BE49-F238E27FC236}">
                  <a16:creationId xmlns:a16="http://schemas.microsoft.com/office/drawing/2014/main" id="{7964E781-5C13-4DB8-8006-A03F32235976}"/>
                </a:ext>
              </a:extLst>
            </p:cNvPr>
            <p:cNvSpPr/>
            <p:nvPr/>
          </p:nvSpPr>
          <p:spPr>
            <a:xfrm>
              <a:off x="2664127" y="3827205"/>
              <a:ext cx="956601" cy="1114899"/>
            </a:xfrm>
            <a:custGeom>
              <a:avLst/>
              <a:gdLst>
                <a:gd name="connsiteX0" fmla="*/ 649311 w 956601"/>
                <a:gd name="connsiteY0" fmla="*/ 0 h 1114899"/>
                <a:gd name="connsiteX1" fmla="*/ 956601 w 956601"/>
                <a:gd name="connsiteY1" fmla="*/ 0 h 1114899"/>
                <a:gd name="connsiteX2" fmla="*/ 951973 w 956601"/>
                <a:gd name="connsiteY2" fmla="*/ 97117 h 1114899"/>
                <a:gd name="connsiteX3" fmla="*/ 5472 w 956601"/>
                <a:gd name="connsiteY3" fmla="*/ 1113687 h 1114899"/>
                <a:gd name="connsiteX4" fmla="*/ 0 w 956601"/>
                <a:gd name="connsiteY4" fmla="*/ 1114899 h 1114899"/>
                <a:gd name="connsiteX5" fmla="*/ 40056 w 956601"/>
                <a:gd name="connsiteY5" fmla="*/ 1089636 h 1114899"/>
                <a:gd name="connsiteX6" fmla="*/ 638394 w 956601"/>
                <a:gd name="connsiteY6" fmla="*/ 162145 h 111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6601" h="1114899">
                  <a:moveTo>
                    <a:pt x="649311" y="0"/>
                  </a:moveTo>
                  <a:lnTo>
                    <a:pt x="956601" y="0"/>
                  </a:lnTo>
                  <a:lnTo>
                    <a:pt x="951973" y="97117"/>
                  </a:lnTo>
                  <a:cubicBezTo>
                    <a:pt x="906000" y="577465"/>
                    <a:pt x="522068" y="975272"/>
                    <a:pt x="5472" y="1113687"/>
                  </a:cubicBezTo>
                  <a:lnTo>
                    <a:pt x="0" y="1114899"/>
                  </a:lnTo>
                  <a:lnTo>
                    <a:pt x="40056" y="1089636"/>
                  </a:lnTo>
                  <a:cubicBezTo>
                    <a:pt x="365632" y="863013"/>
                    <a:pt x="587911" y="534591"/>
                    <a:pt x="638394" y="162145"/>
                  </a:cubicBezTo>
                  <a:close/>
                </a:path>
              </a:pathLst>
            </a:cu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sp>
        <p:nvSpPr>
          <p:cNvPr id="20" name="テキスト ボックス 19">
            <a:extLst>
              <a:ext uri="{FF2B5EF4-FFF2-40B4-BE49-F238E27FC236}">
                <a16:creationId xmlns:a16="http://schemas.microsoft.com/office/drawing/2014/main" id="{1EA3F932-19C1-DC87-EC49-85B622B1235D}"/>
              </a:ext>
            </a:extLst>
          </p:cNvPr>
          <p:cNvSpPr txBox="1"/>
          <p:nvPr/>
        </p:nvSpPr>
        <p:spPr>
          <a:xfrm>
            <a:off x="482780" y="1992857"/>
            <a:ext cx="3516065" cy="883768"/>
          </a:xfrm>
          <a:prstGeom prst="rect">
            <a:avLst/>
          </a:prstGeom>
          <a:noFill/>
        </p:spPr>
        <p:txBody>
          <a:bodyPr wrap="square" rtlCol="0">
            <a:spAutoFit/>
          </a:bodyPr>
          <a:lstStyle/>
          <a:p>
            <a:pPr>
              <a:lnSpc>
                <a:spcPct val="150000"/>
              </a:lnSpc>
            </a:pPr>
            <a:r>
              <a:rPr lang="en-US" altLang="ja-JP" b="1" dirty="0">
                <a:solidFill>
                  <a:schemeClr val="accent4"/>
                </a:solidFill>
                <a:latin typeface="Yu Gothic" panose="020B0400000000000000" pitchFamily="34" charset="-128"/>
                <a:ea typeface="Yu Gothic" panose="020B0400000000000000" pitchFamily="34" charset="-128"/>
              </a:rPr>
              <a:t>1. </a:t>
            </a:r>
            <a:r>
              <a:rPr lang="ja-JP" altLang="en-US" b="1">
                <a:solidFill>
                  <a:schemeClr val="accent4"/>
                </a:solidFill>
                <a:latin typeface="Yu Gothic" panose="020B0400000000000000" pitchFamily="34" charset="-128"/>
                <a:ea typeface="Yu Gothic" panose="020B0400000000000000" pitchFamily="34" charset="-128"/>
              </a:rPr>
              <a:t>構造相関による</a:t>
            </a:r>
            <a:r>
              <a:rPr lang="en-US" altLang="ja-JP" b="1" dirty="0">
                <a:solidFill>
                  <a:schemeClr val="accent4"/>
                </a:solidFill>
                <a:latin typeface="Yu Gothic" panose="020B0400000000000000" pitchFamily="34" charset="-128"/>
                <a:ea typeface="Yu Gothic" panose="020B0400000000000000" pitchFamily="34" charset="-128"/>
              </a:rPr>
              <a:t>TGR5</a:t>
            </a:r>
            <a:r>
              <a:rPr lang="ja-JP" altLang="en-US" b="1">
                <a:solidFill>
                  <a:schemeClr val="accent4"/>
                </a:solidFill>
                <a:latin typeface="Yu Gothic" panose="020B0400000000000000" pitchFamily="34" charset="-128"/>
                <a:ea typeface="Yu Gothic" panose="020B0400000000000000" pitchFamily="34" charset="-128"/>
              </a:rPr>
              <a:t>活性を持つペプチドの予測</a:t>
            </a:r>
            <a:endParaRPr kumimoji="1" lang="ja-JP" altLang="en-US" b="1">
              <a:solidFill>
                <a:schemeClr val="accent4"/>
              </a:solidFill>
              <a:latin typeface="Yu Gothic" panose="020B0400000000000000" pitchFamily="34" charset="-128"/>
              <a:ea typeface="Yu Gothic" panose="020B0400000000000000" pitchFamily="34" charset="-128"/>
            </a:endParaRPr>
          </a:p>
        </p:txBody>
      </p:sp>
      <p:pic>
        <p:nvPicPr>
          <p:cNvPr id="23" name="図 22" descr="ダイアグラム&#10;&#10;自動的に生成された説明">
            <a:extLst>
              <a:ext uri="{FF2B5EF4-FFF2-40B4-BE49-F238E27FC236}">
                <a16:creationId xmlns:a16="http://schemas.microsoft.com/office/drawing/2014/main" id="{6EA714EE-A6BB-E424-2559-BAAB288876F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21132" y="2827606"/>
            <a:ext cx="1474857" cy="1348955"/>
          </a:xfrm>
          <a:prstGeom prst="rect">
            <a:avLst/>
          </a:prstGeom>
        </p:spPr>
      </p:pic>
      <p:pic>
        <p:nvPicPr>
          <p:cNvPr id="25" name="図 24" descr="スポーツゲーム, サッカー が含まれている画像&#10;&#10;自動的に生成された説明">
            <a:extLst>
              <a:ext uri="{FF2B5EF4-FFF2-40B4-BE49-F238E27FC236}">
                <a16:creationId xmlns:a16="http://schemas.microsoft.com/office/drawing/2014/main" id="{40E7E145-A049-0D40-D896-958CCB0FAFF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8877" y="3038065"/>
            <a:ext cx="1629810" cy="984677"/>
          </a:xfrm>
          <a:prstGeom prst="rect">
            <a:avLst/>
          </a:prstGeom>
        </p:spPr>
      </p:pic>
      <p:sp>
        <p:nvSpPr>
          <p:cNvPr id="26" name="テキスト ボックス 25">
            <a:extLst>
              <a:ext uri="{FF2B5EF4-FFF2-40B4-BE49-F238E27FC236}">
                <a16:creationId xmlns:a16="http://schemas.microsoft.com/office/drawing/2014/main" id="{30DA7A96-019E-5B4F-BE18-4A7030026428}"/>
              </a:ext>
            </a:extLst>
          </p:cNvPr>
          <p:cNvSpPr txBox="1"/>
          <p:nvPr/>
        </p:nvSpPr>
        <p:spPr>
          <a:xfrm>
            <a:off x="471270" y="4149377"/>
            <a:ext cx="3492716" cy="1296252"/>
          </a:xfrm>
          <a:prstGeom prst="rect">
            <a:avLst/>
          </a:prstGeom>
          <a:noFill/>
        </p:spPr>
        <p:txBody>
          <a:bodyPr wrap="square" rtlCol="0">
            <a:spAutoFit/>
          </a:bodyPr>
          <a:lstStyle/>
          <a:p>
            <a:pPr>
              <a:lnSpc>
                <a:spcPct val="150000"/>
              </a:lnSpc>
            </a:pPr>
            <a:r>
              <a:rPr kumimoji="1" lang="ja-JP" altLang="en-US"/>
              <a:t>報告されている</a:t>
            </a:r>
            <a:r>
              <a:rPr kumimoji="1" lang="en-US" altLang="ja-JP" dirty="0"/>
              <a:t>TGR5</a:t>
            </a:r>
            <a:r>
              <a:rPr kumimoji="1" lang="ja-JP" altLang="en-US"/>
              <a:t>アゴニストとペプチドの類似度を網羅的に比較</a:t>
            </a:r>
          </a:p>
        </p:txBody>
      </p:sp>
      <p:sp>
        <p:nvSpPr>
          <p:cNvPr id="27" name="テキスト ボックス 26">
            <a:extLst>
              <a:ext uri="{FF2B5EF4-FFF2-40B4-BE49-F238E27FC236}">
                <a16:creationId xmlns:a16="http://schemas.microsoft.com/office/drawing/2014/main" id="{1F90FB12-B876-8EF5-87E7-FECC0D1E2321}"/>
              </a:ext>
            </a:extLst>
          </p:cNvPr>
          <p:cNvSpPr txBox="1"/>
          <p:nvPr/>
        </p:nvSpPr>
        <p:spPr>
          <a:xfrm>
            <a:off x="3980047" y="2632951"/>
            <a:ext cx="3703452" cy="883768"/>
          </a:xfrm>
          <a:prstGeom prst="rect">
            <a:avLst/>
          </a:prstGeom>
          <a:noFill/>
        </p:spPr>
        <p:txBody>
          <a:bodyPr wrap="square" rtlCol="0">
            <a:spAutoFit/>
          </a:bodyPr>
          <a:lstStyle/>
          <a:p>
            <a:pPr>
              <a:lnSpc>
                <a:spcPct val="150000"/>
              </a:lnSpc>
            </a:pPr>
            <a:r>
              <a:rPr kumimoji="1" lang="en-US" altLang="ja-JP" b="1" dirty="0">
                <a:solidFill>
                  <a:schemeClr val="accent4"/>
                </a:solidFill>
                <a:latin typeface="Yu Gothic" panose="020B0400000000000000" pitchFamily="34" charset="-128"/>
                <a:ea typeface="Yu Gothic" panose="020B0400000000000000" pitchFamily="34" charset="-128"/>
              </a:rPr>
              <a:t>2. </a:t>
            </a:r>
            <a:r>
              <a:rPr lang="ja-JP" altLang="en-US" b="1">
                <a:solidFill>
                  <a:schemeClr val="accent4"/>
                </a:solidFill>
                <a:latin typeface="Yu Gothic" panose="020B0400000000000000" pitchFamily="34" charset="-128"/>
                <a:ea typeface="Yu Gothic" panose="020B0400000000000000" pitchFamily="34" charset="-128"/>
              </a:rPr>
              <a:t>合成したペプチドの</a:t>
            </a:r>
            <a:r>
              <a:rPr lang="en-US" altLang="ja-JP" b="1" dirty="0">
                <a:solidFill>
                  <a:schemeClr val="accent4"/>
                </a:solidFill>
                <a:latin typeface="Yu Gothic" panose="020B0400000000000000" pitchFamily="34" charset="-128"/>
                <a:ea typeface="Yu Gothic" panose="020B0400000000000000" pitchFamily="34" charset="-128"/>
              </a:rPr>
              <a:t>TGR5</a:t>
            </a:r>
            <a:r>
              <a:rPr lang="ja-JP" altLang="en-US" b="1">
                <a:solidFill>
                  <a:schemeClr val="accent4"/>
                </a:solidFill>
                <a:latin typeface="Yu Gothic" panose="020B0400000000000000" pitchFamily="34" charset="-128"/>
                <a:ea typeface="Yu Gothic" panose="020B0400000000000000" pitchFamily="34" charset="-128"/>
              </a:rPr>
              <a:t>活性評価</a:t>
            </a:r>
            <a:endParaRPr kumimoji="1" lang="ja-JP" altLang="en-US" b="1">
              <a:solidFill>
                <a:schemeClr val="accent4"/>
              </a:solidFill>
              <a:latin typeface="Yu Gothic" panose="020B0400000000000000" pitchFamily="34" charset="-128"/>
              <a:ea typeface="Yu Gothic" panose="020B0400000000000000" pitchFamily="34" charset="-128"/>
            </a:endParaRPr>
          </a:p>
        </p:txBody>
      </p:sp>
      <p:sp>
        <p:nvSpPr>
          <p:cNvPr id="28" name="テキスト ボックス 27">
            <a:extLst>
              <a:ext uri="{FF2B5EF4-FFF2-40B4-BE49-F238E27FC236}">
                <a16:creationId xmlns:a16="http://schemas.microsoft.com/office/drawing/2014/main" id="{8D037722-FBD3-A347-4468-7C912D950891}"/>
              </a:ext>
            </a:extLst>
          </p:cNvPr>
          <p:cNvSpPr txBox="1"/>
          <p:nvPr/>
        </p:nvSpPr>
        <p:spPr>
          <a:xfrm>
            <a:off x="7485300" y="3124373"/>
            <a:ext cx="4431395" cy="883768"/>
          </a:xfrm>
          <a:prstGeom prst="rect">
            <a:avLst/>
          </a:prstGeom>
          <a:noFill/>
        </p:spPr>
        <p:txBody>
          <a:bodyPr wrap="square" rtlCol="0">
            <a:spAutoFit/>
          </a:bodyPr>
          <a:lstStyle/>
          <a:p>
            <a:pPr>
              <a:lnSpc>
                <a:spcPct val="150000"/>
              </a:lnSpc>
            </a:pPr>
            <a:r>
              <a:rPr kumimoji="1" lang="en-US" altLang="ja-JP" b="1" dirty="0">
                <a:solidFill>
                  <a:schemeClr val="accent4"/>
                </a:solidFill>
                <a:latin typeface="Yu Gothic" panose="020B0400000000000000" pitchFamily="34" charset="-128"/>
                <a:ea typeface="Yu Gothic" panose="020B0400000000000000" pitchFamily="34" charset="-128"/>
              </a:rPr>
              <a:t>3. </a:t>
            </a:r>
            <a:r>
              <a:rPr kumimoji="1" lang="ja-JP" altLang="en-US" b="1">
                <a:solidFill>
                  <a:schemeClr val="accent4"/>
                </a:solidFill>
                <a:latin typeface="Yu Gothic" panose="020B0400000000000000" pitchFamily="34" charset="-128"/>
                <a:ea typeface="Yu Gothic" panose="020B0400000000000000" pitchFamily="34" charset="-128"/>
              </a:rPr>
              <a:t>可食性タンパク質のアミノ酸配列から生理活性ペプチドを切り出す</a:t>
            </a:r>
            <a:r>
              <a:rPr kumimoji="1" lang="en-US" altLang="ja-JP" b="1" dirty="0">
                <a:solidFill>
                  <a:schemeClr val="accent4"/>
                </a:solidFill>
                <a:latin typeface="Yu Gothic" panose="020B0400000000000000" pitchFamily="34" charset="-128"/>
                <a:ea typeface="Yu Gothic" panose="020B0400000000000000" pitchFamily="34" charset="-128"/>
              </a:rPr>
              <a:t> </a:t>
            </a:r>
            <a:endParaRPr kumimoji="1" lang="ja-JP" altLang="en-US" b="1">
              <a:solidFill>
                <a:schemeClr val="accent4"/>
              </a:solidFill>
              <a:latin typeface="Yu Gothic" panose="020B0400000000000000" pitchFamily="34" charset="-128"/>
              <a:ea typeface="Yu Gothic" panose="020B0400000000000000" pitchFamily="34" charset="-128"/>
            </a:endParaRPr>
          </a:p>
        </p:txBody>
      </p:sp>
      <p:pic>
        <p:nvPicPr>
          <p:cNvPr id="29" name="図 28" descr="背景パターン&#10;&#10;自動的に生成された説明">
            <a:extLst>
              <a:ext uri="{FF2B5EF4-FFF2-40B4-BE49-F238E27FC236}">
                <a16:creationId xmlns:a16="http://schemas.microsoft.com/office/drawing/2014/main" id="{18C8AFF5-3C35-6F78-E208-B8CA9A2981A8}"/>
              </a:ext>
            </a:extLst>
          </p:cNvPr>
          <p:cNvPicPr>
            <a:picLocks noChangeAspect="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278403" y="3848078"/>
            <a:ext cx="559047" cy="1639452"/>
          </a:xfrm>
          <a:prstGeom prst="rect">
            <a:avLst/>
          </a:prstGeom>
        </p:spPr>
      </p:pic>
      <p:sp>
        <p:nvSpPr>
          <p:cNvPr id="30" name="テキスト ボックス 29">
            <a:extLst>
              <a:ext uri="{FF2B5EF4-FFF2-40B4-BE49-F238E27FC236}">
                <a16:creationId xmlns:a16="http://schemas.microsoft.com/office/drawing/2014/main" id="{4EFDAC78-C365-2BCF-11BE-9D3D453C403B}"/>
              </a:ext>
            </a:extLst>
          </p:cNvPr>
          <p:cNvSpPr txBox="1"/>
          <p:nvPr/>
        </p:nvSpPr>
        <p:spPr>
          <a:xfrm>
            <a:off x="4984512" y="3594674"/>
            <a:ext cx="2497682" cy="2127249"/>
          </a:xfrm>
          <a:prstGeom prst="rect">
            <a:avLst/>
          </a:prstGeom>
          <a:noFill/>
        </p:spPr>
        <p:txBody>
          <a:bodyPr wrap="square" rtlCol="0">
            <a:spAutoFit/>
          </a:bodyPr>
          <a:lstStyle/>
          <a:p>
            <a:pPr>
              <a:lnSpc>
                <a:spcPct val="150000"/>
              </a:lnSpc>
            </a:pPr>
            <a:r>
              <a:rPr kumimoji="1" lang="en-US" altLang="ja-JP" dirty="0"/>
              <a:t>TGR5</a:t>
            </a:r>
            <a:r>
              <a:rPr kumimoji="1" lang="ja-JP" altLang="en-US"/>
              <a:t>の活性化によりルシフェラーゼを発現させ、ルシフェラーゼの発現量から</a:t>
            </a:r>
            <a:br>
              <a:rPr kumimoji="1" lang="en-US" altLang="ja-JP" dirty="0"/>
            </a:br>
            <a:r>
              <a:rPr kumimoji="1" lang="en-US" altLang="ja-JP" dirty="0"/>
              <a:t>TGR5</a:t>
            </a:r>
            <a:r>
              <a:rPr kumimoji="1" lang="ja-JP" altLang="en-US"/>
              <a:t>活性を評価</a:t>
            </a:r>
          </a:p>
        </p:txBody>
      </p:sp>
      <p:pic>
        <p:nvPicPr>
          <p:cNvPr id="33" name="図 32" descr="アイコン&#10;&#10;自動的に生成された説明">
            <a:extLst>
              <a:ext uri="{FF2B5EF4-FFF2-40B4-BE49-F238E27FC236}">
                <a16:creationId xmlns:a16="http://schemas.microsoft.com/office/drawing/2014/main" id="{3857C741-7975-544C-EBA5-7B26C8E1F65B}"/>
              </a:ext>
            </a:extLst>
          </p:cNvPr>
          <p:cNvPicPr>
            <a:picLocks noChangeAspect="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8375936" y="4354800"/>
            <a:ext cx="863994" cy="803363"/>
          </a:xfrm>
          <a:prstGeom prst="rect">
            <a:avLst/>
          </a:prstGeom>
        </p:spPr>
      </p:pic>
      <p:pic>
        <p:nvPicPr>
          <p:cNvPr id="35" name="図 34" descr="食品 が含まれている画像&#10;&#10;自動的に生成された説明">
            <a:extLst>
              <a:ext uri="{FF2B5EF4-FFF2-40B4-BE49-F238E27FC236}">
                <a16:creationId xmlns:a16="http://schemas.microsoft.com/office/drawing/2014/main" id="{8318EC43-9BED-561D-3B4E-AD16C57143FF}"/>
              </a:ext>
            </a:extLst>
          </p:cNvPr>
          <p:cNvPicPr>
            <a:picLocks noChangeAspect="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773025" y="4154338"/>
            <a:ext cx="930383" cy="667539"/>
          </a:xfrm>
          <a:prstGeom prst="rect">
            <a:avLst/>
          </a:prstGeom>
        </p:spPr>
      </p:pic>
      <p:sp>
        <p:nvSpPr>
          <p:cNvPr id="36" name="山形 35">
            <a:extLst>
              <a:ext uri="{FF2B5EF4-FFF2-40B4-BE49-F238E27FC236}">
                <a16:creationId xmlns:a16="http://schemas.microsoft.com/office/drawing/2014/main" id="{0CF61908-0CFD-2C41-77C9-90B2B1382FF0}"/>
              </a:ext>
            </a:extLst>
          </p:cNvPr>
          <p:cNvSpPr/>
          <p:nvPr/>
        </p:nvSpPr>
        <p:spPr>
          <a:xfrm>
            <a:off x="9513843" y="4501678"/>
            <a:ext cx="263384" cy="332252"/>
          </a:xfrm>
          <a:prstGeom prst="chevron">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accent4"/>
              </a:solidFill>
            </a:endParaRPr>
          </a:p>
        </p:txBody>
      </p:sp>
      <p:sp>
        <p:nvSpPr>
          <p:cNvPr id="38" name="円/楕円 37">
            <a:extLst>
              <a:ext uri="{FF2B5EF4-FFF2-40B4-BE49-F238E27FC236}">
                <a16:creationId xmlns:a16="http://schemas.microsoft.com/office/drawing/2014/main" id="{FBF2FA0D-8A63-0890-92FA-0BC15AE3E79D}"/>
              </a:ext>
            </a:extLst>
          </p:cNvPr>
          <p:cNvSpPr>
            <a:spLocks/>
          </p:cNvSpPr>
          <p:nvPr/>
        </p:nvSpPr>
        <p:spPr>
          <a:xfrm>
            <a:off x="10198898" y="4649723"/>
            <a:ext cx="288000" cy="288000"/>
          </a:xfrm>
          <a:prstGeom prst="ellipse">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円/楕円 38">
            <a:extLst>
              <a:ext uri="{FF2B5EF4-FFF2-40B4-BE49-F238E27FC236}">
                <a16:creationId xmlns:a16="http://schemas.microsoft.com/office/drawing/2014/main" id="{657462D1-5E10-9EDF-5DA4-E06FC10F61F1}"/>
              </a:ext>
            </a:extLst>
          </p:cNvPr>
          <p:cNvSpPr>
            <a:spLocks/>
          </p:cNvSpPr>
          <p:nvPr/>
        </p:nvSpPr>
        <p:spPr>
          <a:xfrm>
            <a:off x="10695948" y="4428178"/>
            <a:ext cx="288000" cy="288000"/>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円/楕円 39">
            <a:extLst>
              <a:ext uri="{FF2B5EF4-FFF2-40B4-BE49-F238E27FC236}">
                <a16:creationId xmlns:a16="http://schemas.microsoft.com/office/drawing/2014/main" id="{63620F20-ADB6-A16F-2C9F-D44C1315A205}"/>
              </a:ext>
            </a:extLst>
          </p:cNvPr>
          <p:cNvSpPr>
            <a:spLocks/>
          </p:cNvSpPr>
          <p:nvPr/>
        </p:nvSpPr>
        <p:spPr>
          <a:xfrm>
            <a:off x="10416204" y="4468482"/>
            <a:ext cx="288000" cy="288000"/>
          </a:xfrm>
          <a:prstGeom prst="ellipse">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テキスト ボックス 40">
            <a:extLst>
              <a:ext uri="{FF2B5EF4-FFF2-40B4-BE49-F238E27FC236}">
                <a16:creationId xmlns:a16="http://schemas.microsoft.com/office/drawing/2014/main" id="{AC3C0794-A6E1-B975-85E4-CC10783D80B3}"/>
              </a:ext>
            </a:extLst>
          </p:cNvPr>
          <p:cNvSpPr txBox="1"/>
          <p:nvPr/>
        </p:nvSpPr>
        <p:spPr>
          <a:xfrm>
            <a:off x="7479722" y="5120023"/>
            <a:ext cx="4333735" cy="1287212"/>
          </a:xfrm>
          <a:prstGeom prst="rect">
            <a:avLst/>
          </a:prstGeom>
          <a:noFill/>
        </p:spPr>
        <p:txBody>
          <a:bodyPr wrap="square" rtlCol="0">
            <a:spAutoFit/>
          </a:bodyPr>
          <a:lstStyle/>
          <a:p>
            <a:pPr>
              <a:lnSpc>
                <a:spcPct val="150000"/>
              </a:lnSpc>
            </a:pPr>
            <a:r>
              <a:rPr lang="ja-JP" altLang="en-US"/>
              <a:t>可食性タンパク質の中から</a:t>
            </a:r>
            <a:r>
              <a:rPr lang="en-US" altLang="ja-JP" dirty="0"/>
              <a:t>TGR5</a:t>
            </a:r>
            <a:br>
              <a:rPr lang="en-US" altLang="ja-JP" dirty="0"/>
            </a:br>
            <a:r>
              <a:rPr lang="ja-JP" altLang="en-US"/>
              <a:t>アゴニストペプチドのアミノ酸配列を</a:t>
            </a:r>
            <a:br>
              <a:rPr lang="en-US" altLang="ja-JP" dirty="0"/>
            </a:br>
            <a:r>
              <a:rPr lang="ja-JP" altLang="en-US"/>
              <a:t>探索して切り出す</a:t>
            </a:r>
            <a:endParaRPr kumimoji="1" lang="ja-JP" altLang="en-US"/>
          </a:p>
        </p:txBody>
      </p:sp>
    </p:spTree>
    <p:extLst>
      <p:ext uri="{BB962C8B-B14F-4D97-AF65-F5344CB8AC3E}">
        <p14:creationId xmlns:p14="http://schemas.microsoft.com/office/powerpoint/2010/main" val="11958800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プレースホルダー 3">
            <a:extLst>
              <a:ext uri="{FF2B5EF4-FFF2-40B4-BE49-F238E27FC236}">
                <a16:creationId xmlns:a16="http://schemas.microsoft.com/office/drawing/2014/main" id="{C8F5410E-37F1-F568-79FE-4157C5EC0F67}"/>
              </a:ext>
            </a:extLst>
          </p:cNvPr>
          <p:cNvSpPr>
            <a:spLocks noGrp="1"/>
          </p:cNvSpPr>
          <p:nvPr>
            <p:ph type="body" sz="quarter" idx="11"/>
          </p:nvPr>
        </p:nvSpPr>
        <p:spPr/>
        <p:txBody>
          <a:bodyPr>
            <a:normAutofit lnSpcReduction="10000"/>
          </a:bodyPr>
          <a:lstStyle/>
          <a:p>
            <a:r>
              <a:rPr lang="ja-JP" altLang="en-US"/>
              <a:t>目次</a:t>
            </a:r>
            <a:endParaRPr kumimoji="1" lang="ja-JP" altLang="en-US"/>
          </a:p>
        </p:txBody>
      </p:sp>
      <p:grpSp>
        <p:nvGrpSpPr>
          <p:cNvPr id="9" name="グループ化 8">
            <a:extLst>
              <a:ext uri="{FF2B5EF4-FFF2-40B4-BE49-F238E27FC236}">
                <a16:creationId xmlns:a16="http://schemas.microsoft.com/office/drawing/2014/main" id="{AE78148A-2EC5-B4DA-81A9-5574F953E282}"/>
              </a:ext>
            </a:extLst>
          </p:cNvPr>
          <p:cNvGrpSpPr/>
          <p:nvPr/>
        </p:nvGrpSpPr>
        <p:grpSpPr>
          <a:xfrm>
            <a:off x="1017304" y="2652917"/>
            <a:ext cx="4637039" cy="1552165"/>
            <a:chOff x="3212342" y="2940079"/>
            <a:chExt cx="4637039" cy="1552165"/>
          </a:xfrm>
        </p:grpSpPr>
        <p:sp>
          <p:nvSpPr>
            <p:cNvPr id="7" name="テキスト ボックス 6">
              <a:extLst>
                <a:ext uri="{FF2B5EF4-FFF2-40B4-BE49-F238E27FC236}">
                  <a16:creationId xmlns:a16="http://schemas.microsoft.com/office/drawing/2014/main" id="{AD970EA2-D8D6-C88C-90D5-50A2A75A5331}"/>
                </a:ext>
              </a:extLst>
            </p:cNvPr>
            <p:cNvSpPr txBox="1"/>
            <p:nvPr/>
          </p:nvSpPr>
          <p:spPr>
            <a:xfrm>
              <a:off x="3212342" y="2940079"/>
              <a:ext cx="3353803" cy="461665"/>
            </a:xfrm>
            <a:prstGeom prst="rect">
              <a:avLst/>
            </a:prstGeom>
            <a:noFill/>
          </p:spPr>
          <p:txBody>
            <a:bodyPr wrap="none" rtlCol="0">
              <a:spAutoFit/>
            </a:bodyPr>
            <a:lstStyle/>
            <a:p>
              <a:r>
                <a:rPr kumimoji="1" lang="en-US" altLang="ja-JP" sz="2400" b="1" u="sng" dirty="0"/>
                <a:t>1. </a:t>
              </a:r>
              <a:r>
                <a:rPr lang="en-US" altLang="ja-JP" sz="2400" b="1" u="sng" dirty="0"/>
                <a:t>3</a:t>
              </a:r>
              <a:r>
                <a:rPr lang="ja-JP" altLang="en-US" sz="2400" b="1" u="sng"/>
                <a:t>残基ペプチドの合成</a:t>
              </a:r>
              <a:endParaRPr kumimoji="1" lang="ja-JP" altLang="en-US" sz="2400" b="1" u="sng"/>
            </a:p>
          </p:txBody>
        </p:sp>
        <p:sp>
          <p:nvSpPr>
            <p:cNvPr id="8" name="テキスト ボックス 7">
              <a:extLst>
                <a:ext uri="{FF2B5EF4-FFF2-40B4-BE49-F238E27FC236}">
                  <a16:creationId xmlns:a16="http://schemas.microsoft.com/office/drawing/2014/main" id="{D069B13F-41CF-DC6B-6CEB-AF79023C36A9}"/>
                </a:ext>
              </a:extLst>
            </p:cNvPr>
            <p:cNvSpPr txBox="1"/>
            <p:nvPr/>
          </p:nvSpPr>
          <p:spPr>
            <a:xfrm>
              <a:off x="3212342" y="4030579"/>
              <a:ext cx="4637039" cy="461665"/>
            </a:xfrm>
            <a:prstGeom prst="rect">
              <a:avLst/>
            </a:prstGeom>
            <a:noFill/>
          </p:spPr>
          <p:txBody>
            <a:bodyPr wrap="none" rtlCol="0">
              <a:spAutoFit/>
            </a:bodyPr>
            <a:lstStyle/>
            <a:p>
              <a:r>
                <a:rPr lang="en-US" altLang="ja-JP" sz="2400" dirty="0">
                  <a:solidFill>
                    <a:schemeClr val="tx1">
                      <a:lumMod val="60000"/>
                      <a:lumOff val="40000"/>
                    </a:schemeClr>
                  </a:solidFill>
                </a:rPr>
                <a:t>2. TGR5</a:t>
              </a:r>
              <a:r>
                <a:rPr lang="ja-JP" altLang="en-US" sz="2400">
                  <a:solidFill>
                    <a:schemeClr val="tx1">
                      <a:lumMod val="60000"/>
                      <a:lumOff val="40000"/>
                    </a:schemeClr>
                  </a:solidFill>
                </a:rPr>
                <a:t>アゴニストペプチドの予測</a:t>
              </a:r>
              <a:endParaRPr kumimoji="1" lang="ja-JP" altLang="en-US" sz="2400">
                <a:solidFill>
                  <a:schemeClr val="tx1">
                    <a:lumMod val="60000"/>
                    <a:lumOff val="40000"/>
                  </a:schemeClr>
                </a:solidFill>
              </a:endParaRPr>
            </a:p>
          </p:txBody>
        </p:sp>
      </p:grpSp>
      <p:sp>
        <p:nvSpPr>
          <p:cNvPr id="2" name="正方形/長方形 1">
            <a:extLst>
              <a:ext uri="{FF2B5EF4-FFF2-40B4-BE49-F238E27FC236}">
                <a16:creationId xmlns:a16="http://schemas.microsoft.com/office/drawing/2014/main" id="{275A0406-068D-8860-5399-91BD800E7788}"/>
              </a:ext>
            </a:extLst>
          </p:cNvPr>
          <p:cNvSpPr/>
          <p:nvPr/>
        </p:nvSpPr>
        <p:spPr>
          <a:xfrm>
            <a:off x="6096000" y="834310"/>
            <a:ext cx="6096000" cy="602369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テキスト ボックス 2">
            <a:extLst>
              <a:ext uri="{FF2B5EF4-FFF2-40B4-BE49-F238E27FC236}">
                <a16:creationId xmlns:a16="http://schemas.microsoft.com/office/drawing/2014/main" id="{D70473D3-8875-9BA2-765C-E23DAEFE2F12}"/>
              </a:ext>
            </a:extLst>
          </p:cNvPr>
          <p:cNvSpPr txBox="1"/>
          <p:nvPr/>
        </p:nvSpPr>
        <p:spPr>
          <a:xfrm>
            <a:off x="6193105" y="931415"/>
            <a:ext cx="1701107" cy="400110"/>
          </a:xfrm>
          <a:prstGeom prst="rect">
            <a:avLst/>
          </a:prstGeom>
          <a:noFill/>
        </p:spPr>
        <p:txBody>
          <a:bodyPr wrap="none" rtlCol="0">
            <a:spAutoFit/>
          </a:bodyPr>
          <a:lstStyle/>
          <a:p>
            <a:r>
              <a:rPr lang="ja-JP" altLang="en-US" sz="2000" b="1"/>
              <a:t>中間報告まで</a:t>
            </a:r>
            <a:endParaRPr kumimoji="1" lang="ja-JP" altLang="en-US" sz="2000" b="1"/>
          </a:p>
        </p:txBody>
      </p:sp>
      <p:sp>
        <p:nvSpPr>
          <p:cNvPr id="6" name="テキスト ボックス 5">
            <a:extLst>
              <a:ext uri="{FF2B5EF4-FFF2-40B4-BE49-F238E27FC236}">
                <a16:creationId xmlns:a16="http://schemas.microsoft.com/office/drawing/2014/main" id="{986AF79E-A319-EC82-F91D-6E02F114E20B}"/>
              </a:ext>
            </a:extLst>
          </p:cNvPr>
          <p:cNvSpPr txBox="1"/>
          <p:nvPr/>
        </p:nvSpPr>
        <p:spPr>
          <a:xfrm>
            <a:off x="6248400" y="1428630"/>
            <a:ext cx="5791199" cy="1285032"/>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kumimoji="1" lang="ja-JP" altLang="en-US"/>
              <a:t>ルシフェラーゼ発現による</a:t>
            </a:r>
            <a:r>
              <a:rPr kumimoji="1" lang="en-US" altLang="ja-JP" dirty="0"/>
              <a:t>TGR5</a:t>
            </a:r>
            <a:r>
              <a:rPr kumimoji="1" lang="ja-JP" altLang="en-US"/>
              <a:t>活性評価系の改善を完了した。</a:t>
            </a:r>
            <a:endParaRPr kumimoji="1" lang="en-US" altLang="ja-JP" dirty="0"/>
          </a:p>
          <a:p>
            <a:pPr marL="285750" indent="-285750">
              <a:lnSpc>
                <a:spcPct val="150000"/>
              </a:lnSpc>
              <a:buFont typeface="Arial" panose="020B0604020202020204" pitchFamily="34" charset="0"/>
              <a:buChar char="•"/>
            </a:pPr>
            <a:r>
              <a:rPr lang="ja-JP" altLang="en-US"/>
              <a:t>分子フィンガープリントによる類似度評価をした。</a:t>
            </a:r>
            <a:endParaRPr kumimoji="1" lang="ja-JP" altLang="en-US"/>
          </a:p>
        </p:txBody>
      </p:sp>
      <p:pic>
        <p:nvPicPr>
          <p:cNvPr id="10" name="図 9" descr="ロゴ, 会社名&#10;&#10;自動的に生成された説明">
            <a:extLst>
              <a:ext uri="{FF2B5EF4-FFF2-40B4-BE49-F238E27FC236}">
                <a16:creationId xmlns:a16="http://schemas.microsoft.com/office/drawing/2014/main" id="{EA643898-D481-C2B7-8E9E-AEA5D54CD7EA}"/>
              </a:ext>
            </a:extLst>
          </p:cNvPr>
          <p:cNvPicPr>
            <a:picLocks noChangeAspect="1"/>
          </p:cNvPicPr>
          <p:nvPr/>
        </p:nvPicPr>
        <p:blipFill rotWithShape="1">
          <a:blip r:embed="rId3">
            <a:extLst>
              <a:ext uri="{28A0092B-C50C-407E-A947-70E740481C1C}">
                <a14:useLocalDpi xmlns:a14="http://schemas.microsoft.com/office/drawing/2010/main" val="0"/>
              </a:ext>
            </a:extLst>
          </a:blip>
          <a:srcRect t="5018" b="66125"/>
          <a:stretch/>
        </p:blipFill>
        <p:spPr>
          <a:xfrm>
            <a:off x="6884703" y="3148657"/>
            <a:ext cx="4202684" cy="1212767"/>
          </a:xfrm>
          <a:prstGeom prst="rect">
            <a:avLst/>
          </a:prstGeom>
        </p:spPr>
      </p:pic>
      <p:pic>
        <p:nvPicPr>
          <p:cNvPr id="11" name="Picture 4">
            <a:extLst>
              <a:ext uri="{FF2B5EF4-FFF2-40B4-BE49-F238E27FC236}">
                <a16:creationId xmlns:a16="http://schemas.microsoft.com/office/drawing/2014/main" id="{5D547680-2004-F17A-FE70-D01C33F5A8AE}"/>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4053" b="65763"/>
          <a:stretch/>
        </p:blipFill>
        <p:spPr bwMode="auto">
          <a:xfrm>
            <a:off x="6884703" y="4837762"/>
            <a:ext cx="4221226" cy="1274133"/>
          </a:xfrm>
          <a:prstGeom prst="rect">
            <a:avLst/>
          </a:prstGeom>
          <a:noFill/>
          <a:extLst>
            <a:ext uri="{909E8E84-426E-40DD-AFC4-6F175D3DCCD1}">
              <a14:hiddenFill xmlns:a14="http://schemas.microsoft.com/office/drawing/2010/main">
                <a:solidFill>
                  <a:srgbClr val="FFFFFF"/>
                </a:solidFill>
              </a14:hiddenFill>
            </a:ext>
          </a:extLst>
        </p:spPr>
      </p:pic>
      <p:sp>
        <p:nvSpPr>
          <p:cNvPr id="12" name="テキスト ボックス 11">
            <a:extLst>
              <a:ext uri="{FF2B5EF4-FFF2-40B4-BE49-F238E27FC236}">
                <a16:creationId xmlns:a16="http://schemas.microsoft.com/office/drawing/2014/main" id="{C271F828-9429-7F32-D694-2A3F7A3EB7F7}"/>
              </a:ext>
            </a:extLst>
          </p:cNvPr>
          <p:cNvSpPr txBox="1"/>
          <p:nvPr/>
        </p:nvSpPr>
        <p:spPr>
          <a:xfrm>
            <a:off x="6697377" y="4551607"/>
            <a:ext cx="4595877" cy="307777"/>
          </a:xfrm>
          <a:prstGeom prst="rect">
            <a:avLst/>
          </a:prstGeom>
          <a:noFill/>
        </p:spPr>
        <p:txBody>
          <a:bodyPr wrap="square">
            <a:spAutoFit/>
          </a:bodyPr>
          <a:lstStyle/>
          <a:p>
            <a:pPr algn="ctr"/>
            <a:r>
              <a:rPr lang="ja-JP" altLang="en-US" sz="1400">
                <a:latin typeface="+mn-ea"/>
              </a:rPr>
              <a:t>ドナーアクセプターフィンガープリントでの上位</a:t>
            </a:r>
            <a:r>
              <a:rPr lang="en-US" altLang="ja-JP" sz="1400" dirty="0">
                <a:latin typeface="+mn-ea"/>
              </a:rPr>
              <a:t>3</a:t>
            </a:r>
            <a:r>
              <a:rPr lang="ja-JP" altLang="en-US" sz="1400">
                <a:latin typeface="+mn-ea"/>
              </a:rPr>
              <a:t>配列</a:t>
            </a:r>
            <a:endParaRPr lang="en-US" altLang="ja-JP" sz="1400" b="0" dirty="0">
              <a:latin typeface="+mn-ea"/>
            </a:endParaRPr>
          </a:p>
        </p:txBody>
      </p:sp>
      <p:sp>
        <p:nvSpPr>
          <p:cNvPr id="13" name="テキスト ボックス 12">
            <a:extLst>
              <a:ext uri="{FF2B5EF4-FFF2-40B4-BE49-F238E27FC236}">
                <a16:creationId xmlns:a16="http://schemas.microsoft.com/office/drawing/2014/main" id="{15317AC7-9DED-07C3-1536-3DD67EF5F7A8}"/>
              </a:ext>
            </a:extLst>
          </p:cNvPr>
          <p:cNvSpPr txBox="1"/>
          <p:nvPr/>
        </p:nvSpPr>
        <p:spPr>
          <a:xfrm>
            <a:off x="6688106" y="2824696"/>
            <a:ext cx="4595877" cy="307777"/>
          </a:xfrm>
          <a:prstGeom prst="rect">
            <a:avLst/>
          </a:prstGeom>
          <a:noFill/>
        </p:spPr>
        <p:txBody>
          <a:bodyPr wrap="square">
            <a:spAutoFit/>
          </a:bodyPr>
          <a:lstStyle/>
          <a:p>
            <a:pPr algn="ctr"/>
            <a:r>
              <a:rPr lang="en-US" altLang="ja-JP" sz="1400" dirty="0">
                <a:latin typeface="+mn-ea"/>
              </a:rPr>
              <a:t>KCF-S</a:t>
            </a:r>
            <a:r>
              <a:rPr lang="ja-JP" altLang="en-US" sz="1400">
                <a:latin typeface="+mn-ea"/>
              </a:rPr>
              <a:t>での上位</a:t>
            </a:r>
            <a:r>
              <a:rPr lang="en-US" altLang="ja-JP" sz="1400" dirty="0">
                <a:latin typeface="+mn-ea"/>
              </a:rPr>
              <a:t>3</a:t>
            </a:r>
            <a:r>
              <a:rPr lang="ja-JP" altLang="en-US" sz="1400">
                <a:latin typeface="+mn-ea"/>
              </a:rPr>
              <a:t>配列</a:t>
            </a:r>
            <a:endParaRPr lang="en-US" altLang="ja-JP" sz="1400" b="0" dirty="0">
              <a:latin typeface="+mn-ea"/>
            </a:endParaRPr>
          </a:p>
        </p:txBody>
      </p:sp>
      <p:sp>
        <p:nvSpPr>
          <p:cNvPr id="14" name="テキスト ボックス 13">
            <a:extLst>
              <a:ext uri="{FF2B5EF4-FFF2-40B4-BE49-F238E27FC236}">
                <a16:creationId xmlns:a16="http://schemas.microsoft.com/office/drawing/2014/main" id="{3FF0119F-29DF-1F60-A8C5-DAB078D66219}"/>
              </a:ext>
            </a:extLst>
          </p:cNvPr>
          <p:cNvSpPr txBox="1"/>
          <p:nvPr/>
        </p:nvSpPr>
        <p:spPr>
          <a:xfrm>
            <a:off x="6777149" y="6352555"/>
            <a:ext cx="4790094" cy="369332"/>
          </a:xfrm>
          <a:prstGeom prst="rect">
            <a:avLst/>
          </a:prstGeom>
          <a:noFill/>
        </p:spPr>
        <p:txBody>
          <a:bodyPr wrap="none" rtlCol="0">
            <a:spAutoFit/>
          </a:bodyPr>
          <a:lstStyle/>
          <a:p>
            <a:r>
              <a:rPr kumimoji="1" lang="ja-JP" altLang="en-US" b="1"/>
              <a:t>類似度が高かったペプチドを合成して評価する</a:t>
            </a:r>
          </a:p>
        </p:txBody>
      </p:sp>
      <p:sp>
        <p:nvSpPr>
          <p:cNvPr id="15" name="矢印: 右 43">
            <a:extLst>
              <a:ext uri="{FF2B5EF4-FFF2-40B4-BE49-F238E27FC236}">
                <a16:creationId xmlns:a16="http://schemas.microsoft.com/office/drawing/2014/main" id="{FC0A0AF9-B992-D68D-6F88-8BECA353E61F}"/>
              </a:ext>
            </a:extLst>
          </p:cNvPr>
          <p:cNvSpPr/>
          <p:nvPr/>
        </p:nvSpPr>
        <p:spPr>
          <a:xfrm>
            <a:off x="6411243" y="6405821"/>
            <a:ext cx="276863" cy="262799"/>
          </a:xfrm>
          <a:custGeom>
            <a:avLst/>
            <a:gdLst>
              <a:gd name="connsiteX0" fmla="*/ 0 w 276863"/>
              <a:gd name="connsiteY0" fmla="*/ 65700 h 262799"/>
              <a:gd name="connsiteX1" fmla="*/ 145464 w 276863"/>
              <a:gd name="connsiteY1" fmla="*/ 65700 h 262799"/>
              <a:gd name="connsiteX2" fmla="*/ 145464 w 276863"/>
              <a:gd name="connsiteY2" fmla="*/ 0 h 262799"/>
              <a:gd name="connsiteX3" fmla="*/ 276863 w 276863"/>
              <a:gd name="connsiteY3" fmla="*/ 131400 h 262799"/>
              <a:gd name="connsiteX4" fmla="*/ 145464 w 276863"/>
              <a:gd name="connsiteY4" fmla="*/ 262799 h 262799"/>
              <a:gd name="connsiteX5" fmla="*/ 145464 w 276863"/>
              <a:gd name="connsiteY5" fmla="*/ 197099 h 262799"/>
              <a:gd name="connsiteX6" fmla="*/ 0 w 276863"/>
              <a:gd name="connsiteY6" fmla="*/ 197099 h 262799"/>
              <a:gd name="connsiteX7" fmla="*/ 0 w 276863"/>
              <a:gd name="connsiteY7" fmla="*/ 65700 h 262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6863" h="262799" fill="none" extrusionOk="0">
                <a:moveTo>
                  <a:pt x="0" y="65700"/>
                </a:moveTo>
                <a:cubicBezTo>
                  <a:pt x="46442" y="65636"/>
                  <a:pt x="113627" y="75616"/>
                  <a:pt x="145464" y="65700"/>
                </a:cubicBezTo>
                <a:cubicBezTo>
                  <a:pt x="149408" y="38311"/>
                  <a:pt x="146987" y="8794"/>
                  <a:pt x="145464" y="0"/>
                </a:cubicBezTo>
                <a:cubicBezTo>
                  <a:pt x="158908" y="27124"/>
                  <a:pt x="230743" y="85692"/>
                  <a:pt x="276863" y="131400"/>
                </a:cubicBezTo>
                <a:cubicBezTo>
                  <a:pt x="250893" y="156670"/>
                  <a:pt x="183268" y="230595"/>
                  <a:pt x="145464" y="262799"/>
                </a:cubicBezTo>
                <a:cubicBezTo>
                  <a:pt x="141644" y="242485"/>
                  <a:pt x="139578" y="204125"/>
                  <a:pt x="145464" y="197099"/>
                </a:cubicBezTo>
                <a:cubicBezTo>
                  <a:pt x="75689" y="198352"/>
                  <a:pt x="45887" y="192378"/>
                  <a:pt x="0" y="197099"/>
                </a:cubicBezTo>
                <a:cubicBezTo>
                  <a:pt x="10437" y="142555"/>
                  <a:pt x="788" y="129510"/>
                  <a:pt x="0" y="65700"/>
                </a:cubicBezTo>
                <a:close/>
              </a:path>
              <a:path w="276863" h="262799" stroke="0" extrusionOk="0">
                <a:moveTo>
                  <a:pt x="0" y="65700"/>
                </a:moveTo>
                <a:cubicBezTo>
                  <a:pt x="68607" y="57742"/>
                  <a:pt x="122267" y="65155"/>
                  <a:pt x="145464" y="65700"/>
                </a:cubicBezTo>
                <a:cubicBezTo>
                  <a:pt x="139558" y="38728"/>
                  <a:pt x="144421" y="29272"/>
                  <a:pt x="145464" y="0"/>
                </a:cubicBezTo>
                <a:cubicBezTo>
                  <a:pt x="172319" y="37728"/>
                  <a:pt x="250984" y="102129"/>
                  <a:pt x="276863" y="131400"/>
                </a:cubicBezTo>
                <a:cubicBezTo>
                  <a:pt x="249671" y="170945"/>
                  <a:pt x="186210" y="240785"/>
                  <a:pt x="145464" y="262799"/>
                </a:cubicBezTo>
                <a:cubicBezTo>
                  <a:pt x="149098" y="254116"/>
                  <a:pt x="148516" y="205033"/>
                  <a:pt x="145464" y="197099"/>
                </a:cubicBezTo>
                <a:cubicBezTo>
                  <a:pt x="89361" y="188250"/>
                  <a:pt x="47424" y="184977"/>
                  <a:pt x="0" y="197099"/>
                </a:cubicBezTo>
                <a:cubicBezTo>
                  <a:pt x="4202" y="137260"/>
                  <a:pt x="2067" y="109799"/>
                  <a:pt x="0" y="65700"/>
                </a:cubicBezTo>
                <a:close/>
              </a:path>
            </a:pathLst>
          </a:custGeom>
          <a:solidFill>
            <a:schemeClr val="accent4"/>
          </a:solidFill>
          <a:ln>
            <a:solidFill>
              <a:schemeClr val="accent4"/>
            </a:solidFill>
            <a:extLst>
              <a:ext uri="{C807C97D-BFC1-408E-A445-0C87EB9F89A2}">
                <ask:lineSketchStyleProps xmlns:ask="http://schemas.microsoft.com/office/drawing/2018/sketchyshapes" sd="3864781296">
                  <a:prstGeom prst="rightArrow">
                    <a:avLst/>
                  </a:pr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23009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9FD98EC-8D25-482F-8132-04421A268D61}"/>
              </a:ext>
            </a:extLst>
          </p:cNvPr>
          <p:cNvSpPr>
            <a:spLocks noGrp="1"/>
          </p:cNvSpPr>
          <p:nvPr>
            <p:ph type="title"/>
          </p:nvPr>
        </p:nvSpPr>
        <p:spPr/>
        <p:txBody>
          <a:bodyPr/>
          <a:lstStyle/>
          <a:p>
            <a:r>
              <a:rPr kumimoji="1" lang="ja-JP" altLang="en-US"/>
              <a:t>次回はペプチドを変更し、攪拌を十分に行う</a:t>
            </a:r>
            <a:endParaRPr kumimoji="1" lang="ja-JP" altLang="en-US" dirty="0"/>
          </a:p>
        </p:txBody>
      </p:sp>
      <p:sp>
        <p:nvSpPr>
          <p:cNvPr id="4" name="テキスト プレースホルダー 3">
            <a:extLst>
              <a:ext uri="{FF2B5EF4-FFF2-40B4-BE49-F238E27FC236}">
                <a16:creationId xmlns:a16="http://schemas.microsoft.com/office/drawing/2014/main" id="{7573968E-BF17-4017-AA59-5326CD607CE0}"/>
              </a:ext>
            </a:extLst>
          </p:cNvPr>
          <p:cNvSpPr>
            <a:spLocks noGrp="1"/>
          </p:cNvSpPr>
          <p:nvPr>
            <p:ph type="body" sz="quarter" idx="11"/>
          </p:nvPr>
        </p:nvSpPr>
        <p:spPr/>
        <p:txBody>
          <a:bodyPr>
            <a:normAutofit lnSpcReduction="10000"/>
          </a:bodyPr>
          <a:lstStyle/>
          <a:p>
            <a:r>
              <a:rPr lang="en-US" altLang="ja-JP" dirty="0"/>
              <a:t>3</a:t>
            </a:r>
            <a:r>
              <a:rPr lang="ja-JP" altLang="en-US"/>
              <a:t>残基</a:t>
            </a:r>
            <a:r>
              <a:rPr kumimoji="1" lang="ja-JP" altLang="en-US"/>
              <a:t>ペプチド合成</a:t>
            </a:r>
            <a:r>
              <a:rPr kumimoji="1" lang="en-US" altLang="ja-JP" dirty="0"/>
              <a:t>(1</a:t>
            </a:r>
            <a:r>
              <a:rPr kumimoji="1" lang="ja-JP" altLang="en-US"/>
              <a:t>回目</a:t>
            </a:r>
            <a:r>
              <a:rPr kumimoji="1" lang="en-US" altLang="ja-JP" dirty="0"/>
              <a:t>)</a:t>
            </a:r>
            <a:endParaRPr kumimoji="1" lang="ja-JP" altLang="en-US"/>
          </a:p>
        </p:txBody>
      </p:sp>
      <p:sp>
        <p:nvSpPr>
          <p:cNvPr id="7" name="正方形/長方形 6">
            <a:extLst>
              <a:ext uri="{FF2B5EF4-FFF2-40B4-BE49-F238E27FC236}">
                <a16:creationId xmlns:a16="http://schemas.microsoft.com/office/drawing/2014/main" id="{81CA1CA7-9C5F-F6CF-5531-F50B56E0EE4E}"/>
              </a:ext>
            </a:extLst>
          </p:cNvPr>
          <p:cNvSpPr/>
          <p:nvPr/>
        </p:nvSpPr>
        <p:spPr>
          <a:xfrm>
            <a:off x="0" y="834311"/>
            <a:ext cx="12192000" cy="2594689"/>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07BFE0B8-1B7E-5C4D-356C-13960A432E93}"/>
              </a:ext>
            </a:extLst>
          </p:cNvPr>
          <p:cNvSpPr txBox="1"/>
          <p:nvPr/>
        </p:nvSpPr>
        <p:spPr>
          <a:xfrm>
            <a:off x="519290" y="1006507"/>
            <a:ext cx="1107996" cy="369332"/>
          </a:xfrm>
          <a:prstGeom prst="rect">
            <a:avLst/>
          </a:prstGeom>
          <a:noFill/>
        </p:spPr>
        <p:txBody>
          <a:bodyPr wrap="none" rtlCol="0">
            <a:spAutoFit/>
          </a:bodyPr>
          <a:lstStyle/>
          <a:p>
            <a:r>
              <a:rPr kumimoji="1" lang="ja-JP" altLang="en-US"/>
              <a:t>自動合成</a:t>
            </a:r>
          </a:p>
        </p:txBody>
      </p:sp>
      <p:sp>
        <p:nvSpPr>
          <p:cNvPr id="10" name="山形 9">
            <a:extLst>
              <a:ext uri="{FF2B5EF4-FFF2-40B4-BE49-F238E27FC236}">
                <a16:creationId xmlns:a16="http://schemas.microsoft.com/office/drawing/2014/main" id="{F61D5C43-5F29-5912-1C19-4D473A41D565}"/>
              </a:ext>
            </a:extLst>
          </p:cNvPr>
          <p:cNvSpPr/>
          <p:nvPr/>
        </p:nvSpPr>
        <p:spPr>
          <a:xfrm>
            <a:off x="2417587" y="2067428"/>
            <a:ext cx="263384" cy="332252"/>
          </a:xfrm>
          <a:prstGeom prst="chevron">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accent4"/>
              </a:solidFill>
            </a:endParaRPr>
          </a:p>
        </p:txBody>
      </p:sp>
      <p:sp>
        <p:nvSpPr>
          <p:cNvPr id="13" name="テキスト ボックス 12">
            <a:extLst>
              <a:ext uri="{FF2B5EF4-FFF2-40B4-BE49-F238E27FC236}">
                <a16:creationId xmlns:a16="http://schemas.microsoft.com/office/drawing/2014/main" id="{1ACBFE3A-4BC0-012A-3AB7-798F177C7187}"/>
              </a:ext>
            </a:extLst>
          </p:cNvPr>
          <p:cNvSpPr txBox="1"/>
          <p:nvPr/>
        </p:nvSpPr>
        <p:spPr>
          <a:xfrm>
            <a:off x="2895179" y="996154"/>
            <a:ext cx="877163" cy="369332"/>
          </a:xfrm>
          <a:prstGeom prst="rect">
            <a:avLst/>
          </a:prstGeom>
          <a:noFill/>
        </p:spPr>
        <p:txBody>
          <a:bodyPr wrap="none" rtlCol="0">
            <a:spAutoFit/>
          </a:bodyPr>
          <a:lstStyle/>
          <a:p>
            <a:r>
              <a:rPr kumimoji="1" lang="ja-JP" altLang="en-US"/>
              <a:t>脱保護</a:t>
            </a:r>
          </a:p>
        </p:txBody>
      </p:sp>
      <p:sp>
        <p:nvSpPr>
          <p:cNvPr id="15" name="テキスト ボックス 14">
            <a:extLst>
              <a:ext uri="{FF2B5EF4-FFF2-40B4-BE49-F238E27FC236}">
                <a16:creationId xmlns:a16="http://schemas.microsoft.com/office/drawing/2014/main" id="{B7EB1BDD-0C6C-39AD-3C51-E55AAB084AAC}"/>
              </a:ext>
            </a:extLst>
          </p:cNvPr>
          <p:cNvSpPr txBox="1"/>
          <p:nvPr/>
        </p:nvSpPr>
        <p:spPr>
          <a:xfrm>
            <a:off x="6823165" y="963133"/>
            <a:ext cx="646331" cy="369332"/>
          </a:xfrm>
          <a:prstGeom prst="rect">
            <a:avLst/>
          </a:prstGeom>
          <a:noFill/>
        </p:spPr>
        <p:txBody>
          <a:bodyPr wrap="none" rtlCol="0">
            <a:spAutoFit/>
          </a:bodyPr>
          <a:lstStyle/>
          <a:p>
            <a:r>
              <a:rPr kumimoji="1" lang="ja-JP" altLang="en-US"/>
              <a:t>沈殿</a:t>
            </a:r>
          </a:p>
        </p:txBody>
      </p:sp>
      <p:sp>
        <p:nvSpPr>
          <p:cNvPr id="16" name="山形 15">
            <a:extLst>
              <a:ext uri="{FF2B5EF4-FFF2-40B4-BE49-F238E27FC236}">
                <a16:creationId xmlns:a16="http://schemas.microsoft.com/office/drawing/2014/main" id="{FFECF44B-B426-0E29-1733-0BF385C4FE40}"/>
              </a:ext>
            </a:extLst>
          </p:cNvPr>
          <p:cNvSpPr/>
          <p:nvPr/>
        </p:nvSpPr>
        <p:spPr>
          <a:xfrm>
            <a:off x="6539157" y="2074853"/>
            <a:ext cx="263384" cy="332252"/>
          </a:xfrm>
          <a:prstGeom prst="chevron">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accent4"/>
              </a:solidFill>
            </a:endParaRPr>
          </a:p>
        </p:txBody>
      </p:sp>
      <p:sp>
        <p:nvSpPr>
          <p:cNvPr id="18" name="テキスト ボックス 17">
            <a:extLst>
              <a:ext uri="{FF2B5EF4-FFF2-40B4-BE49-F238E27FC236}">
                <a16:creationId xmlns:a16="http://schemas.microsoft.com/office/drawing/2014/main" id="{E7CB0C58-4B18-226A-2E81-7D75E622359B}"/>
              </a:ext>
            </a:extLst>
          </p:cNvPr>
          <p:cNvSpPr txBox="1"/>
          <p:nvPr/>
        </p:nvSpPr>
        <p:spPr>
          <a:xfrm>
            <a:off x="2901038" y="1404996"/>
            <a:ext cx="2262158" cy="1569660"/>
          </a:xfrm>
          <a:prstGeom prst="rect">
            <a:avLst/>
          </a:prstGeom>
          <a:noFill/>
        </p:spPr>
        <p:txBody>
          <a:bodyPr wrap="none" rtlCol="0">
            <a:spAutoFit/>
          </a:bodyPr>
          <a:lstStyle/>
          <a:p>
            <a:r>
              <a:rPr kumimoji="1" lang="ja-JP" altLang="en-US" sz="1600"/>
              <a:t>試薬の組成</a:t>
            </a:r>
            <a:endParaRPr kumimoji="1" lang="en-US" altLang="ja-JP" sz="1600" dirty="0"/>
          </a:p>
          <a:p>
            <a:pPr marL="285750" indent="-285750">
              <a:buFont typeface="Arial" panose="020B0604020202020204" pitchFamily="34" charset="0"/>
              <a:buChar char="•"/>
            </a:pPr>
            <a:r>
              <a:rPr lang="en-US" altLang="ja-JP" sz="1600" dirty="0"/>
              <a:t>TFA : 81.5%</a:t>
            </a:r>
          </a:p>
          <a:p>
            <a:pPr marL="285750" indent="-285750">
              <a:buFont typeface="Arial" panose="020B0604020202020204" pitchFamily="34" charset="0"/>
              <a:buChar char="•"/>
            </a:pPr>
            <a:r>
              <a:rPr kumimoji="1" lang="ja-JP" altLang="en-US" sz="1600"/>
              <a:t>水</a:t>
            </a:r>
            <a:r>
              <a:rPr lang="en-US" altLang="ja-JP" sz="1600" dirty="0"/>
              <a:t> : 10%</a:t>
            </a:r>
          </a:p>
          <a:p>
            <a:pPr marL="285750" indent="-285750">
              <a:buFont typeface="Arial" panose="020B0604020202020204" pitchFamily="34" charset="0"/>
              <a:buChar char="•"/>
            </a:pPr>
            <a:r>
              <a:rPr kumimoji="1" lang="en-US" altLang="ja-JP" sz="1600" dirty="0"/>
              <a:t>TIS : 1%</a:t>
            </a:r>
          </a:p>
          <a:p>
            <a:pPr marL="285750" indent="-285750">
              <a:buFont typeface="Arial" panose="020B0604020202020204" pitchFamily="34" charset="0"/>
              <a:buChar char="•"/>
            </a:pPr>
            <a:r>
              <a:rPr kumimoji="1" lang="ja-JP" altLang="en-US" sz="1600"/>
              <a:t>チオアニソール</a:t>
            </a:r>
            <a:r>
              <a:rPr lang="en-US" altLang="ja-JP" sz="1600" dirty="0"/>
              <a:t> : 5%</a:t>
            </a:r>
          </a:p>
          <a:p>
            <a:pPr marL="285750" indent="-285750">
              <a:buFont typeface="Arial" panose="020B0604020202020204" pitchFamily="34" charset="0"/>
              <a:buChar char="•"/>
            </a:pPr>
            <a:r>
              <a:rPr kumimoji="1" lang="en-US" altLang="ja-JP" sz="1600" dirty="0"/>
              <a:t>EDT : 2.5%</a:t>
            </a:r>
            <a:endParaRPr kumimoji="1" lang="ja-JP" altLang="en-US" sz="1600"/>
          </a:p>
        </p:txBody>
      </p:sp>
      <p:sp>
        <p:nvSpPr>
          <p:cNvPr id="19" name="テキスト ボックス 18">
            <a:extLst>
              <a:ext uri="{FF2B5EF4-FFF2-40B4-BE49-F238E27FC236}">
                <a16:creationId xmlns:a16="http://schemas.microsoft.com/office/drawing/2014/main" id="{E0C66F83-B0C6-29BF-8480-0BD1C03BDDFA}"/>
              </a:ext>
            </a:extLst>
          </p:cNvPr>
          <p:cNvSpPr txBox="1"/>
          <p:nvPr/>
        </p:nvSpPr>
        <p:spPr>
          <a:xfrm>
            <a:off x="5598463" y="2322706"/>
            <a:ext cx="583814" cy="338554"/>
          </a:xfrm>
          <a:prstGeom prst="rect">
            <a:avLst/>
          </a:prstGeom>
          <a:noFill/>
        </p:spPr>
        <p:txBody>
          <a:bodyPr wrap="none" rtlCol="0">
            <a:spAutoFit/>
          </a:bodyPr>
          <a:lstStyle/>
          <a:p>
            <a:r>
              <a:rPr lang="en-US" altLang="ja-JP" sz="1600" dirty="0"/>
              <a:t>2mL</a:t>
            </a:r>
            <a:endParaRPr kumimoji="1" lang="en-US" altLang="ja-JP" sz="1600" dirty="0"/>
          </a:p>
        </p:txBody>
      </p:sp>
      <p:sp>
        <p:nvSpPr>
          <p:cNvPr id="20" name="テキスト ボックス 19">
            <a:extLst>
              <a:ext uri="{FF2B5EF4-FFF2-40B4-BE49-F238E27FC236}">
                <a16:creationId xmlns:a16="http://schemas.microsoft.com/office/drawing/2014/main" id="{F6C10DF9-0374-E6CD-FA3C-7E84F582EE60}"/>
              </a:ext>
            </a:extLst>
          </p:cNvPr>
          <p:cNvSpPr txBox="1"/>
          <p:nvPr/>
        </p:nvSpPr>
        <p:spPr>
          <a:xfrm>
            <a:off x="8018522" y="1347276"/>
            <a:ext cx="1420649" cy="584775"/>
          </a:xfrm>
          <a:prstGeom prst="rect">
            <a:avLst/>
          </a:prstGeom>
          <a:noFill/>
        </p:spPr>
        <p:txBody>
          <a:bodyPr wrap="square" rtlCol="0">
            <a:spAutoFit/>
          </a:bodyPr>
          <a:lstStyle/>
          <a:p>
            <a:r>
              <a:rPr kumimoji="1" lang="en-US" altLang="ja-JP" sz="1600" dirty="0"/>
              <a:t>15%</a:t>
            </a:r>
            <a:r>
              <a:rPr kumimoji="1" lang="ja-JP" altLang="en-US" sz="1600"/>
              <a:t>ヘプタン</a:t>
            </a:r>
            <a:r>
              <a:rPr kumimoji="1" lang="en-US" altLang="ja-JP" sz="1600" dirty="0"/>
              <a:t>/TBME 30mL</a:t>
            </a:r>
          </a:p>
        </p:txBody>
      </p:sp>
      <p:pic>
        <p:nvPicPr>
          <p:cNvPr id="22" name="図 21" descr="テキスト&#10;&#10;低い精度で自動的に生成された説明">
            <a:extLst>
              <a:ext uri="{FF2B5EF4-FFF2-40B4-BE49-F238E27FC236}">
                <a16:creationId xmlns:a16="http://schemas.microsoft.com/office/drawing/2014/main" id="{54A6B8A8-D5D9-84F7-BA32-67BF10C41382}"/>
              </a:ext>
            </a:extLst>
          </p:cNvPr>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rot="1047483">
            <a:off x="5227266" y="1408500"/>
            <a:ext cx="458815" cy="1570166"/>
          </a:xfrm>
          <a:prstGeom prst="rect">
            <a:avLst/>
          </a:prstGeom>
        </p:spPr>
      </p:pic>
      <p:pic>
        <p:nvPicPr>
          <p:cNvPr id="25" name="図 24" descr="ダイアグラム&#10;&#10;中程度の精度で自動的に生成された説明">
            <a:extLst>
              <a:ext uri="{FF2B5EF4-FFF2-40B4-BE49-F238E27FC236}">
                <a16:creationId xmlns:a16="http://schemas.microsoft.com/office/drawing/2014/main" id="{CED855E8-3EF3-495C-D27D-CD6208A3A555}"/>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rot="835817">
            <a:off x="7303207" y="1854622"/>
            <a:ext cx="332578" cy="1090116"/>
          </a:xfrm>
          <a:prstGeom prst="rect">
            <a:avLst/>
          </a:prstGeom>
        </p:spPr>
      </p:pic>
      <p:grpSp>
        <p:nvGrpSpPr>
          <p:cNvPr id="28" name="グループ化 27">
            <a:extLst>
              <a:ext uri="{FF2B5EF4-FFF2-40B4-BE49-F238E27FC236}">
                <a16:creationId xmlns:a16="http://schemas.microsoft.com/office/drawing/2014/main" id="{7EBB645E-41BB-A488-7FD1-C218F7F7473C}"/>
              </a:ext>
            </a:extLst>
          </p:cNvPr>
          <p:cNvGrpSpPr/>
          <p:nvPr/>
        </p:nvGrpSpPr>
        <p:grpSpPr>
          <a:xfrm rot="12895983">
            <a:off x="7632170" y="1520262"/>
            <a:ext cx="379530" cy="326387"/>
            <a:chOff x="2664127" y="3374455"/>
            <a:chExt cx="1201975" cy="1567649"/>
          </a:xfrm>
          <a:solidFill>
            <a:schemeClr val="tx1"/>
          </a:solidFill>
        </p:grpSpPr>
        <p:sp>
          <p:nvSpPr>
            <p:cNvPr id="29" name="二等辺三角形 4">
              <a:extLst>
                <a:ext uri="{FF2B5EF4-FFF2-40B4-BE49-F238E27FC236}">
                  <a16:creationId xmlns:a16="http://schemas.microsoft.com/office/drawing/2014/main" id="{13F4E371-E4B3-443A-F54C-52CA3EFF001D}"/>
                </a:ext>
              </a:extLst>
            </p:cNvPr>
            <p:cNvSpPr/>
            <p:nvPr/>
          </p:nvSpPr>
          <p:spPr>
            <a:xfrm rot="21516842">
              <a:off x="3025444" y="3374455"/>
              <a:ext cx="840658" cy="471949"/>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0" name="フリーフォーム: 図形 9">
              <a:extLst>
                <a:ext uri="{FF2B5EF4-FFF2-40B4-BE49-F238E27FC236}">
                  <a16:creationId xmlns:a16="http://schemas.microsoft.com/office/drawing/2014/main" id="{10AA8660-B575-37BB-2393-487554E69E16}"/>
                </a:ext>
              </a:extLst>
            </p:cNvPr>
            <p:cNvSpPr/>
            <p:nvPr/>
          </p:nvSpPr>
          <p:spPr>
            <a:xfrm>
              <a:off x="2664127" y="3827205"/>
              <a:ext cx="956601" cy="1114899"/>
            </a:xfrm>
            <a:custGeom>
              <a:avLst/>
              <a:gdLst>
                <a:gd name="connsiteX0" fmla="*/ 649311 w 956601"/>
                <a:gd name="connsiteY0" fmla="*/ 0 h 1114899"/>
                <a:gd name="connsiteX1" fmla="*/ 956601 w 956601"/>
                <a:gd name="connsiteY1" fmla="*/ 0 h 1114899"/>
                <a:gd name="connsiteX2" fmla="*/ 951973 w 956601"/>
                <a:gd name="connsiteY2" fmla="*/ 97117 h 1114899"/>
                <a:gd name="connsiteX3" fmla="*/ 5472 w 956601"/>
                <a:gd name="connsiteY3" fmla="*/ 1113687 h 1114899"/>
                <a:gd name="connsiteX4" fmla="*/ 0 w 956601"/>
                <a:gd name="connsiteY4" fmla="*/ 1114899 h 1114899"/>
                <a:gd name="connsiteX5" fmla="*/ 40056 w 956601"/>
                <a:gd name="connsiteY5" fmla="*/ 1089636 h 1114899"/>
                <a:gd name="connsiteX6" fmla="*/ 638394 w 956601"/>
                <a:gd name="connsiteY6" fmla="*/ 162145 h 111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6601" h="1114899">
                  <a:moveTo>
                    <a:pt x="649311" y="0"/>
                  </a:moveTo>
                  <a:lnTo>
                    <a:pt x="956601" y="0"/>
                  </a:lnTo>
                  <a:lnTo>
                    <a:pt x="951973" y="97117"/>
                  </a:lnTo>
                  <a:cubicBezTo>
                    <a:pt x="906000" y="577465"/>
                    <a:pt x="522068" y="975272"/>
                    <a:pt x="5472" y="1113687"/>
                  </a:cubicBezTo>
                  <a:lnTo>
                    <a:pt x="0" y="1114899"/>
                  </a:lnTo>
                  <a:lnTo>
                    <a:pt x="40056" y="1089636"/>
                  </a:lnTo>
                  <a:cubicBezTo>
                    <a:pt x="365632" y="863013"/>
                    <a:pt x="587911" y="534591"/>
                    <a:pt x="638394" y="16214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sp>
        <p:nvSpPr>
          <p:cNvPr id="31" name="テキスト ボックス 30">
            <a:extLst>
              <a:ext uri="{FF2B5EF4-FFF2-40B4-BE49-F238E27FC236}">
                <a16:creationId xmlns:a16="http://schemas.microsoft.com/office/drawing/2014/main" id="{117445C2-E41A-D8FE-16C2-A6F355E82339}"/>
              </a:ext>
            </a:extLst>
          </p:cNvPr>
          <p:cNvSpPr txBox="1"/>
          <p:nvPr/>
        </p:nvSpPr>
        <p:spPr>
          <a:xfrm>
            <a:off x="10181502" y="1400023"/>
            <a:ext cx="783205" cy="338554"/>
          </a:xfrm>
          <a:prstGeom prst="rect">
            <a:avLst/>
          </a:prstGeom>
          <a:noFill/>
        </p:spPr>
        <p:txBody>
          <a:bodyPr wrap="square" rtlCol="0">
            <a:spAutoFit/>
          </a:bodyPr>
          <a:lstStyle/>
          <a:p>
            <a:r>
              <a:rPr kumimoji="1" lang="ja-JP" altLang="en-US" sz="1600"/>
              <a:t>水</a:t>
            </a:r>
            <a:r>
              <a:rPr kumimoji="1" lang="en-US" altLang="ja-JP" sz="1600" dirty="0"/>
              <a:t>2mL</a:t>
            </a:r>
          </a:p>
        </p:txBody>
      </p:sp>
      <p:pic>
        <p:nvPicPr>
          <p:cNvPr id="32" name="図 31" descr="ダイアグラム&#10;&#10;中程度の精度で自動的に生成された説明">
            <a:extLst>
              <a:ext uri="{FF2B5EF4-FFF2-40B4-BE49-F238E27FC236}">
                <a16:creationId xmlns:a16="http://schemas.microsoft.com/office/drawing/2014/main" id="{0866779E-2D99-A2BA-ADF4-60BF7D66C099}"/>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rot="835817">
            <a:off x="9466187" y="1907369"/>
            <a:ext cx="332578" cy="1090116"/>
          </a:xfrm>
          <a:prstGeom prst="rect">
            <a:avLst/>
          </a:prstGeom>
        </p:spPr>
      </p:pic>
      <p:grpSp>
        <p:nvGrpSpPr>
          <p:cNvPr id="33" name="グループ化 32">
            <a:extLst>
              <a:ext uri="{FF2B5EF4-FFF2-40B4-BE49-F238E27FC236}">
                <a16:creationId xmlns:a16="http://schemas.microsoft.com/office/drawing/2014/main" id="{EE5BBA63-B22C-AF50-F3A7-D57C338BACE6}"/>
              </a:ext>
            </a:extLst>
          </p:cNvPr>
          <p:cNvGrpSpPr/>
          <p:nvPr/>
        </p:nvGrpSpPr>
        <p:grpSpPr>
          <a:xfrm rot="12895983">
            <a:off x="9795150" y="1573009"/>
            <a:ext cx="379530" cy="326387"/>
            <a:chOff x="2664127" y="3374455"/>
            <a:chExt cx="1201975" cy="1567649"/>
          </a:xfrm>
          <a:solidFill>
            <a:schemeClr val="tx1"/>
          </a:solidFill>
        </p:grpSpPr>
        <p:sp>
          <p:nvSpPr>
            <p:cNvPr id="34" name="二等辺三角形 4">
              <a:extLst>
                <a:ext uri="{FF2B5EF4-FFF2-40B4-BE49-F238E27FC236}">
                  <a16:creationId xmlns:a16="http://schemas.microsoft.com/office/drawing/2014/main" id="{A1825C22-ADDF-F388-C520-4BC5F9ED56E3}"/>
                </a:ext>
              </a:extLst>
            </p:cNvPr>
            <p:cNvSpPr/>
            <p:nvPr/>
          </p:nvSpPr>
          <p:spPr>
            <a:xfrm rot="21516842">
              <a:off x="3025444" y="3374455"/>
              <a:ext cx="840658" cy="471949"/>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5" name="フリーフォーム: 図形 9">
              <a:extLst>
                <a:ext uri="{FF2B5EF4-FFF2-40B4-BE49-F238E27FC236}">
                  <a16:creationId xmlns:a16="http://schemas.microsoft.com/office/drawing/2014/main" id="{29D37E2D-E138-319C-ADCE-EDFBEE6034C2}"/>
                </a:ext>
              </a:extLst>
            </p:cNvPr>
            <p:cNvSpPr/>
            <p:nvPr/>
          </p:nvSpPr>
          <p:spPr>
            <a:xfrm>
              <a:off x="2664127" y="3827205"/>
              <a:ext cx="956601" cy="1114899"/>
            </a:xfrm>
            <a:custGeom>
              <a:avLst/>
              <a:gdLst>
                <a:gd name="connsiteX0" fmla="*/ 649311 w 956601"/>
                <a:gd name="connsiteY0" fmla="*/ 0 h 1114899"/>
                <a:gd name="connsiteX1" fmla="*/ 956601 w 956601"/>
                <a:gd name="connsiteY1" fmla="*/ 0 h 1114899"/>
                <a:gd name="connsiteX2" fmla="*/ 951973 w 956601"/>
                <a:gd name="connsiteY2" fmla="*/ 97117 h 1114899"/>
                <a:gd name="connsiteX3" fmla="*/ 5472 w 956601"/>
                <a:gd name="connsiteY3" fmla="*/ 1113687 h 1114899"/>
                <a:gd name="connsiteX4" fmla="*/ 0 w 956601"/>
                <a:gd name="connsiteY4" fmla="*/ 1114899 h 1114899"/>
                <a:gd name="connsiteX5" fmla="*/ 40056 w 956601"/>
                <a:gd name="connsiteY5" fmla="*/ 1089636 h 1114899"/>
                <a:gd name="connsiteX6" fmla="*/ 638394 w 956601"/>
                <a:gd name="connsiteY6" fmla="*/ 162145 h 111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6601" h="1114899">
                  <a:moveTo>
                    <a:pt x="649311" y="0"/>
                  </a:moveTo>
                  <a:lnTo>
                    <a:pt x="956601" y="0"/>
                  </a:lnTo>
                  <a:lnTo>
                    <a:pt x="951973" y="97117"/>
                  </a:lnTo>
                  <a:cubicBezTo>
                    <a:pt x="906000" y="577465"/>
                    <a:pt x="522068" y="975272"/>
                    <a:pt x="5472" y="1113687"/>
                  </a:cubicBezTo>
                  <a:lnTo>
                    <a:pt x="0" y="1114899"/>
                  </a:lnTo>
                  <a:lnTo>
                    <a:pt x="40056" y="1089636"/>
                  </a:lnTo>
                  <a:cubicBezTo>
                    <a:pt x="365632" y="863013"/>
                    <a:pt x="587911" y="534591"/>
                    <a:pt x="638394" y="16214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sp>
        <p:nvSpPr>
          <p:cNvPr id="36" name="テキスト ボックス 35">
            <a:extLst>
              <a:ext uri="{FF2B5EF4-FFF2-40B4-BE49-F238E27FC236}">
                <a16:creationId xmlns:a16="http://schemas.microsoft.com/office/drawing/2014/main" id="{18B476BF-CF6F-7886-768A-35740006D58B}"/>
              </a:ext>
            </a:extLst>
          </p:cNvPr>
          <p:cNvSpPr txBox="1"/>
          <p:nvPr/>
        </p:nvSpPr>
        <p:spPr>
          <a:xfrm>
            <a:off x="519290" y="2658395"/>
            <a:ext cx="1633899" cy="338554"/>
          </a:xfrm>
          <a:prstGeom prst="rect">
            <a:avLst/>
          </a:prstGeom>
          <a:noFill/>
        </p:spPr>
        <p:txBody>
          <a:bodyPr wrap="square" rtlCol="0">
            <a:spAutoFit/>
          </a:bodyPr>
          <a:lstStyle/>
          <a:p>
            <a:r>
              <a:rPr kumimoji="1" lang="en-US" altLang="ja-JP" sz="1600" dirty="0"/>
              <a:t>AWF, IPF</a:t>
            </a:r>
            <a:r>
              <a:rPr kumimoji="1" lang="ja-JP" altLang="en-US" sz="1600"/>
              <a:t>を合成</a:t>
            </a:r>
            <a:endParaRPr kumimoji="1" lang="en-US" altLang="ja-JP" sz="1600" dirty="0"/>
          </a:p>
        </p:txBody>
      </p:sp>
      <p:sp>
        <p:nvSpPr>
          <p:cNvPr id="37" name="山形 36">
            <a:extLst>
              <a:ext uri="{FF2B5EF4-FFF2-40B4-BE49-F238E27FC236}">
                <a16:creationId xmlns:a16="http://schemas.microsoft.com/office/drawing/2014/main" id="{AE2ABC92-5067-EF06-E502-FD0D992E61EE}"/>
              </a:ext>
            </a:extLst>
          </p:cNvPr>
          <p:cNvSpPr/>
          <p:nvPr/>
        </p:nvSpPr>
        <p:spPr>
          <a:xfrm>
            <a:off x="8633950" y="2127540"/>
            <a:ext cx="263384" cy="332252"/>
          </a:xfrm>
          <a:prstGeom prst="chevron">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accent4"/>
              </a:solidFill>
            </a:endParaRPr>
          </a:p>
        </p:txBody>
      </p:sp>
      <p:sp>
        <p:nvSpPr>
          <p:cNvPr id="38" name="コンテンツ プレースホルダー 2">
            <a:extLst>
              <a:ext uri="{FF2B5EF4-FFF2-40B4-BE49-F238E27FC236}">
                <a16:creationId xmlns:a16="http://schemas.microsoft.com/office/drawing/2014/main" id="{18EBE710-FBBA-6097-9B78-68FB16186EA4}"/>
              </a:ext>
            </a:extLst>
          </p:cNvPr>
          <p:cNvSpPr>
            <a:spLocks noGrp="1"/>
          </p:cNvSpPr>
          <p:nvPr>
            <p:ph idx="1"/>
          </p:nvPr>
        </p:nvSpPr>
        <p:spPr>
          <a:xfrm>
            <a:off x="546100" y="3732551"/>
            <a:ext cx="11099800" cy="2468587"/>
          </a:xfrm>
        </p:spPr>
        <p:txBody>
          <a:bodyPr/>
          <a:lstStyle/>
          <a:p>
            <a:r>
              <a:rPr kumimoji="1" lang="ja-JP" altLang="en-US" b="0"/>
              <a:t>沈殿を得ることができなかった</a:t>
            </a:r>
            <a:endParaRPr kumimoji="1" lang="en-US" altLang="ja-JP" b="0" dirty="0"/>
          </a:p>
          <a:p>
            <a:r>
              <a:rPr kumimoji="1" lang="ja-JP" altLang="en-US" b="0"/>
              <a:t>石井さんと共同で行ったが、石井さんの</a:t>
            </a:r>
            <a:r>
              <a:rPr kumimoji="1" lang="en-US" altLang="ja-JP" b="0" dirty="0"/>
              <a:t>6</a:t>
            </a:r>
            <a:r>
              <a:rPr kumimoji="1" lang="ja-JP" altLang="en-US" b="0"/>
              <a:t>残基程度のペプチドは沈殿を得ることができた。</a:t>
            </a:r>
            <a:endParaRPr kumimoji="1" lang="en-US" altLang="ja-JP" b="0" dirty="0"/>
          </a:p>
          <a:p>
            <a:pPr lvl="1"/>
            <a:r>
              <a:rPr lang="ja-JP" altLang="en-US">
                <a:latin typeface="+mn-ea"/>
                <a:ea typeface="+mn-ea"/>
              </a:rPr>
              <a:t>ペプチド合成までの操作には問題はないと言える</a:t>
            </a:r>
            <a:endParaRPr kumimoji="1" lang="en-US" altLang="ja-JP" b="0" dirty="0">
              <a:latin typeface="+mn-ea"/>
              <a:ea typeface="+mn-ea"/>
            </a:endParaRPr>
          </a:p>
          <a:p>
            <a:r>
              <a:rPr kumimoji="1" lang="ja-JP" altLang="en-US" b="0"/>
              <a:t>横野さんに問い合わせたところ、</a:t>
            </a:r>
            <a:r>
              <a:rPr kumimoji="1" lang="en-US" altLang="ja-JP" b="0" dirty="0"/>
              <a:t>15%</a:t>
            </a:r>
            <a:r>
              <a:rPr kumimoji="1" lang="ja-JP" altLang="en-US" b="0"/>
              <a:t>ヘプタン</a:t>
            </a:r>
            <a:r>
              <a:rPr lang="en-US" altLang="ja-JP" b="0" dirty="0"/>
              <a:t>/TBME</a:t>
            </a:r>
            <a:r>
              <a:rPr lang="ja-JP" altLang="en-US" b="0"/>
              <a:t>、水を加えたときに十分な撹拌が必要とのこと。</a:t>
            </a:r>
            <a:endParaRPr lang="en-US" altLang="ja-JP" b="0" dirty="0"/>
          </a:p>
          <a:p>
            <a:r>
              <a:rPr kumimoji="1" lang="ja-JP" altLang="en-US" b="0"/>
              <a:t>また、使用したペプチドが沈殿しにくい性質を持っていた可能性もある。</a:t>
            </a:r>
          </a:p>
        </p:txBody>
      </p:sp>
      <p:sp>
        <p:nvSpPr>
          <p:cNvPr id="39" name="テキスト ボックス 38">
            <a:extLst>
              <a:ext uri="{FF2B5EF4-FFF2-40B4-BE49-F238E27FC236}">
                <a16:creationId xmlns:a16="http://schemas.microsoft.com/office/drawing/2014/main" id="{854E7271-5B7A-8B02-4247-63F06C498FE4}"/>
              </a:ext>
            </a:extLst>
          </p:cNvPr>
          <p:cNvSpPr txBox="1"/>
          <p:nvPr/>
        </p:nvSpPr>
        <p:spPr>
          <a:xfrm>
            <a:off x="841572" y="3924637"/>
            <a:ext cx="184731" cy="369332"/>
          </a:xfrm>
          <a:prstGeom prst="rect">
            <a:avLst/>
          </a:prstGeom>
          <a:noFill/>
        </p:spPr>
        <p:txBody>
          <a:bodyPr wrap="none" rtlCol="0">
            <a:spAutoFit/>
          </a:bodyPr>
          <a:lstStyle/>
          <a:p>
            <a:endParaRPr kumimoji="1" lang="ja-JP" altLang="en-US"/>
          </a:p>
        </p:txBody>
      </p:sp>
      <p:pic>
        <p:nvPicPr>
          <p:cNvPr id="41" name="図 40" descr="ピアノ が含まれている画像&#10;&#10;自動的に生成された説明">
            <a:extLst>
              <a:ext uri="{FF2B5EF4-FFF2-40B4-BE49-F238E27FC236}">
                <a16:creationId xmlns:a16="http://schemas.microsoft.com/office/drawing/2014/main" id="{3B8719F7-311F-5BA1-ABD9-28A34DB024A2}"/>
              </a:ext>
            </a:extLst>
          </p:cNvPr>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885015" y="1555535"/>
            <a:ext cx="930919" cy="1104960"/>
          </a:xfrm>
          <a:prstGeom prst="rect">
            <a:avLst/>
          </a:prstGeom>
        </p:spPr>
      </p:pic>
      <p:sp>
        <p:nvSpPr>
          <p:cNvPr id="3" name="テキスト ボックス 2">
            <a:extLst>
              <a:ext uri="{FF2B5EF4-FFF2-40B4-BE49-F238E27FC236}">
                <a16:creationId xmlns:a16="http://schemas.microsoft.com/office/drawing/2014/main" id="{28A379A6-AB50-166F-852F-21D9E1549A79}"/>
              </a:ext>
            </a:extLst>
          </p:cNvPr>
          <p:cNvSpPr txBox="1"/>
          <p:nvPr/>
        </p:nvSpPr>
        <p:spPr>
          <a:xfrm>
            <a:off x="5229938" y="3064650"/>
            <a:ext cx="6999032" cy="369332"/>
          </a:xfrm>
          <a:prstGeom prst="rect">
            <a:avLst/>
          </a:prstGeom>
          <a:solidFill>
            <a:schemeClr val="accent4">
              <a:lumMod val="20000"/>
              <a:lumOff val="80000"/>
            </a:schemeClr>
          </a:solidFill>
        </p:spPr>
        <p:txBody>
          <a:bodyPr wrap="none" rtlCol="0">
            <a:spAutoFit/>
          </a:bodyPr>
          <a:lstStyle/>
          <a:p>
            <a:r>
              <a:rPr kumimoji="1" lang="ja-JP" altLang="en-US"/>
              <a:t>過去に先輩がもらった</a:t>
            </a:r>
            <a:r>
              <a:rPr kumimoji="1" lang="en-US" altLang="ja-JP" dirty="0"/>
              <a:t>3</a:t>
            </a:r>
            <a:r>
              <a:rPr lang="ja-JP" altLang="en-US"/>
              <a:t>残基ペプチドの合成プロトコルに従って行った。</a:t>
            </a:r>
            <a:endParaRPr kumimoji="1" lang="ja-JP" altLang="en-US"/>
          </a:p>
        </p:txBody>
      </p:sp>
    </p:spTree>
    <p:extLst>
      <p:ext uri="{BB962C8B-B14F-4D97-AF65-F5344CB8AC3E}">
        <p14:creationId xmlns:p14="http://schemas.microsoft.com/office/powerpoint/2010/main" val="388561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9FD98EC-8D25-482F-8132-04421A268D61}"/>
              </a:ext>
            </a:extLst>
          </p:cNvPr>
          <p:cNvSpPr>
            <a:spLocks noGrp="1"/>
          </p:cNvSpPr>
          <p:nvPr>
            <p:ph type="title"/>
          </p:nvPr>
        </p:nvSpPr>
        <p:spPr/>
        <p:txBody>
          <a:bodyPr/>
          <a:lstStyle/>
          <a:p>
            <a:r>
              <a:rPr kumimoji="1" lang="ja-JP" altLang="en-US"/>
              <a:t>次回は脱保護試薬を変更、ヘプタン</a:t>
            </a:r>
            <a:r>
              <a:rPr kumimoji="1" lang="en-US" altLang="ja-JP" dirty="0"/>
              <a:t>/TBME</a:t>
            </a:r>
            <a:r>
              <a:rPr kumimoji="1" lang="ja-JP" altLang="en-US"/>
              <a:t>の量を増やす、水の量を変更する。</a:t>
            </a:r>
            <a:endParaRPr kumimoji="1" lang="ja-JP" altLang="en-US" dirty="0"/>
          </a:p>
        </p:txBody>
      </p:sp>
      <p:sp>
        <p:nvSpPr>
          <p:cNvPr id="4" name="テキスト プレースホルダー 3">
            <a:extLst>
              <a:ext uri="{FF2B5EF4-FFF2-40B4-BE49-F238E27FC236}">
                <a16:creationId xmlns:a16="http://schemas.microsoft.com/office/drawing/2014/main" id="{7573968E-BF17-4017-AA59-5326CD607CE0}"/>
              </a:ext>
            </a:extLst>
          </p:cNvPr>
          <p:cNvSpPr>
            <a:spLocks noGrp="1"/>
          </p:cNvSpPr>
          <p:nvPr>
            <p:ph type="body" sz="quarter" idx="11"/>
          </p:nvPr>
        </p:nvSpPr>
        <p:spPr/>
        <p:txBody>
          <a:bodyPr>
            <a:normAutofit lnSpcReduction="10000"/>
          </a:bodyPr>
          <a:lstStyle/>
          <a:p>
            <a:r>
              <a:rPr lang="en-US" altLang="ja-JP" dirty="0"/>
              <a:t>3</a:t>
            </a:r>
            <a:r>
              <a:rPr lang="ja-JP" altLang="en-US"/>
              <a:t>残基</a:t>
            </a:r>
            <a:r>
              <a:rPr kumimoji="1" lang="ja-JP" altLang="en-US"/>
              <a:t>ペプチド合成</a:t>
            </a:r>
            <a:r>
              <a:rPr kumimoji="1" lang="en-US" altLang="ja-JP" dirty="0"/>
              <a:t>(2</a:t>
            </a:r>
            <a:r>
              <a:rPr kumimoji="1" lang="ja-JP" altLang="en-US"/>
              <a:t>回目</a:t>
            </a:r>
            <a:r>
              <a:rPr kumimoji="1" lang="en-US" altLang="ja-JP" dirty="0"/>
              <a:t>)</a:t>
            </a:r>
            <a:endParaRPr kumimoji="1" lang="ja-JP" altLang="en-US"/>
          </a:p>
        </p:txBody>
      </p:sp>
      <p:sp>
        <p:nvSpPr>
          <p:cNvPr id="7" name="正方形/長方形 6">
            <a:extLst>
              <a:ext uri="{FF2B5EF4-FFF2-40B4-BE49-F238E27FC236}">
                <a16:creationId xmlns:a16="http://schemas.microsoft.com/office/drawing/2014/main" id="{81CA1CA7-9C5F-F6CF-5531-F50B56E0EE4E}"/>
              </a:ext>
            </a:extLst>
          </p:cNvPr>
          <p:cNvSpPr/>
          <p:nvPr/>
        </p:nvSpPr>
        <p:spPr>
          <a:xfrm>
            <a:off x="0" y="834311"/>
            <a:ext cx="12192000" cy="2321583"/>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07BFE0B8-1B7E-5C4D-356C-13960A432E93}"/>
              </a:ext>
            </a:extLst>
          </p:cNvPr>
          <p:cNvSpPr txBox="1"/>
          <p:nvPr/>
        </p:nvSpPr>
        <p:spPr>
          <a:xfrm>
            <a:off x="519290" y="1006507"/>
            <a:ext cx="1107996" cy="369332"/>
          </a:xfrm>
          <a:prstGeom prst="rect">
            <a:avLst/>
          </a:prstGeom>
          <a:noFill/>
        </p:spPr>
        <p:txBody>
          <a:bodyPr wrap="none" rtlCol="0">
            <a:spAutoFit/>
          </a:bodyPr>
          <a:lstStyle/>
          <a:p>
            <a:r>
              <a:rPr kumimoji="1" lang="ja-JP" altLang="en-US"/>
              <a:t>自動合成</a:t>
            </a:r>
          </a:p>
        </p:txBody>
      </p:sp>
      <p:sp>
        <p:nvSpPr>
          <p:cNvPr id="10" name="山形 9">
            <a:extLst>
              <a:ext uri="{FF2B5EF4-FFF2-40B4-BE49-F238E27FC236}">
                <a16:creationId xmlns:a16="http://schemas.microsoft.com/office/drawing/2014/main" id="{F61D5C43-5F29-5912-1C19-4D473A41D565}"/>
              </a:ext>
            </a:extLst>
          </p:cNvPr>
          <p:cNvSpPr/>
          <p:nvPr/>
        </p:nvSpPr>
        <p:spPr>
          <a:xfrm>
            <a:off x="2417587" y="2067428"/>
            <a:ext cx="263384" cy="332252"/>
          </a:xfrm>
          <a:prstGeom prst="chevron">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accent4"/>
              </a:solidFill>
            </a:endParaRPr>
          </a:p>
        </p:txBody>
      </p:sp>
      <p:sp>
        <p:nvSpPr>
          <p:cNvPr id="13" name="テキスト ボックス 12">
            <a:extLst>
              <a:ext uri="{FF2B5EF4-FFF2-40B4-BE49-F238E27FC236}">
                <a16:creationId xmlns:a16="http://schemas.microsoft.com/office/drawing/2014/main" id="{1ACBFE3A-4BC0-012A-3AB7-798F177C7187}"/>
              </a:ext>
            </a:extLst>
          </p:cNvPr>
          <p:cNvSpPr txBox="1"/>
          <p:nvPr/>
        </p:nvSpPr>
        <p:spPr>
          <a:xfrm>
            <a:off x="2895179" y="996154"/>
            <a:ext cx="877163" cy="369332"/>
          </a:xfrm>
          <a:prstGeom prst="rect">
            <a:avLst/>
          </a:prstGeom>
          <a:noFill/>
        </p:spPr>
        <p:txBody>
          <a:bodyPr wrap="none" rtlCol="0">
            <a:spAutoFit/>
          </a:bodyPr>
          <a:lstStyle/>
          <a:p>
            <a:r>
              <a:rPr kumimoji="1" lang="ja-JP" altLang="en-US"/>
              <a:t>脱保護</a:t>
            </a:r>
          </a:p>
        </p:txBody>
      </p:sp>
      <p:sp>
        <p:nvSpPr>
          <p:cNvPr id="15" name="テキスト ボックス 14">
            <a:extLst>
              <a:ext uri="{FF2B5EF4-FFF2-40B4-BE49-F238E27FC236}">
                <a16:creationId xmlns:a16="http://schemas.microsoft.com/office/drawing/2014/main" id="{B7EB1BDD-0C6C-39AD-3C51-E55AAB084AAC}"/>
              </a:ext>
            </a:extLst>
          </p:cNvPr>
          <p:cNvSpPr txBox="1"/>
          <p:nvPr/>
        </p:nvSpPr>
        <p:spPr>
          <a:xfrm>
            <a:off x="6823165" y="963133"/>
            <a:ext cx="646331" cy="369332"/>
          </a:xfrm>
          <a:prstGeom prst="rect">
            <a:avLst/>
          </a:prstGeom>
          <a:noFill/>
        </p:spPr>
        <p:txBody>
          <a:bodyPr wrap="none" rtlCol="0">
            <a:spAutoFit/>
          </a:bodyPr>
          <a:lstStyle/>
          <a:p>
            <a:r>
              <a:rPr kumimoji="1" lang="ja-JP" altLang="en-US"/>
              <a:t>沈殿</a:t>
            </a:r>
          </a:p>
        </p:txBody>
      </p:sp>
      <p:sp>
        <p:nvSpPr>
          <p:cNvPr id="16" name="山形 15">
            <a:extLst>
              <a:ext uri="{FF2B5EF4-FFF2-40B4-BE49-F238E27FC236}">
                <a16:creationId xmlns:a16="http://schemas.microsoft.com/office/drawing/2014/main" id="{FFECF44B-B426-0E29-1733-0BF385C4FE40}"/>
              </a:ext>
            </a:extLst>
          </p:cNvPr>
          <p:cNvSpPr/>
          <p:nvPr/>
        </p:nvSpPr>
        <p:spPr>
          <a:xfrm>
            <a:off x="6539157" y="2074853"/>
            <a:ext cx="263384" cy="332252"/>
          </a:xfrm>
          <a:prstGeom prst="chevron">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accent4"/>
              </a:solidFill>
            </a:endParaRPr>
          </a:p>
        </p:txBody>
      </p:sp>
      <p:sp>
        <p:nvSpPr>
          <p:cNvPr id="18" name="テキスト ボックス 17">
            <a:extLst>
              <a:ext uri="{FF2B5EF4-FFF2-40B4-BE49-F238E27FC236}">
                <a16:creationId xmlns:a16="http://schemas.microsoft.com/office/drawing/2014/main" id="{E7CB0C58-4B18-226A-2E81-7D75E622359B}"/>
              </a:ext>
            </a:extLst>
          </p:cNvPr>
          <p:cNvSpPr txBox="1"/>
          <p:nvPr/>
        </p:nvSpPr>
        <p:spPr>
          <a:xfrm>
            <a:off x="2901038" y="1404996"/>
            <a:ext cx="2262158" cy="1569660"/>
          </a:xfrm>
          <a:prstGeom prst="rect">
            <a:avLst/>
          </a:prstGeom>
          <a:noFill/>
        </p:spPr>
        <p:txBody>
          <a:bodyPr wrap="none" rtlCol="0">
            <a:spAutoFit/>
          </a:bodyPr>
          <a:lstStyle/>
          <a:p>
            <a:r>
              <a:rPr kumimoji="1" lang="ja-JP" altLang="en-US" sz="1600"/>
              <a:t>試薬の組成</a:t>
            </a:r>
            <a:endParaRPr kumimoji="1" lang="en-US" altLang="ja-JP" sz="1600" dirty="0"/>
          </a:p>
          <a:p>
            <a:pPr marL="285750" indent="-285750">
              <a:buFont typeface="Arial" panose="020B0604020202020204" pitchFamily="34" charset="0"/>
              <a:buChar char="•"/>
            </a:pPr>
            <a:r>
              <a:rPr lang="en-US" altLang="ja-JP" sz="1600" dirty="0"/>
              <a:t>TFA : 82.5%</a:t>
            </a:r>
          </a:p>
          <a:p>
            <a:pPr marL="285750" indent="-285750">
              <a:buFont typeface="Arial" panose="020B0604020202020204" pitchFamily="34" charset="0"/>
              <a:buChar char="•"/>
            </a:pPr>
            <a:r>
              <a:rPr kumimoji="1" lang="ja-JP" altLang="en-US" sz="1600"/>
              <a:t>水</a:t>
            </a:r>
            <a:r>
              <a:rPr lang="en-US" altLang="ja-JP" sz="1600" dirty="0"/>
              <a:t> : 5%</a:t>
            </a:r>
          </a:p>
          <a:p>
            <a:pPr marL="285750" indent="-285750">
              <a:buFont typeface="Arial" panose="020B0604020202020204" pitchFamily="34" charset="0"/>
              <a:buChar char="•"/>
            </a:pPr>
            <a:r>
              <a:rPr lang="ja-JP" altLang="en-US" sz="1600"/>
              <a:t>フェノール</a:t>
            </a:r>
            <a:r>
              <a:rPr kumimoji="1" lang="en-US" altLang="ja-JP" sz="1600" dirty="0"/>
              <a:t> : </a:t>
            </a:r>
            <a:r>
              <a:rPr lang="en-US" altLang="ja-JP" sz="1600" dirty="0"/>
              <a:t>5</a:t>
            </a:r>
            <a:r>
              <a:rPr kumimoji="1" lang="en-US" altLang="ja-JP" sz="1600" dirty="0"/>
              <a:t>%</a:t>
            </a:r>
          </a:p>
          <a:p>
            <a:pPr marL="285750" indent="-285750">
              <a:buFont typeface="Arial" panose="020B0604020202020204" pitchFamily="34" charset="0"/>
              <a:buChar char="•"/>
            </a:pPr>
            <a:r>
              <a:rPr kumimoji="1" lang="ja-JP" altLang="en-US" sz="1600"/>
              <a:t>チオアニソール</a:t>
            </a:r>
            <a:r>
              <a:rPr lang="en-US" altLang="ja-JP" sz="1600" dirty="0"/>
              <a:t> : 5%</a:t>
            </a:r>
          </a:p>
          <a:p>
            <a:pPr marL="285750" indent="-285750">
              <a:buFont typeface="Arial" panose="020B0604020202020204" pitchFamily="34" charset="0"/>
              <a:buChar char="•"/>
            </a:pPr>
            <a:r>
              <a:rPr kumimoji="1" lang="en-US" altLang="ja-JP" sz="1600" dirty="0"/>
              <a:t>EDT : 2.5%</a:t>
            </a:r>
            <a:endParaRPr kumimoji="1" lang="ja-JP" altLang="en-US" sz="1600"/>
          </a:p>
        </p:txBody>
      </p:sp>
      <p:sp>
        <p:nvSpPr>
          <p:cNvPr id="19" name="テキスト ボックス 18">
            <a:extLst>
              <a:ext uri="{FF2B5EF4-FFF2-40B4-BE49-F238E27FC236}">
                <a16:creationId xmlns:a16="http://schemas.microsoft.com/office/drawing/2014/main" id="{E0C66F83-B0C6-29BF-8480-0BD1C03BDDFA}"/>
              </a:ext>
            </a:extLst>
          </p:cNvPr>
          <p:cNvSpPr txBox="1"/>
          <p:nvPr/>
        </p:nvSpPr>
        <p:spPr>
          <a:xfrm>
            <a:off x="5598463" y="2322706"/>
            <a:ext cx="583814" cy="338554"/>
          </a:xfrm>
          <a:prstGeom prst="rect">
            <a:avLst/>
          </a:prstGeom>
          <a:noFill/>
        </p:spPr>
        <p:txBody>
          <a:bodyPr wrap="none" rtlCol="0">
            <a:spAutoFit/>
          </a:bodyPr>
          <a:lstStyle/>
          <a:p>
            <a:r>
              <a:rPr lang="en-US" altLang="ja-JP" sz="1600" dirty="0"/>
              <a:t>2mL</a:t>
            </a:r>
            <a:endParaRPr kumimoji="1" lang="en-US" altLang="ja-JP" sz="1600" dirty="0"/>
          </a:p>
        </p:txBody>
      </p:sp>
      <p:sp>
        <p:nvSpPr>
          <p:cNvPr id="20" name="テキスト ボックス 19">
            <a:extLst>
              <a:ext uri="{FF2B5EF4-FFF2-40B4-BE49-F238E27FC236}">
                <a16:creationId xmlns:a16="http://schemas.microsoft.com/office/drawing/2014/main" id="{F6C10DF9-0374-E6CD-FA3C-7E84F582EE60}"/>
              </a:ext>
            </a:extLst>
          </p:cNvPr>
          <p:cNvSpPr txBox="1"/>
          <p:nvPr/>
        </p:nvSpPr>
        <p:spPr>
          <a:xfrm>
            <a:off x="8018522" y="1347276"/>
            <a:ext cx="1420649" cy="584775"/>
          </a:xfrm>
          <a:prstGeom prst="rect">
            <a:avLst/>
          </a:prstGeom>
          <a:noFill/>
        </p:spPr>
        <p:txBody>
          <a:bodyPr wrap="square" rtlCol="0">
            <a:spAutoFit/>
          </a:bodyPr>
          <a:lstStyle/>
          <a:p>
            <a:r>
              <a:rPr kumimoji="1" lang="en-US" altLang="ja-JP" sz="1600" dirty="0"/>
              <a:t>15%</a:t>
            </a:r>
            <a:r>
              <a:rPr kumimoji="1" lang="ja-JP" altLang="en-US" sz="1600"/>
              <a:t>ヘプタン</a:t>
            </a:r>
            <a:r>
              <a:rPr kumimoji="1" lang="en-US" altLang="ja-JP" sz="1600" dirty="0"/>
              <a:t>/TBME 30mL</a:t>
            </a:r>
          </a:p>
        </p:txBody>
      </p:sp>
      <p:pic>
        <p:nvPicPr>
          <p:cNvPr id="22" name="図 21" descr="テキスト&#10;&#10;低い精度で自動的に生成された説明">
            <a:extLst>
              <a:ext uri="{FF2B5EF4-FFF2-40B4-BE49-F238E27FC236}">
                <a16:creationId xmlns:a16="http://schemas.microsoft.com/office/drawing/2014/main" id="{54A6B8A8-D5D9-84F7-BA32-67BF10C41382}"/>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rot="1047483">
            <a:off x="5227266" y="1408500"/>
            <a:ext cx="458815" cy="1570166"/>
          </a:xfrm>
          <a:prstGeom prst="rect">
            <a:avLst/>
          </a:prstGeom>
        </p:spPr>
      </p:pic>
      <p:pic>
        <p:nvPicPr>
          <p:cNvPr id="25" name="図 24" descr="ダイアグラム&#10;&#10;中程度の精度で自動的に生成された説明">
            <a:extLst>
              <a:ext uri="{FF2B5EF4-FFF2-40B4-BE49-F238E27FC236}">
                <a16:creationId xmlns:a16="http://schemas.microsoft.com/office/drawing/2014/main" id="{CED855E8-3EF3-495C-D27D-CD6208A3A555}"/>
              </a:ext>
            </a:extLst>
          </p:cNvPr>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rot="835817">
            <a:off x="7303207" y="1854622"/>
            <a:ext cx="332578" cy="1090116"/>
          </a:xfrm>
          <a:prstGeom prst="rect">
            <a:avLst/>
          </a:prstGeom>
        </p:spPr>
      </p:pic>
      <p:grpSp>
        <p:nvGrpSpPr>
          <p:cNvPr id="28" name="グループ化 27">
            <a:extLst>
              <a:ext uri="{FF2B5EF4-FFF2-40B4-BE49-F238E27FC236}">
                <a16:creationId xmlns:a16="http://schemas.microsoft.com/office/drawing/2014/main" id="{7EBB645E-41BB-A488-7FD1-C218F7F7473C}"/>
              </a:ext>
            </a:extLst>
          </p:cNvPr>
          <p:cNvGrpSpPr/>
          <p:nvPr/>
        </p:nvGrpSpPr>
        <p:grpSpPr>
          <a:xfrm rot="12895983">
            <a:off x="7632170" y="1520262"/>
            <a:ext cx="379530" cy="326387"/>
            <a:chOff x="2664127" y="3374455"/>
            <a:chExt cx="1201975" cy="1567649"/>
          </a:xfrm>
          <a:solidFill>
            <a:schemeClr val="tx1"/>
          </a:solidFill>
        </p:grpSpPr>
        <p:sp>
          <p:nvSpPr>
            <p:cNvPr id="29" name="二等辺三角形 4">
              <a:extLst>
                <a:ext uri="{FF2B5EF4-FFF2-40B4-BE49-F238E27FC236}">
                  <a16:creationId xmlns:a16="http://schemas.microsoft.com/office/drawing/2014/main" id="{13F4E371-E4B3-443A-F54C-52CA3EFF001D}"/>
                </a:ext>
              </a:extLst>
            </p:cNvPr>
            <p:cNvSpPr/>
            <p:nvPr/>
          </p:nvSpPr>
          <p:spPr>
            <a:xfrm rot="21516842">
              <a:off x="3025444" y="3374455"/>
              <a:ext cx="840658" cy="471949"/>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0" name="フリーフォーム: 図形 9">
              <a:extLst>
                <a:ext uri="{FF2B5EF4-FFF2-40B4-BE49-F238E27FC236}">
                  <a16:creationId xmlns:a16="http://schemas.microsoft.com/office/drawing/2014/main" id="{10AA8660-B575-37BB-2393-487554E69E16}"/>
                </a:ext>
              </a:extLst>
            </p:cNvPr>
            <p:cNvSpPr/>
            <p:nvPr/>
          </p:nvSpPr>
          <p:spPr>
            <a:xfrm>
              <a:off x="2664127" y="3827205"/>
              <a:ext cx="956601" cy="1114899"/>
            </a:xfrm>
            <a:custGeom>
              <a:avLst/>
              <a:gdLst>
                <a:gd name="connsiteX0" fmla="*/ 649311 w 956601"/>
                <a:gd name="connsiteY0" fmla="*/ 0 h 1114899"/>
                <a:gd name="connsiteX1" fmla="*/ 956601 w 956601"/>
                <a:gd name="connsiteY1" fmla="*/ 0 h 1114899"/>
                <a:gd name="connsiteX2" fmla="*/ 951973 w 956601"/>
                <a:gd name="connsiteY2" fmla="*/ 97117 h 1114899"/>
                <a:gd name="connsiteX3" fmla="*/ 5472 w 956601"/>
                <a:gd name="connsiteY3" fmla="*/ 1113687 h 1114899"/>
                <a:gd name="connsiteX4" fmla="*/ 0 w 956601"/>
                <a:gd name="connsiteY4" fmla="*/ 1114899 h 1114899"/>
                <a:gd name="connsiteX5" fmla="*/ 40056 w 956601"/>
                <a:gd name="connsiteY5" fmla="*/ 1089636 h 1114899"/>
                <a:gd name="connsiteX6" fmla="*/ 638394 w 956601"/>
                <a:gd name="connsiteY6" fmla="*/ 162145 h 111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6601" h="1114899">
                  <a:moveTo>
                    <a:pt x="649311" y="0"/>
                  </a:moveTo>
                  <a:lnTo>
                    <a:pt x="956601" y="0"/>
                  </a:lnTo>
                  <a:lnTo>
                    <a:pt x="951973" y="97117"/>
                  </a:lnTo>
                  <a:cubicBezTo>
                    <a:pt x="906000" y="577465"/>
                    <a:pt x="522068" y="975272"/>
                    <a:pt x="5472" y="1113687"/>
                  </a:cubicBezTo>
                  <a:lnTo>
                    <a:pt x="0" y="1114899"/>
                  </a:lnTo>
                  <a:lnTo>
                    <a:pt x="40056" y="1089636"/>
                  </a:lnTo>
                  <a:cubicBezTo>
                    <a:pt x="365632" y="863013"/>
                    <a:pt x="587911" y="534591"/>
                    <a:pt x="638394" y="16214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sp>
        <p:nvSpPr>
          <p:cNvPr id="31" name="テキスト ボックス 30">
            <a:extLst>
              <a:ext uri="{FF2B5EF4-FFF2-40B4-BE49-F238E27FC236}">
                <a16:creationId xmlns:a16="http://schemas.microsoft.com/office/drawing/2014/main" id="{117445C2-E41A-D8FE-16C2-A6F355E82339}"/>
              </a:ext>
            </a:extLst>
          </p:cNvPr>
          <p:cNvSpPr txBox="1"/>
          <p:nvPr/>
        </p:nvSpPr>
        <p:spPr>
          <a:xfrm>
            <a:off x="10181502" y="1400023"/>
            <a:ext cx="783205" cy="338554"/>
          </a:xfrm>
          <a:prstGeom prst="rect">
            <a:avLst/>
          </a:prstGeom>
          <a:noFill/>
        </p:spPr>
        <p:txBody>
          <a:bodyPr wrap="square" rtlCol="0">
            <a:spAutoFit/>
          </a:bodyPr>
          <a:lstStyle/>
          <a:p>
            <a:r>
              <a:rPr kumimoji="1" lang="ja-JP" altLang="en-US" sz="1600"/>
              <a:t>水</a:t>
            </a:r>
            <a:r>
              <a:rPr kumimoji="1" lang="en-US" altLang="ja-JP" sz="1600" dirty="0"/>
              <a:t>2mL</a:t>
            </a:r>
          </a:p>
        </p:txBody>
      </p:sp>
      <p:pic>
        <p:nvPicPr>
          <p:cNvPr id="32" name="図 31" descr="ダイアグラム&#10;&#10;中程度の精度で自動的に生成された説明">
            <a:extLst>
              <a:ext uri="{FF2B5EF4-FFF2-40B4-BE49-F238E27FC236}">
                <a16:creationId xmlns:a16="http://schemas.microsoft.com/office/drawing/2014/main" id="{0866779E-2D99-A2BA-ADF4-60BF7D66C099}"/>
              </a:ext>
            </a:extLst>
          </p:cNvPr>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rot="835817">
            <a:off x="9466187" y="1907369"/>
            <a:ext cx="332578" cy="1090116"/>
          </a:xfrm>
          <a:prstGeom prst="rect">
            <a:avLst/>
          </a:prstGeom>
        </p:spPr>
      </p:pic>
      <p:grpSp>
        <p:nvGrpSpPr>
          <p:cNvPr id="33" name="グループ化 32">
            <a:extLst>
              <a:ext uri="{FF2B5EF4-FFF2-40B4-BE49-F238E27FC236}">
                <a16:creationId xmlns:a16="http://schemas.microsoft.com/office/drawing/2014/main" id="{EE5BBA63-B22C-AF50-F3A7-D57C338BACE6}"/>
              </a:ext>
            </a:extLst>
          </p:cNvPr>
          <p:cNvGrpSpPr/>
          <p:nvPr/>
        </p:nvGrpSpPr>
        <p:grpSpPr>
          <a:xfrm rot="12895983">
            <a:off x="9795150" y="1573009"/>
            <a:ext cx="379530" cy="326387"/>
            <a:chOff x="2664127" y="3374455"/>
            <a:chExt cx="1201975" cy="1567649"/>
          </a:xfrm>
          <a:solidFill>
            <a:schemeClr val="tx1"/>
          </a:solidFill>
        </p:grpSpPr>
        <p:sp>
          <p:nvSpPr>
            <p:cNvPr id="34" name="二等辺三角形 4">
              <a:extLst>
                <a:ext uri="{FF2B5EF4-FFF2-40B4-BE49-F238E27FC236}">
                  <a16:creationId xmlns:a16="http://schemas.microsoft.com/office/drawing/2014/main" id="{A1825C22-ADDF-F388-C520-4BC5F9ED56E3}"/>
                </a:ext>
              </a:extLst>
            </p:cNvPr>
            <p:cNvSpPr/>
            <p:nvPr/>
          </p:nvSpPr>
          <p:spPr>
            <a:xfrm rot="21516842">
              <a:off x="3025444" y="3374455"/>
              <a:ext cx="840658" cy="471949"/>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5" name="フリーフォーム: 図形 9">
              <a:extLst>
                <a:ext uri="{FF2B5EF4-FFF2-40B4-BE49-F238E27FC236}">
                  <a16:creationId xmlns:a16="http://schemas.microsoft.com/office/drawing/2014/main" id="{29D37E2D-E138-319C-ADCE-EDFBEE6034C2}"/>
                </a:ext>
              </a:extLst>
            </p:cNvPr>
            <p:cNvSpPr/>
            <p:nvPr/>
          </p:nvSpPr>
          <p:spPr>
            <a:xfrm>
              <a:off x="2664127" y="3827205"/>
              <a:ext cx="956601" cy="1114899"/>
            </a:xfrm>
            <a:custGeom>
              <a:avLst/>
              <a:gdLst>
                <a:gd name="connsiteX0" fmla="*/ 649311 w 956601"/>
                <a:gd name="connsiteY0" fmla="*/ 0 h 1114899"/>
                <a:gd name="connsiteX1" fmla="*/ 956601 w 956601"/>
                <a:gd name="connsiteY1" fmla="*/ 0 h 1114899"/>
                <a:gd name="connsiteX2" fmla="*/ 951973 w 956601"/>
                <a:gd name="connsiteY2" fmla="*/ 97117 h 1114899"/>
                <a:gd name="connsiteX3" fmla="*/ 5472 w 956601"/>
                <a:gd name="connsiteY3" fmla="*/ 1113687 h 1114899"/>
                <a:gd name="connsiteX4" fmla="*/ 0 w 956601"/>
                <a:gd name="connsiteY4" fmla="*/ 1114899 h 1114899"/>
                <a:gd name="connsiteX5" fmla="*/ 40056 w 956601"/>
                <a:gd name="connsiteY5" fmla="*/ 1089636 h 1114899"/>
                <a:gd name="connsiteX6" fmla="*/ 638394 w 956601"/>
                <a:gd name="connsiteY6" fmla="*/ 162145 h 111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6601" h="1114899">
                  <a:moveTo>
                    <a:pt x="649311" y="0"/>
                  </a:moveTo>
                  <a:lnTo>
                    <a:pt x="956601" y="0"/>
                  </a:lnTo>
                  <a:lnTo>
                    <a:pt x="951973" y="97117"/>
                  </a:lnTo>
                  <a:cubicBezTo>
                    <a:pt x="906000" y="577465"/>
                    <a:pt x="522068" y="975272"/>
                    <a:pt x="5472" y="1113687"/>
                  </a:cubicBezTo>
                  <a:lnTo>
                    <a:pt x="0" y="1114899"/>
                  </a:lnTo>
                  <a:lnTo>
                    <a:pt x="40056" y="1089636"/>
                  </a:lnTo>
                  <a:cubicBezTo>
                    <a:pt x="365632" y="863013"/>
                    <a:pt x="587911" y="534591"/>
                    <a:pt x="638394" y="16214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sp>
        <p:nvSpPr>
          <p:cNvPr id="36" name="テキスト ボックス 35">
            <a:extLst>
              <a:ext uri="{FF2B5EF4-FFF2-40B4-BE49-F238E27FC236}">
                <a16:creationId xmlns:a16="http://schemas.microsoft.com/office/drawing/2014/main" id="{18B476BF-CF6F-7886-768A-35740006D58B}"/>
              </a:ext>
            </a:extLst>
          </p:cNvPr>
          <p:cNvSpPr txBox="1"/>
          <p:nvPr/>
        </p:nvSpPr>
        <p:spPr>
          <a:xfrm>
            <a:off x="519290" y="2658395"/>
            <a:ext cx="1747617" cy="338554"/>
          </a:xfrm>
          <a:prstGeom prst="rect">
            <a:avLst/>
          </a:prstGeom>
          <a:solidFill>
            <a:schemeClr val="accent4">
              <a:lumMod val="20000"/>
              <a:lumOff val="80000"/>
            </a:schemeClr>
          </a:solidFill>
        </p:spPr>
        <p:txBody>
          <a:bodyPr wrap="square" rtlCol="0">
            <a:spAutoFit/>
          </a:bodyPr>
          <a:lstStyle/>
          <a:p>
            <a:r>
              <a:rPr lang="en-US" altLang="ja-JP" sz="1600" b="1" dirty="0">
                <a:solidFill>
                  <a:schemeClr val="accent4"/>
                </a:solidFill>
              </a:rPr>
              <a:t>WYT, CGE</a:t>
            </a:r>
            <a:r>
              <a:rPr kumimoji="1" lang="ja-JP" altLang="en-US" sz="1600"/>
              <a:t>を合成</a:t>
            </a:r>
            <a:endParaRPr kumimoji="1" lang="en-US" altLang="ja-JP" sz="1600" dirty="0"/>
          </a:p>
        </p:txBody>
      </p:sp>
      <p:sp>
        <p:nvSpPr>
          <p:cNvPr id="37" name="山形 36">
            <a:extLst>
              <a:ext uri="{FF2B5EF4-FFF2-40B4-BE49-F238E27FC236}">
                <a16:creationId xmlns:a16="http://schemas.microsoft.com/office/drawing/2014/main" id="{AE2ABC92-5067-EF06-E502-FD0D992E61EE}"/>
              </a:ext>
            </a:extLst>
          </p:cNvPr>
          <p:cNvSpPr/>
          <p:nvPr/>
        </p:nvSpPr>
        <p:spPr>
          <a:xfrm>
            <a:off x="8633950" y="2127540"/>
            <a:ext cx="263384" cy="332252"/>
          </a:xfrm>
          <a:prstGeom prst="chevron">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accent4"/>
              </a:solidFill>
            </a:endParaRPr>
          </a:p>
        </p:txBody>
      </p:sp>
      <p:sp>
        <p:nvSpPr>
          <p:cNvPr id="38" name="コンテンツ プレースホルダー 2">
            <a:extLst>
              <a:ext uri="{FF2B5EF4-FFF2-40B4-BE49-F238E27FC236}">
                <a16:creationId xmlns:a16="http://schemas.microsoft.com/office/drawing/2014/main" id="{18EBE710-FBBA-6097-9B78-68FB16186EA4}"/>
              </a:ext>
            </a:extLst>
          </p:cNvPr>
          <p:cNvSpPr>
            <a:spLocks noGrp="1"/>
          </p:cNvSpPr>
          <p:nvPr>
            <p:ph idx="1"/>
          </p:nvPr>
        </p:nvSpPr>
        <p:spPr>
          <a:xfrm>
            <a:off x="546100" y="3234793"/>
            <a:ext cx="11099800" cy="2890878"/>
          </a:xfrm>
        </p:spPr>
        <p:txBody>
          <a:bodyPr/>
          <a:lstStyle/>
          <a:p>
            <a:r>
              <a:rPr kumimoji="1" lang="ja-JP" altLang="en-US" b="0"/>
              <a:t>沈殿を得ることができなかった</a:t>
            </a:r>
            <a:endParaRPr kumimoji="1" lang="en-US" altLang="ja-JP" b="0" dirty="0"/>
          </a:p>
          <a:p>
            <a:r>
              <a:rPr lang="ja-JP" altLang="en-US" b="0"/>
              <a:t>横野さんに相談</a:t>
            </a:r>
            <a:endParaRPr lang="en-US" altLang="ja-JP" b="0" dirty="0"/>
          </a:p>
          <a:p>
            <a:pPr lvl="1"/>
            <a:r>
              <a:rPr lang="ja-JP" altLang="en-US" b="0">
                <a:latin typeface="+mn-ea"/>
                <a:ea typeface="+mn-ea"/>
              </a:rPr>
              <a:t>トリペプチドでは、チオアニソール</a:t>
            </a:r>
            <a:r>
              <a:rPr lang="en-US" altLang="ja-JP" b="0" dirty="0">
                <a:latin typeface="+mn-ea"/>
                <a:ea typeface="+mn-ea"/>
              </a:rPr>
              <a:t>, </a:t>
            </a:r>
            <a:r>
              <a:rPr lang="ja-JP" altLang="en-US" b="0">
                <a:latin typeface="+mn-ea"/>
                <a:ea typeface="+mn-ea"/>
              </a:rPr>
              <a:t>フェノール</a:t>
            </a:r>
            <a:r>
              <a:rPr lang="en-US" altLang="ja-JP" b="0" dirty="0">
                <a:latin typeface="+mn-ea"/>
                <a:ea typeface="+mn-ea"/>
              </a:rPr>
              <a:t>, EDT</a:t>
            </a:r>
            <a:r>
              <a:rPr lang="ja-JP" altLang="en-US" b="0">
                <a:latin typeface="+mn-ea"/>
                <a:ea typeface="+mn-ea"/>
              </a:rPr>
              <a:t>の使用は不要で、</a:t>
            </a:r>
            <a:r>
              <a:rPr lang="ja-JP" altLang="en-US">
                <a:latin typeface="+mn-ea"/>
                <a:ea typeface="+mn-ea"/>
              </a:rPr>
              <a:t>ヘプタン</a:t>
            </a:r>
            <a:r>
              <a:rPr lang="en-US" altLang="ja-JP" dirty="0">
                <a:latin typeface="+mn-ea"/>
                <a:ea typeface="+mn-ea"/>
              </a:rPr>
              <a:t>/TBME</a:t>
            </a:r>
            <a:r>
              <a:rPr lang="ja-JP" altLang="en-US">
                <a:latin typeface="+mn-ea"/>
                <a:ea typeface="+mn-ea"/>
              </a:rPr>
              <a:t>と相互作用を持つ可能性がある。</a:t>
            </a:r>
            <a:endParaRPr lang="en-US" altLang="ja-JP" dirty="0">
              <a:latin typeface="+mn-ea"/>
              <a:ea typeface="+mn-ea"/>
            </a:endParaRPr>
          </a:p>
          <a:p>
            <a:pPr lvl="1"/>
            <a:r>
              <a:rPr lang="ja-JP" altLang="en-US">
                <a:latin typeface="+mn-ea"/>
                <a:ea typeface="+mn-ea"/>
              </a:rPr>
              <a:t>沈殿が得られにくい場合はヘプタン</a:t>
            </a:r>
            <a:r>
              <a:rPr lang="en-US" altLang="ja-JP" dirty="0">
                <a:latin typeface="+mn-ea"/>
                <a:ea typeface="+mn-ea"/>
              </a:rPr>
              <a:t>/TBME</a:t>
            </a:r>
            <a:r>
              <a:rPr lang="ja-JP" altLang="en-US">
                <a:latin typeface="+mn-ea"/>
                <a:ea typeface="+mn-ea"/>
              </a:rPr>
              <a:t>の量を増やす必要がある。</a:t>
            </a:r>
            <a:endParaRPr lang="en-US" altLang="ja-JP" dirty="0">
              <a:latin typeface="+mn-ea"/>
              <a:ea typeface="+mn-ea"/>
            </a:endParaRPr>
          </a:p>
          <a:p>
            <a:pPr lvl="1"/>
            <a:r>
              <a:rPr lang="ja-JP" altLang="en-US">
                <a:latin typeface="+mn-ea"/>
                <a:ea typeface="+mn-ea"/>
              </a:rPr>
              <a:t>水を加えたあと分離していたが、水は分離しない範囲で加える必要がある。</a:t>
            </a:r>
            <a:endParaRPr lang="en-US" altLang="ja-JP" dirty="0">
              <a:latin typeface="+mn-ea"/>
              <a:ea typeface="+mn-ea"/>
            </a:endParaRPr>
          </a:p>
        </p:txBody>
      </p:sp>
      <p:sp>
        <p:nvSpPr>
          <p:cNvPr id="39" name="テキスト ボックス 38">
            <a:extLst>
              <a:ext uri="{FF2B5EF4-FFF2-40B4-BE49-F238E27FC236}">
                <a16:creationId xmlns:a16="http://schemas.microsoft.com/office/drawing/2014/main" id="{854E7271-5B7A-8B02-4247-63F06C498FE4}"/>
              </a:ext>
            </a:extLst>
          </p:cNvPr>
          <p:cNvSpPr txBox="1"/>
          <p:nvPr/>
        </p:nvSpPr>
        <p:spPr>
          <a:xfrm>
            <a:off x="841572" y="3924637"/>
            <a:ext cx="184731" cy="369332"/>
          </a:xfrm>
          <a:prstGeom prst="rect">
            <a:avLst/>
          </a:prstGeom>
          <a:noFill/>
        </p:spPr>
        <p:txBody>
          <a:bodyPr wrap="none" rtlCol="0">
            <a:spAutoFit/>
          </a:bodyPr>
          <a:lstStyle/>
          <a:p>
            <a:endParaRPr kumimoji="1" lang="ja-JP" altLang="en-US"/>
          </a:p>
        </p:txBody>
      </p:sp>
      <p:pic>
        <p:nvPicPr>
          <p:cNvPr id="41" name="図 40" descr="ピアノ が含まれている画像&#10;&#10;自動的に生成された説明">
            <a:extLst>
              <a:ext uri="{FF2B5EF4-FFF2-40B4-BE49-F238E27FC236}">
                <a16:creationId xmlns:a16="http://schemas.microsoft.com/office/drawing/2014/main" id="{3B8719F7-311F-5BA1-ABD9-28A34DB024A2}"/>
              </a:ext>
            </a:extLst>
          </p:cNvPr>
          <p:cNvPicPr>
            <a:picLocks noChangeAspect="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885015" y="1555535"/>
            <a:ext cx="930919" cy="1104960"/>
          </a:xfrm>
          <a:prstGeom prst="rect">
            <a:avLst/>
          </a:prstGeom>
        </p:spPr>
      </p:pic>
      <p:sp>
        <p:nvSpPr>
          <p:cNvPr id="3" name="テキスト ボックス 2">
            <a:extLst>
              <a:ext uri="{FF2B5EF4-FFF2-40B4-BE49-F238E27FC236}">
                <a16:creationId xmlns:a16="http://schemas.microsoft.com/office/drawing/2014/main" id="{BAE8CC9B-499F-2A36-2180-154EA7E46388}"/>
              </a:ext>
            </a:extLst>
          </p:cNvPr>
          <p:cNvSpPr txBox="1"/>
          <p:nvPr/>
        </p:nvSpPr>
        <p:spPr>
          <a:xfrm>
            <a:off x="8244319" y="1034280"/>
            <a:ext cx="2801309" cy="338554"/>
          </a:xfrm>
          <a:prstGeom prst="rect">
            <a:avLst/>
          </a:prstGeom>
          <a:solidFill>
            <a:schemeClr val="accent4">
              <a:lumMod val="20000"/>
              <a:lumOff val="80000"/>
            </a:schemeClr>
          </a:solidFill>
        </p:spPr>
        <p:txBody>
          <a:bodyPr wrap="square" rtlCol="0">
            <a:spAutoFit/>
          </a:bodyPr>
          <a:lstStyle/>
          <a:p>
            <a:r>
              <a:rPr kumimoji="1" lang="ja-JP" altLang="en-US" sz="1600" b="1">
                <a:solidFill>
                  <a:schemeClr val="accent4"/>
                </a:solidFill>
              </a:rPr>
              <a:t>滴下後は十分に攪拌を行った</a:t>
            </a:r>
            <a:endParaRPr kumimoji="1" lang="en-US" altLang="ja-JP" sz="1600" b="1" dirty="0">
              <a:solidFill>
                <a:schemeClr val="accent4"/>
              </a:solidFill>
            </a:endParaRPr>
          </a:p>
        </p:txBody>
      </p:sp>
    </p:spTree>
    <p:extLst>
      <p:ext uri="{BB962C8B-B14F-4D97-AF65-F5344CB8AC3E}">
        <p14:creationId xmlns:p14="http://schemas.microsoft.com/office/powerpoint/2010/main" val="8465025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9FD98EC-8D25-482F-8132-04421A268D61}"/>
              </a:ext>
            </a:extLst>
          </p:cNvPr>
          <p:cNvSpPr>
            <a:spLocks noGrp="1"/>
          </p:cNvSpPr>
          <p:nvPr>
            <p:ph type="title"/>
          </p:nvPr>
        </p:nvSpPr>
        <p:spPr/>
        <p:txBody>
          <a:bodyPr/>
          <a:lstStyle/>
          <a:p>
            <a:r>
              <a:rPr kumimoji="1" lang="ja-JP" altLang="en-US"/>
              <a:t>沈殿は確認できたが、計測可能な量を得ることができなかった。</a:t>
            </a:r>
            <a:endParaRPr kumimoji="1" lang="ja-JP" altLang="en-US" dirty="0"/>
          </a:p>
        </p:txBody>
      </p:sp>
      <p:sp>
        <p:nvSpPr>
          <p:cNvPr id="4" name="テキスト プレースホルダー 3">
            <a:extLst>
              <a:ext uri="{FF2B5EF4-FFF2-40B4-BE49-F238E27FC236}">
                <a16:creationId xmlns:a16="http://schemas.microsoft.com/office/drawing/2014/main" id="{7573968E-BF17-4017-AA59-5326CD607CE0}"/>
              </a:ext>
            </a:extLst>
          </p:cNvPr>
          <p:cNvSpPr>
            <a:spLocks noGrp="1"/>
          </p:cNvSpPr>
          <p:nvPr>
            <p:ph type="body" sz="quarter" idx="11"/>
          </p:nvPr>
        </p:nvSpPr>
        <p:spPr/>
        <p:txBody>
          <a:bodyPr>
            <a:normAutofit lnSpcReduction="10000"/>
          </a:bodyPr>
          <a:lstStyle/>
          <a:p>
            <a:r>
              <a:rPr lang="en-US" altLang="ja-JP" dirty="0"/>
              <a:t>3</a:t>
            </a:r>
            <a:r>
              <a:rPr lang="ja-JP" altLang="en-US"/>
              <a:t>残基</a:t>
            </a:r>
            <a:r>
              <a:rPr kumimoji="1" lang="ja-JP" altLang="en-US"/>
              <a:t>ペプチド合成</a:t>
            </a:r>
            <a:r>
              <a:rPr kumimoji="1" lang="en-US" altLang="ja-JP" dirty="0"/>
              <a:t>(3</a:t>
            </a:r>
            <a:r>
              <a:rPr kumimoji="1" lang="ja-JP" altLang="en-US"/>
              <a:t>回目</a:t>
            </a:r>
            <a:r>
              <a:rPr kumimoji="1" lang="en-US" altLang="ja-JP" dirty="0"/>
              <a:t>)</a:t>
            </a:r>
            <a:endParaRPr kumimoji="1" lang="ja-JP" altLang="en-US"/>
          </a:p>
        </p:txBody>
      </p:sp>
      <p:sp>
        <p:nvSpPr>
          <p:cNvPr id="7" name="正方形/長方形 6">
            <a:extLst>
              <a:ext uri="{FF2B5EF4-FFF2-40B4-BE49-F238E27FC236}">
                <a16:creationId xmlns:a16="http://schemas.microsoft.com/office/drawing/2014/main" id="{81CA1CA7-9C5F-F6CF-5531-F50B56E0EE4E}"/>
              </a:ext>
            </a:extLst>
          </p:cNvPr>
          <p:cNvSpPr/>
          <p:nvPr/>
        </p:nvSpPr>
        <p:spPr>
          <a:xfrm>
            <a:off x="0" y="834311"/>
            <a:ext cx="12192000" cy="2400482"/>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07BFE0B8-1B7E-5C4D-356C-13960A432E93}"/>
              </a:ext>
            </a:extLst>
          </p:cNvPr>
          <p:cNvSpPr txBox="1"/>
          <p:nvPr/>
        </p:nvSpPr>
        <p:spPr>
          <a:xfrm>
            <a:off x="519290" y="1006507"/>
            <a:ext cx="1107996" cy="369332"/>
          </a:xfrm>
          <a:prstGeom prst="rect">
            <a:avLst/>
          </a:prstGeom>
          <a:noFill/>
        </p:spPr>
        <p:txBody>
          <a:bodyPr wrap="none" rtlCol="0">
            <a:spAutoFit/>
          </a:bodyPr>
          <a:lstStyle/>
          <a:p>
            <a:r>
              <a:rPr kumimoji="1" lang="ja-JP" altLang="en-US"/>
              <a:t>自動合成</a:t>
            </a:r>
          </a:p>
        </p:txBody>
      </p:sp>
      <p:sp>
        <p:nvSpPr>
          <p:cNvPr id="10" name="山形 9">
            <a:extLst>
              <a:ext uri="{FF2B5EF4-FFF2-40B4-BE49-F238E27FC236}">
                <a16:creationId xmlns:a16="http://schemas.microsoft.com/office/drawing/2014/main" id="{F61D5C43-5F29-5912-1C19-4D473A41D565}"/>
              </a:ext>
            </a:extLst>
          </p:cNvPr>
          <p:cNvSpPr/>
          <p:nvPr/>
        </p:nvSpPr>
        <p:spPr>
          <a:xfrm>
            <a:off x="2417587" y="2067428"/>
            <a:ext cx="263384" cy="332252"/>
          </a:xfrm>
          <a:prstGeom prst="chevron">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accent4"/>
              </a:solidFill>
            </a:endParaRPr>
          </a:p>
        </p:txBody>
      </p:sp>
      <p:sp>
        <p:nvSpPr>
          <p:cNvPr id="13" name="テキスト ボックス 12">
            <a:extLst>
              <a:ext uri="{FF2B5EF4-FFF2-40B4-BE49-F238E27FC236}">
                <a16:creationId xmlns:a16="http://schemas.microsoft.com/office/drawing/2014/main" id="{1ACBFE3A-4BC0-012A-3AB7-798F177C7187}"/>
              </a:ext>
            </a:extLst>
          </p:cNvPr>
          <p:cNvSpPr txBox="1"/>
          <p:nvPr/>
        </p:nvSpPr>
        <p:spPr>
          <a:xfrm>
            <a:off x="2895179" y="996154"/>
            <a:ext cx="877163" cy="369332"/>
          </a:xfrm>
          <a:prstGeom prst="rect">
            <a:avLst/>
          </a:prstGeom>
          <a:noFill/>
        </p:spPr>
        <p:txBody>
          <a:bodyPr wrap="none" rtlCol="0">
            <a:spAutoFit/>
          </a:bodyPr>
          <a:lstStyle/>
          <a:p>
            <a:r>
              <a:rPr kumimoji="1" lang="ja-JP" altLang="en-US"/>
              <a:t>脱保護</a:t>
            </a:r>
          </a:p>
        </p:txBody>
      </p:sp>
      <p:sp>
        <p:nvSpPr>
          <p:cNvPr id="15" name="テキスト ボックス 14">
            <a:extLst>
              <a:ext uri="{FF2B5EF4-FFF2-40B4-BE49-F238E27FC236}">
                <a16:creationId xmlns:a16="http://schemas.microsoft.com/office/drawing/2014/main" id="{B7EB1BDD-0C6C-39AD-3C51-E55AAB084AAC}"/>
              </a:ext>
            </a:extLst>
          </p:cNvPr>
          <p:cNvSpPr txBox="1"/>
          <p:nvPr/>
        </p:nvSpPr>
        <p:spPr>
          <a:xfrm>
            <a:off x="6159621" y="963133"/>
            <a:ext cx="646331" cy="369332"/>
          </a:xfrm>
          <a:prstGeom prst="rect">
            <a:avLst/>
          </a:prstGeom>
          <a:noFill/>
        </p:spPr>
        <p:txBody>
          <a:bodyPr wrap="none" rtlCol="0">
            <a:spAutoFit/>
          </a:bodyPr>
          <a:lstStyle/>
          <a:p>
            <a:r>
              <a:rPr kumimoji="1" lang="ja-JP" altLang="en-US"/>
              <a:t>沈殿</a:t>
            </a:r>
          </a:p>
        </p:txBody>
      </p:sp>
      <p:sp>
        <p:nvSpPr>
          <p:cNvPr id="16" name="山形 15">
            <a:extLst>
              <a:ext uri="{FF2B5EF4-FFF2-40B4-BE49-F238E27FC236}">
                <a16:creationId xmlns:a16="http://schemas.microsoft.com/office/drawing/2014/main" id="{FFECF44B-B426-0E29-1733-0BF385C4FE40}"/>
              </a:ext>
            </a:extLst>
          </p:cNvPr>
          <p:cNvSpPr/>
          <p:nvPr/>
        </p:nvSpPr>
        <p:spPr>
          <a:xfrm>
            <a:off x="5875613" y="2074853"/>
            <a:ext cx="263384" cy="332252"/>
          </a:xfrm>
          <a:prstGeom prst="chevron">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accent4"/>
              </a:solidFill>
            </a:endParaRPr>
          </a:p>
        </p:txBody>
      </p:sp>
      <p:sp>
        <p:nvSpPr>
          <p:cNvPr id="18" name="テキスト ボックス 17">
            <a:extLst>
              <a:ext uri="{FF2B5EF4-FFF2-40B4-BE49-F238E27FC236}">
                <a16:creationId xmlns:a16="http://schemas.microsoft.com/office/drawing/2014/main" id="{E7CB0C58-4B18-226A-2E81-7D75E622359B}"/>
              </a:ext>
            </a:extLst>
          </p:cNvPr>
          <p:cNvSpPr txBox="1"/>
          <p:nvPr/>
        </p:nvSpPr>
        <p:spPr>
          <a:xfrm>
            <a:off x="2902945" y="1639663"/>
            <a:ext cx="1618007" cy="1077218"/>
          </a:xfrm>
          <a:prstGeom prst="rect">
            <a:avLst/>
          </a:prstGeom>
          <a:solidFill>
            <a:schemeClr val="accent4">
              <a:lumMod val="20000"/>
              <a:lumOff val="80000"/>
            </a:schemeClr>
          </a:solidFill>
        </p:spPr>
        <p:txBody>
          <a:bodyPr wrap="none" rtlCol="0">
            <a:spAutoFit/>
          </a:bodyPr>
          <a:lstStyle/>
          <a:p>
            <a:r>
              <a:rPr kumimoji="1" lang="ja-JP" altLang="en-US" sz="1600"/>
              <a:t>試薬の組成</a:t>
            </a:r>
            <a:endParaRPr kumimoji="1" lang="en-US" altLang="ja-JP" sz="1600" dirty="0"/>
          </a:p>
          <a:p>
            <a:pPr marL="285750" indent="-285750">
              <a:buFont typeface="Arial" panose="020B0604020202020204" pitchFamily="34" charset="0"/>
              <a:buChar char="•"/>
            </a:pPr>
            <a:r>
              <a:rPr lang="en-US" altLang="ja-JP" sz="1600" b="1" dirty="0">
                <a:solidFill>
                  <a:schemeClr val="accent4"/>
                </a:solidFill>
              </a:rPr>
              <a:t>TFA : 92.5%</a:t>
            </a:r>
          </a:p>
          <a:p>
            <a:pPr marL="285750" indent="-285750">
              <a:buFont typeface="Arial" panose="020B0604020202020204" pitchFamily="34" charset="0"/>
              <a:buChar char="•"/>
            </a:pPr>
            <a:r>
              <a:rPr lang="ja-JP" altLang="en-US" sz="1600" b="1">
                <a:solidFill>
                  <a:schemeClr val="accent4"/>
                </a:solidFill>
              </a:rPr>
              <a:t>水</a:t>
            </a:r>
            <a:r>
              <a:rPr lang="en-US" altLang="ja-JP" sz="1600" b="1" dirty="0">
                <a:solidFill>
                  <a:schemeClr val="accent4"/>
                </a:solidFill>
              </a:rPr>
              <a:t> : 2.5%</a:t>
            </a:r>
          </a:p>
          <a:p>
            <a:pPr marL="285750" indent="-285750">
              <a:buFont typeface="Arial" panose="020B0604020202020204" pitchFamily="34" charset="0"/>
              <a:buChar char="•"/>
            </a:pPr>
            <a:r>
              <a:rPr lang="en-US" altLang="ja-JP" sz="1600" b="1" dirty="0">
                <a:solidFill>
                  <a:schemeClr val="accent4"/>
                </a:solidFill>
              </a:rPr>
              <a:t>TIS : 5% </a:t>
            </a:r>
          </a:p>
        </p:txBody>
      </p:sp>
      <p:sp>
        <p:nvSpPr>
          <p:cNvPr id="19" name="テキスト ボックス 18">
            <a:extLst>
              <a:ext uri="{FF2B5EF4-FFF2-40B4-BE49-F238E27FC236}">
                <a16:creationId xmlns:a16="http://schemas.microsoft.com/office/drawing/2014/main" id="{E0C66F83-B0C6-29BF-8480-0BD1C03BDDFA}"/>
              </a:ext>
            </a:extLst>
          </p:cNvPr>
          <p:cNvSpPr txBox="1"/>
          <p:nvPr/>
        </p:nvSpPr>
        <p:spPr>
          <a:xfrm>
            <a:off x="5145311" y="2322706"/>
            <a:ext cx="583814" cy="338554"/>
          </a:xfrm>
          <a:prstGeom prst="rect">
            <a:avLst/>
          </a:prstGeom>
          <a:noFill/>
        </p:spPr>
        <p:txBody>
          <a:bodyPr wrap="none" rtlCol="0">
            <a:spAutoFit/>
          </a:bodyPr>
          <a:lstStyle/>
          <a:p>
            <a:r>
              <a:rPr lang="en-US" altLang="ja-JP" sz="1600" dirty="0"/>
              <a:t>2mL</a:t>
            </a:r>
            <a:endParaRPr kumimoji="1" lang="en-US" altLang="ja-JP" sz="1600" dirty="0"/>
          </a:p>
        </p:txBody>
      </p:sp>
      <p:sp>
        <p:nvSpPr>
          <p:cNvPr id="20" name="テキスト ボックス 19">
            <a:extLst>
              <a:ext uri="{FF2B5EF4-FFF2-40B4-BE49-F238E27FC236}">
                <a16:creationId xmlns:a16="http://schemas.microsoft.com/office/drawing/2014/main" id="{F6C10DF9-0374-E6CD-FA3C-7E84F582EE60}"/>
              </a:ext>
            </a:extLst>
          </p:cNvPr>
          <p:cNvSpPr txBox="1"/>
          <p:nvPr/>
        </p:nvSpPr>
        <p:spPr>
          <a:xfrm>
            <a:off x="7354978" y="1347276"/>
            <a:ext cx="1420649" cy="584775"/>
          </a:xfrm>
          <a:prstGeom prst="rect">
            <a:avLst/>
          </a:prstGeom>
          <a:solidFill>
            <a:schemeClr val="accent4">
              <a:lumMod val="20000"/>
              <a:lumOff val="80000"/>
            </a:schemeClr>
          </a:solidFill>
        </p:spPr>
        <p:txBody>
          <a:bodyPr wrap="square" rtlCol="0">
            <a:spAutoFit/>
          </a:bodyPr>
          <a:lstStyle/>
          <a:p>
            <a:r>
              <a:rPr kumimoji="1" lang="en-US" altLang="ja-JP" sz="1600" dirty="0"/>
              <a:t>15%</a:t>
            </a:r>
            <a:r>
              <a:rPr kumimoji="1" lang="ja-JP" altLang="en-US" sz="1600"/>
              <a:t>ヘプタン</a:t>
            </a:r>
            <a:r>
              <a:rPr kumimoji="1" lang="en-US" altLang="ja-JP" sz="1600" dirty="0"/>
              <a:t>/TBME </a:t>
            </a:r>
            <a:r>
              <a:rPr kumimoji="1" lang="en-US" altLang="ja-JP" sz="1600" b="1" dirty="0">
                <a:solidFill>
                  <a:schemeClr val="accent4"/>
                </a:solidFill>
              </a:rPr>
              <a:t>50mL</a:t>
            </a:r>
          </a:p>
        </p:txBody>
      </p:sp>
      <p:pic>
        <p:nvPicPr>
          <p:cNvPr id="22" name="図 21" descr="テキスト&#10;&#10;低い精度で自動的に生成された説明">
            <a:extLst>
              <a:ext uri="{FF2B5EF4-FFF2-40B4-BE49-F238E27FC236}">
                <a16:creationId xmlns:a16="http://schemas.microsoft.com/office/drawing/2014/main" id="{54A6B8A8-D5D9-84F7-BA32-67BF10C41382}"/>
              </a:ext>
            </a:extLst>
          </p:cNvPr>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rot="1047483">
            <a:off x="4774114" y="1408500"/>
            <a:ext cx="458815" cy="1570166"/>
          </a:xfrm>
          <a:prstGeom prst="rect">
            <a:avLst/>
          </a:prstGeom>
        </p:spPr>
      </p:pic>
      <p:pic>
        <p:nvPicPr>
          <p:cNvPr id="25" name="図 24" descr="ダイアグラム&#10;&#10;中程度の精度で自動的に生成された説明">
            <a:extLst>
              <a:ext uri="{FF2B5EF4-FFF2-40B4-BE49-F238E27FC236}">
                <a16:creationId xmlns:a16="http://schemas.microsoft.com/office/drawing/2014/main" id="{CED855E8-3EF3-495C-D27D-CD6208A3A555}"/>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rot="835817">
            <a:off x="6639663" y="1854622"/>
            <a:ext cx="332578" cy="1090116"/>
          </a:xfrm>
          <a:prstGeom prst="rect">
            <a:avLst/>
          </a:prstGeom>
        </p:spPr>
      </p:pic>
      <p:grpSp>
        <p:nvGrpSpPr>
          <p:cNvPr id="28" name="グループ化 27">
            <a:extLst>
              <a:ext uri="{FF2B5EF4-FFF2-40B4-BE49-F238E27FC236}">
                <a16:creationId xmlns:a16="http://schemas.microsoft.com/office/drawing/2014/main" id="{7EBB645E-41BB-A488-7FD1-C218F7F7473C}"/>
              </a:ext>
            </a:extLst>
          </p:cNvPr>
          <p:cNvGrpSpPr/>
          <p:nvPr/>
        </p:nvGrpSpPr>
        <p:grpSpPr>
          <a:xfrm rot="12895983">
            <a:off x="6968626" y="1520262"/>
            <a:ext cx="379530" cy="326387"/>
            <a:chOff x="2664127" y="3374455"/>
            <a:chExt cx="1201975" cy="1567649"/>
          </a:xfrm>
          <a:solidFill>
            <a:schemeClr val="tx1"/>
          </a:solidFill>
        </p:grpSpPr>
        <p:sp>
          <p:nvSpPr>
            <p:cNvPr id="29" name="二等辺三角形 4">
              <a:extLst>
                <a:ext uri="{FF2B5EF4-FFF2-40B4-BE49-F238E27FC236}">
                  <a16:creationId xmlns:a16="http://schemas.microsoft.com/office/drawing/2014/main" id="{13F4E371-E4B3-443A-F54C-52CA3EFF001D}"/>
                </a:ext>
              </a:extLst>
            </p:cNvPr>
            <p:cNvSpPr/>
            <p:nvPr/>
          </p:nvSpPr>
          <p:spPr>
            <a:xfrm rot="21516842">
              <a:off x="3025444" y="3374455"/>
              <a:ext cx="840658" cy="471949"/>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0" name="フリーフォーム: 図形 9">
              <a:extLst>
                <a:ext uri="{FF2B5EF4-FFF2-40B4-BE49-F238E27FC236}">
                  <a16:creationId xmlns:a16="http://schemas.microsoft.com/office/drawing/2014/main" id="{10AA8660-B575-37BB-2393-487554E69E16}"/>
                </a:ext>
              </a:extLst>
            </p:cNvPr>
            <p:cNvSpPr/>
            <p:nvPr/>
          </p:nvSpPr>
          <p:spPr>
            <a:xfrm>
              <a:off x="2664127" y="3827205"/>
              <a:ext cx="956601" cy="1114899"/>
            </a:xfrm>
            <a:custGeom>
              <a:avLst/>
              <a:gdLst>
                <a:gd name="connsiteX0" fmla="*/ 649311 w 956601"/>
                <a:gd name="connsiteY0" fmla="*/ 0 h 1114899"/>
                <a:gd name="connsiteX1" fmla="*/ 956601 w 956601"/>
                <a:gd name="connsiteY1" fmla="*/ 0 h 1114899"/>
                <a:gd name="connsiteX2" fmla="*/ 951973 w 956601"/>
                <a:gd name="connsiteY2" fmla="*/ 97117 h 1114899"/>
                <a:gd name="connsiteX3" fmla="*/ 5472 w 956601"/>
                <a:gd name="connsiteY3" fmla="*/ 1113687 h 1114899"/>
                <a:gd name="connsiteX4" fmla="*/ 0 w 956601"/>
                <a:gd name="connsiteY4" fmla="*/ 1114899 h 1114899"/>
                <a:gd name="connsiteX5" fmla="*/ 40056 w 956601"/>
                <a:gd name="connsiteY5" fmla="*/ 1089636 h 1114899"/>
                <a:gd name="connsiteX6" fmla="*/ 638394 w 956601"/>
                <a:gd name="connsiteY6" fmla="*/ 162145 h 111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6601" h="1114899">
                  <a:moveTo>
                    <a:pt x="649311" y="0"/>
                  </a:moveTo>
                  <a:lnTo>
                    <a:pt x="956601" y="0"/>
                  </a:lnTo>
                  <a:lnTo>
                    <a:pt x="951973" y="97117"/>
                  </a:lnTo>
                  <a:cubicBezTo>
                    <a:pt x="906000" y="577465"/>
                    <a:pt x="522068" y="975272"/>
                    <a:pt x="5472" y="1113687"/>
                  </a:cubicBezTo>
                  <a:lnTo>
                    <a:pt x="0" y="1114899"/>
                  </a:lnTo>
                  <a:lnTo>
                    <a:pt x="40056" y="1089636"/>
                  </a:lnTo>
                  <a:cubicBezTo>
                    <a:pt x="365632" y="863013"/>
                    <a:pt x="587911" y="534591"/>
                    <a:pt x="638394" y="16214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sp>
        <p:nvSpPr>
          <p:cNvPr id="31" name="テキスト ボックス 30">
            <a:extLst>
              <a:ext uri="{FF2B5EF4-FFF2-40B4-BE49-F238E27FC236}">
                <a16:creationId xmlns:a16="http://schemas.microsoft.com/office/drawing/2014/main" id="{117445C2-E41A-D8FE-16C2-A6F355E82339}"/>
              </a:ext>
            </a:extLst>
          </p:cNvPr>
          <p:cNvSpPr txBox="1"/>
          <p:nvPr/>
        </p:nvSpPr>
        <p:spPr>
          <a:xfrm>
            <a:off x="9517958" y="1400023"/>
            <a:ext cx="1009780" cy="338554"/>
          </a:xfrm>
          <a:prstGeom prst="rect">
            <a:avLst/>
          </a:prstGeom>
          <a:solidFill>
            <a:schemeClr val="accent4">
              <a:lumMod val="20000"/>
              <a:lumOff val="80000"/>
            </a:schemeClr>
          </a:solidFill>
        </p:spPr>
        <p:txBody>
          <a:bodyPr wrap="square" rtlCol="0">
            <a:spAutoFit/>
          </a:bodyPr>
          <a:lstStyle/>
          <a:p>
            <a:r>
              <a:rPr kumimoji="1" lang="ja-JP" altLang="en-US" sz="1600" b="1">
                <a:solidFill>
                  <a:schemeClr val="accent4"/>
                </a:solidFill>
              </a:rPr>
              <a:t>水</a:t>
            </a:r>
            <a:r>
              <a:rPr lang="en-US" altLang="ja-JP" sz="1600" b="1" dirty="0">
                <a:solidFill>
                  <a:schemeClr val="accent4"/>
                </a:solidFill>
              </a:rPr>
              <a:t>400µ</a:t>
            </a:r>
            <a:r>
              <a:rPr kumimoji="1" lang="en-US" altLang="ja-JP" sz="1600" b="1" dirty="0">
                <a:solidFill>
                  <a:schemeClr val="accent4"/>
                </a:solidFill>
              </a:rPr>
              <a:t>L</a:t>
            </a:r>
          </a:p>
        </p:txBody>
      </p:sp>
      <p:pic>
        <p:nvPicPr>
          <p:cNvPr id="32" name="図 31" descr="ダイアグラム&#10;&#10;中程度の精度で自動的に生成された説明">
            <a:extLst>
              <a:ext uri="{FF2B5EF4-FFF2-40B4-BE49-F238E27FC236}">
                <a16:creationId xmlns:a16="http://schemas.microsoft.com/office/drawing/2014/main" id="{0866779E-2D99-A2BA-ADF4-60BF7D66C099}"/>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rot="835817">
            <a:off x="8802643" y="1907369"/>
            <a:ext cx="332578" cy="1090116"/>
          </a:xfrm>
          <a:prstGeom prst="rect">
            <a:avLst/>
          </a:prstGeom>
        </p:spPr>
      </p:pic>
      <p:grpSp>
        <p:nvGrpSpPr>
          <p:cNvPr id="33" name="グループ化 32">
            <a:extLst>
              <a:ext uri="{FF2B5EF4-FFF2-40B4-BE49-F238E27FC236}">
                <a16:creationId xmlns:a16="http://schemas.microsoft.com/office/drawing/2014/main" id="{EE5BBA63-B22C-AF50-F3A7-D57C338BACE6}"/>
              </a:ext>
            </a:extLst>
          </p:cNvPr>
          <p:cNvGrpSpPr/>
          <p:nvPr/>
        </p:nvGrpSpPr>
        <p:grpSpPr>
          <a:xfrm rot="12895983">
            <a:off x="9131606" y="1573009"/>
            <a:ext cx="379530" cy="326387"/>
            <a:chOff x="2664127" y="3374455"/>
            <a:chExt cx="1201975" cy="1567649"/>
          </a:xfrm>
          <a:solidFill>
            <a:schemeClr val="tx1"/>
          </a:solidFill>
        </p:grpSpPr>
        <p:sp>
          <p:nvSpPr>
            <p:cNvPr id="34" name="二等辺三角形 4">
              <a:extLst>
                <a:ext uri="{FF2B5EF4-FFF2-40B4-BE49-F238E27FC236}">
                  <a16:creationId xmlns:a16="http://schemas.microsoft.com/office/drawing/2014/main" id="{A1825C22-ADDF-F388-C520-4BC5F9ED56E3}"/>
                </a:ext>
              </a:extLst>
            </p:cNvPr>
            <p:cNvSpPr/>
            <p:nvPr/>
          </p:nvSpPr>
          <p:spPr>
            <a:xfrm rot="21516842">
              <a:off x="3025444" y="3374455"/>
              <a:ext cx="840658" cy="471949"/>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5" name="フリーフォーム: 図形 9">
              <a:extLst>
                <a:ext uri="{FF2B5EF4-FFF2-40B4-BE49-F238E27FC236}">
                  <a16:creationId xmlns:a16="http://schemas.microsoft.com/office/drawing/2014/main" id="{29D37E2D-E138-319C-ADCE-EDFBEE6034C2}"/>
                </a:ext>
              </a:extLst>
            </p:cNvPr>
            <p:cNvSpPr/>
            <p:nvPr/>
          </p:nvSpPr>
          <p:spPr>
            <a:xfrm>
              <a:off x="2664127" y="3827205"/>
              <a:ext cx="956601" cy="1114899"/>
            </a:xfrm>
            <a:custGeom>
              <a:avLst/>
              <a:gdLst>
                <a:gd name="connsiteX0" fmla="*/ 649311 w 956601"/>
                <a:gd name="connsiteY0" fmla="*/ 0 h 1114899"/>
                <a:gd name="connsiteX1" fmla="*/ 956601 w 956601"/>
                <a:gd name="connsiteY1" fmla="*/ 0 h 1114899"/>
                <a:gd name="connsiteX2" fmla="*/ 951973 w 956601"/>
                <a:gd name="connsiteY2" fmla="*/ 97117 h 1114899"/>
                <a:gd name="connsiteX3" fmla="*/ 5472 w 956601"/>
                <a:gd name="connsiteY3" fmla="*/ 1113687 h 1114899"/>
                <a:gd name="connsiteX4" fmla="*/ 0 w 956601"/>
                <a:gd name="connsiteY4" fmla="*/ 1114899 h 1114899"/>
                <a:gd name="connsiteX5" fmla="*/ 40056 w 956601"/>
                <a:gd name="connsiteY5" fmla="*/ 1089636 h 1114899"/>
                <a:gd name="connsiteX6" fmla="*/ 638394 w 956601"/>
                <a:gd name="connsiteY6" fmla="*/ 162145 h 111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6601" h="1114899">
                  <a:moveTo>
                    <a:pt x="649311" y="0"/>
                  </a:moveTo>
                  <a:lnTo>
                    <a:pt x="956601" y="0"/>
                  </a:lnTo>
                  <a:lnTo>
                    <a:pt x="951973" y="97117"/>
                  </a:lnTo>
                  <a:cubicBezTo>
                    <a:pt x="906000" y="577465"/>
                    <a:pt x="522068" y="975272"/>
                    <a:pt x="5472" y="1113687"/>
                  </a:cubicBezTo>
                  <a:lnTo>
                    <a:pt x="0" y="1114899"/>
                  </a:lnTo>
                  <a:lnTo>
                    <a:pt x="40056" y="1089636"/>
                  </a:lnTo>
                  <a:cubicBezTo>
                    <a:pt x="365632" y="863013"/>
                    <a:pt x="587911" y="534591"/>
                    <a:pt x="638394" y="16214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sp>
        <p:nvSpPr>
          <p:cNvPr id="36" name="テキスト ボックス 35">
            <a:extLst>
              <a:ext uri="{FF2B5EF4-FFF2-40B4-BE49-F238E27FC236}">
                <a16:creationId xmlns:a16="http://schemas.microsoft.com/office/drawing/2014/main" id="{18B476BF-CF6F-7886-768A-35740006D58B}"/>
              </a:ext>
            </a:extLst>
          </p:cNvPr>
          <p:cNvSpPr txBox="1"/>
          <p:nvPr/>
        </p:nvSpPr>
        <p:spPr>
          <a:xfrm>
            <a:off x="519290" y="2577475"/>
            <a:ext cx="1747617" cy="584775"/>
          </a:xfrm>
          <a:prstGeom prst="rect">
            <a:avLst/>
          </a:prstGeom>
          <a:solidFill>
            <a:schemeClr val="accent4">
              <a:lumMod val="20000"/>
              <a:lumOff val="80000"/>
            </a:schemeClr>
          </a:solidFill>
        </p:spPr>
        <p:txBody>
          <a:bodyPr wrap="square" rtlCol="0">
            <a:spAutoFit/>
          </a:bodyPr>
          <a:lstStyle/>
          <a:p>
            <a:r>
              <a:rPr kumimoji="1" lang="en-US" altLang="ja-JP" sz="1600" b="1" dirty="0">
                <a:solidFill>
                  <a:schemeClr val="accent4"/>
                </a:solidFill>
              </a:rPr>
              <a:t>WFG, WFA, LFP, IFP</a:t>
            </a:r>
            <a:r>
              <a:rPr kumimoji="1" lang="ja-JP" altLang="en-US" sz="1600"/>
              <a:t>を合成</a:t>
            </a:r>
            <a:endParaRPr kumimoji="1" lang="en-US" altLang="ja-JP" sz="1600" dirty="0"/>
          </a:p>
        </p:txBody>
      </p:sp>
      <p:sp>
        <p:nvSpPr>
          <p:cNvPr id="37" name="山形 36">
            <a:extLst>
              <a:ext uri="{FF2B5EF4-FFF2-40B4-BE49-F238E27FC236}">
                <a16:creationId xmlns:a16="http://schemas.microsoft.com/office/drawing/2014/main" id="{AE2ABC92-5067-EF06-E502-FD0D992E61EE}"/>
              </a:ext>
            </a:extLst>
          </p:cNvPr>
          <p:cNvSpPr/>
          <p:nvPr/>
        </p:nvSpPr>
        <p:spPr>
          <a:xfrm>
            <a:off x="7970406" y="2127540"/>
            <a:ext cx="263384" cy="332252"/>
          </a:xfrm>
          <a:prstGeom prst="chevron">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accent4"/>
              </a:solidFill>
            </a:endParaRPr>
          </a:p>
        </p:txBody>
      </p:sp>
      <p:sp>
        <p:nvSpPr>
          <p:cNvPr id="38" name="コンテンツ プレースホルダー 2">
            <a:extLst>
              <a:ext uri="{FF2B5EF4-FFF2-40B4-BE49-F238E27FC236}">
                <a16:creationId xmlns:a16="http://schemas.microsoft.com/office/drawing/2014/main" id="{18EBE710-FBBA-6097-9B78-68FB16186EA4}"/>
              </a:ext>
            </a:extLst>
          </p:cNvPr>
          <p:cNvSpPr>
            <a:spLocks noGrp="1"/>
          </p:cNvSpPr>
          <p:nvPr>
            <p:ph idx="1"/>
          </p:nvPr>
        </p:nvSpPr>
        <p:spPr>
          <a:xfrm>
            <a:off x="546100" y="3234793"/>
            <a:ext cx="11099800" cy="2890878"/>
          </a:xfrm>
        </p:spPr>
        <p:txBody>
          <a:bodyPr/>
          <a:lstStyle/>
          <a:p>
            <a:r>
              <a:rPr kumimoji="1" lang="en-US" altLang="ja-JP" b="0" dirty="0"/>
              <a:t>WFG, LFP, IFP</a:t>
            </a:r>
            <a:r>
              <a:rPr kumimoji="1" lang="ja-JP" altLang="en-US" b="0"/>
              <a:t>で少量の沈殿が発生した。</a:t>
            </a:r>
            <a:endParaRPr kumimoji="1" lang="en-US" altLang="ja-JP" b="0" dirty="0"/>
          </a:p>
          <a:p>
            <a:r>
              <a:rPr lang="ja-JP" altLang="en-US" b="0"/>
              <a:t>凍結乾燥を行ったところ、</a:t>
            </a:r>
            <a:r>
              <a:rPr lang="en-US" altLang="ja-JP" b="0" dirty="0"/>
              <a:t>LFP</a:t>
            </a:r>
            <a:r>
              <a:rPr lang="ja-JP" altLang="en-US" b="0"/>
              <a:t>のみ</a:t>
            </a:r>
            <a:r>
              <a:rPr lang="en-US" altLang="ja-JP" b="0" dirty="0"/>
              <a:t>0.5mg</a:t>
            </a:r>
            <a:r>
              <a:rPr lang="ja-JP" altLang="en-US" b="0"/>
              <a:t>程度のペプチドを得ることができたが、その他のペプチドについては計測可能な量を得ることができなかった。</a:t>
            </a:r>
            <a:endParaRPr lang="en-US" altLang="ja-JP" b="0" dirty="0"/>
          </a:p>
          <a:p>
            <a:pPr lvl="1"/>
            <a:r>
              <a:rPr lang="ja-JP" altLang="en-US" b="0">
                <a:latin typeface="+mn-ea"/>
                <a:ea typeface="+mn-ea"/>
              </a:rPr>
              <a:t>遠心分離後ペプチドをキャップを外して乾かしたところ、沈殿していたペプチドがなくなってしまった。</a:t>
            </a:r>
            <a:endParaRPr lang="en-US" altLang="ja-JP" b="0" dirty="0">
              <a:latin typeface="+mn-ea"/>
              <a:ea typeface="+mn-ea"/>
            </a:endParaRPr>
          </a:p>
          <a:p>
            <a:pPr lvl="1"/>
            <a:r>
              <a:rPr lang="ja-JP" altLang="en-US">
                <a:latin typeface="+mn-ea"/>
                <a:ea typeface="+mn-ea"/>
              </a:rPr>
              <a:t>最低でも</a:t>
            </a:r>
            <a:r>
              <a:rPr lang="en-US" altLang="ja-JP" dirty="0">
                <a:latin typeface="+mn-ea"/>
                <a:ea typeface="+mn-ea"/>
              </a:rPr>
              <a:t>1.0mg</a:t>
            </a:r>
            <a:r>
              <a:rPr lang="ja-JP" altLang="en-US">
                <a:latin typeface="+mn-ea"/>
                <a:ea typeface="+mn-ea"/>
              </a:rPr>
              <a:t>のペプチドが欲しい。</a:t>
            </a:r>
            <a:endParaRPr lang="en-US" altLang="ja-JP" b="0" dirty="0">
              <a:latin typeface="+mn-ea"/>
              <a:ea typeface="+mn-ea"/>
            </a:endParaRPr>
          </a:p>
          <a:p>
            <a:r>
              <a:rPr lang="ja-JP" altLang="en-US" b="0"/>
              <a:t>横野さんが最新のプロトコルを送ってくださったので、それに従って次回配列を変えて合成してみる。</a:t>
            </a:r>
            <a:endParaRPr lang="en-US" altLang="ja-JP" b="0" dirty="0"/>
          </a:p>
          <a:p>
            <a:endParaRPr kumimoji="1" lang="en-US" altLang="ja-JP" b="0" dirty="0"/>
          </a:p>
        </p:txBody>
      </p:sp>
      <p:sp>
        <p:nvSpPr>
          <p:cNvPr id="39" name="テキスト ボックス 38">
            <a:extLst>
              <a:ext uri="{FF2B5EF4-FFF2-40B4-BE49-F238E27FC236}">
                <a16:creationId xmlns:a16="http://schemas.microsoft.com/office/drawing/2014/main" id="{854E7271-5B7A-8B02-4247-63F06C498FE4}"/>
              </a:ext>
            </a:extLst>
          </p:cNvPr>
          <p:cNvSpPr txBox="1"/>
          <p:nvPr/>
        </p:nvSpPr>
        <p:spPr>
          <a:xfrm>
            <a:off x="841572" y="3924637"/>
            <a:ext cx="184731" cy="369332"/>
          </a:xfrm>
          <a:prstGeom prst="rect">
            <a:avLst/>
          </a:prstGeom>
          <a:noFill/>
        </p:spPr>
        <p:txBody>
          <a:bodyPr wrap="none" rtlCol="0">
            <a:spAutoFit/>
          </a:bodyPr>
          <a:lstStyle/>
          <a:p>
            <a:endParaRPr kumimoji="1" lang="ja-JP" altLang="en-US"/>
          </a:p>
        </p:txBody>
      </p:sp>
      <p:pic>
        <p:nvPicPr>
          <p:cNvPr id="41" name="図 40" descr="ピアノ が含まれている画像&#10;&#10;自動的に生成された説明">
            <a:extLst>
              <a:ext uri="{FF2B5EF4-FFF2-40B4-BE49-F238E27FC236}">
                <a16:creationId xmlns:a16="http://schemas.microsoft.com/office/drawing/2014/main" id="{3B8719F7-311F-5BA1-ABD9-28A34DB024A2}"/>
              </a:ext>
            </a:extLst>
          </p:cNvPr>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884426" y="1454738"/>
            <a:ext cx="930919" cy="1104960"/>
          </a:xfrm>
          <a:prstGeom prst="rect">
            <a:avLst/>
          </a:prstGeom>
        </p:spPr>
      </p:pic>
      <p:sp>
        <p:nvSpPr>
          <p:cNvPr id="5" name="山形 4">
            <a:extLst>
              <a:ext uri="{FF2B5EF4-FFF2-40B4-BE49-F238E27FC236}">
                <a16:creationId xmlns:a16="http://schemas.microsoft.com/office/drawing/2014/main" id="{C4644DCD-E6C4-FA43-A995-A46276390867}"/>
              </a:ext>
            </a:extLst>
          </p:cNvPr>
          <p:cNvSpPr/>
          <p:nvPr/>
        </p:nvSpPr>
        <p:spPr>
          <a:xfrm>
            <a:off x="10121539" y="2138163"/>
            <a:ext cx="263384" cy="332252"/>
          </a:xfrm>
          <a:prstGeom prst="chevron">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accent4"/>
              </a:solidFill>
            </a:endParaRPr>
          </a:p>
        </p:txBody>
      </p:sp>
      <p:sp>
        <p:nvSpPr>
          <p:cNvPr id="6" name="テキスト ボックス 5">
            <a:extLst>
              <a:ext uri="{FF2B5EF4-FFF2-40B4-BE49-F238E27FC236}">
                <a16:creationId xmlns:a16="http://schemas.microsoft.com/office/drawing/2014/main" id="{E22E35C7-8E61-FD78-2C7F-27224732167B}"/>
              </a:ext>
            </a:extLst>
          </p:cNvPr>
          <p:cNvSpPr txBox="1"/>
          <p:nvPr/>
        </p:nvSpPr>
        <p:spPr>
          <a:xfrm>
            <a:off x="10640993" y="2122651"/>
            <a:ext cx="1107996" cy="369332"/>
          </a:xfrm>
          <a:prstGeom prst="rect">
            <a:avLst/>
          </a:prstGeom>
          <a:noFill/>
        </p:spPr>
        <p:txBody>
          <a:bodyPr wrap="none" rtlCol="0">
            <a:spAutoFit/>
          </a:bodyPr>
          <a:lstStyle/>
          <a:p>
            <a:r>
              <a:rPr kumimoji="1" lang="ja-JP" altLang="en-US"/>
              <a:t>凍結乾燥</a:t>
            </a:r>
          </a:p>
        </p:txBody>
      </p:sp>
    </p:spTree>
    <p:extLst>
      <p:ext uri="{BB962C8B-B14F-4D97-AF65-F5344CB8AC3E}">
        <p14:creationId xmlns:p14="http://schemas.microsoft.com/office/powerpoint/2010/main" val="2666453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9FD98EC-8D25-482F-8132-04421A268D61}"/>
              </a:ext>
            </a:extLst>
          </p:cNvPr>
          <p:cNvSpPr>
            <a:spLocks noGrp="1"/>
          </p:cNvSpPr>
          <p:nvPr>
            <p:ph type="title"/>
          </p:nvPr>
        </p:nvSpPr>
        <p:spPr/>
        <p:txBody>
          <a:bodyPr/>
          <a:lstStyle/>
          <a:p>
            <a:r>
              <a:rPr kumimoji="1" lang="ja-JP" altLang="en-US"/>
              <a:t>窒素吹き付けを行い、十分な沈殿が得られるかを試してみる。</a:t>
            </a:r>
            <a:endParaRPr kumimoji="1" lang="ja-JP" altLang="en-US" dirty="0"/>
          </a:p>
        </p:txBody>
      </p:sp>
      <p:sp>
        <p:nvSpPr>
          <p:cNvPr id="4" name="テキスト プレースホルダー 3">
            <a:extLst>
              <a:ext uri="{FF2B5EF4-FFF2-40B4-BE49-F238E27FC236}">
                <a16:creationId xmlns:a16="http://schemas.microsoft.com/office/drawing/2014/main" id="{7573968E-BF17-4017-AA59-5326CD607CE0}"/>
              </a:ext>
            </a:extLst>
          </p:cNvPr>
          <p:cNvSpPr>
            <a:spLocks noGrp="1"/>
          </p:cNvSpPr>
          <p:nvPr>
            <p:ph type="body" sz="quarter" idx="11"/>
          </p:nvPr>
        </p:nvSpPr>
        <p:spPr/>
        <p:txBody>
          <a:bodyPr>
            <a:normAutofit lnSpcReduction="10000"/>
          </a:bodyPr>
          <a:lstStyle/>
          <a:p>
            <a:r>
              <a:rPr lang="en-US" altLang="ja-JP" dirty="0"/>
              <a:t>3</a:t>
            </a:r>
            <a:r>
              <a:rPr lang="ja-JP" altLang="en-US"/>
              <a:t>残基</a:t>
            </a:r>
            <a:r>
              <a:rPr kumimoji="1" lang="ja-JP" altLang="en-US"/>
              <a:t>ペプチド合成</a:t>
            </a:r>
            <a:r>
              <a:rPr kumimoji="1" lang="en-US" altLang="ja-JP" dirty="0"/>
              <a:t>(4</a:t>
            </a:r>
            <a:r>
              <a:rPr kumimoji="1" lang="ja-JP" altLang="en-US"/>
              <a:t>回目</a:t>
            </a:r>
            <a:r>
              <a:rPr kumimoji="1" lang="en-US" altLang="ja-JP" dirty="0"/>
              <a:t>)</a:t>
            </a:r>
            <a:endParaRPr kumimoji="1" lang="ja-JP" altLang="en-US"/>
          </a:p>
        </p:txBody>
      </p:sp>
      <p:sp>
        <p:nvSpPr>
          <p:cNvPr id="7" name="正方形/長方形 6">
            <a:extLst>
              <a:ext uri="{FF2B5EF4-FFF2-40B4-BE49-F238E27FC236}">
                <a16:creationId xmlns:a16="http://schemas.microsoft.com/office/drawing/2014/main" id="{81CA1CA7-9C5F-F6CF-5531-F50B56E0EE4E}"/>
              </a:ext>
            </a:extLst>
          </p:cNvPr>
          <p:cNvSpPr/>
          <p:nvPr/>
        </p:nvSpPr>
        <p:spPr>
          <a:xfrm>
            <a:off x="0" y="834311"/>
            <a:ext cx="12192000" cy="2469174"/>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07BFE0B8-1B7E-5C4D-356C-13960A432E93}"/>
              </a:ext>
            </a:extLst>
          </p:cNvPr>
          <p:cNvSpPr txBox="1"/>
          <p:nvPr/>
        </p:nvSpPr>
        <p:spPr>
          <a:xfrm>
            <a:off x="519290" y="1006507"/>
            <a:ext cx="1107996" cy="369332"/>
          </a:xfrm>
          <a:prstGeom prst="rect">
            <a:avLst/>
          </a:prstGeom>
          <a:noFill/>
        </p:spPr>
        <p:txBody>
          <a:bodyPr wrap="none" rtlCol="0">
            <a:spAutoFit/>
          </a:bodyPr>
          <a:lstStyle/>
          <a:p>
            <a:r>
              <a:rPr kumimoji="1" lang="ja-JP" altLang="en-US"/>
              <a:t>自動合成</a:t>
            </a:r>
          </a:p>
        </p:txBody>
      </p:sp>
      <p:sp>
        <p:nvSpPr>
          <p:cNvPr id="10" name="山形 9">
            <a:extLst>
              <a:ext uri="{FF2B5EF4-FFF2-40B4-BE49-F238E27FC236}">
                <a16:creationId xmlns:a16="http://schemas.microsoft.com/office/drawing/2014/main" id="{F61D5C43-5F29-5912-1C19-4D473A41D565}"/>
              </a:ext>
            </a:extLst>
          </p:cNvPr>
          <p:cNvSpPr/>
          <p:nvPr/>
        </p:nvSpPr>
        <p:spPr>
          <a:xfrm>
            <a:off x="2142459" y="2067428"/>
            <a:ext cx="263384" cy="332252"/>
          </a:xfrm>
          <a:prstGeom prst="chevron">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accent4"/>
              </a:solidFill>
            </a:endParaRPr>
          </a:p>
        </p:txBody>
      </p:sp>
      <p:sp>
        <p:nvSpPr>
          <p:cNvPr id="13" name="テキスト ボックス 12">
            <a:extLst>
              <a:ext uri="{FF2B5EF4-FFF2-40B4-BE49-F238E27FC236}">
                <a16:creationId xmlns:a16="http://schemas.microsoft.com/office/drawing/2014/main" id="{1ACBFE3A-4BC0-012A-3AB7-798F177C7187}"/>
              </a:ext>
            </a:extLst>
          </p:cNvPr>
          <p:cNvSpPr txBox="1"/>
          <p:nvPr/>
        </p:nvSpPr>
        <p:spPr>
          <a:xfrm>
            <a:off x="2620051" y="996154"/>
            <a:ext cx="877163" cy="369332"/>
          </a:xfrm>
          <a:prstGeom prst="rect">
            <a:avLst/>
          </a:prstGeom>
          <a:noFill/>
        </p:spPr>
        <p:txBody>
          <a:bodyPr wrap="none" rtlCol="0">
            <a:spAutoFit/>
          </a:bodyPr>
          <a:lstStyle/>
          <a:p>
            <a:r>
              <a:rPr kumimoji="1" lang="ja-JP" altLang="en-US"/>
              <a:t>脱保護</a:t>
            </a:r>
          </a:p>
        </p:txBody>
      </p:sp>
      <p:sp>
        <p:nvSpPr>
          <p:cNvPr id="15" name="テキスト ボックス 14">
            <a:extLst>
              <a:ext uri="{FF2B5EF4-FFF2-40B4-BE49-F238E27FC236}">
                <a16:creationId xmlns:a16="http://schemas.microsoft.com/office/drawing/2014/main" id="{B7EB1BDD-0C6C-39AD-3C51-E55AAB084AAC}"/>
              </a:ext>
            </a:extLst>
          </p:cNvPr>
          <p:cNvSpPr txBox="1"/>
          <p:nvPr/>
        </p:nvSpPr>
        <p:spPr>
          <a:xfrm>
            <a:off x="6815073" y="944036"/>
            <a:ext cx="646331" cy="369332"/>
          </a:xfrm>
          <a:prstGeom prst="rect">
            <a:avLst/>
          </a:prstGeom>
          <a:noFill/>
        </p:spPr>
        <p:txBody>
          <a:bodyPr wrap="none" rtlCol="0">
            <a:spAutoFit/>
          </a:bodyPr>
          <a:lstStyle/>
          <a:p>
            <a:r>
              <a:rPr kumimoji="1" lang="ja-JP" altLang="en-US"/>
              <a:t>沈殿</a:t>
            </a:r>
          </a:p>
        </p:txBody>
      </p:sp>
      <p:sp>
        <p:nvSpPr>
          <p:cNvPr id="16" name="山形 15">
            <a:extLst>
              <a:ext uri="{FF2B5EF4-FFF2-40B4-BE49-F238E27FC236}">
                <a16:creationId xmlns:a16="http://schemas.microsoft.com/office/drawing/2014/main" id="{FFECF44B-B426-0E29-1733-0BF385C4FE40}"/>
              </a:ext>
            </a:extLst>
          </p:cNvPr>
          <p:cNvSpPr/>
          <p:nvPr/>
        </p:nvSpPr>
        <p:spPr>
          <a:xfrm>
            <a:off x="6430510" y="2088953"/>
            <a:ext cx="263384" cy="332252"/>
          </a:xfrm>
          <a:prstGeom prst="chevron">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accent4"/>
              </a:solidFill>
            </a:endParaRPr>
          </a:p>
        </p:txBody>
      </p:sp>
      <p:sp>
        <p:nvSpPr>
          <p:cNvPr id="18" name="テキスト ボックス 17">
            <a:extLst>
              <a:ext uri="{FF2B5EF4-FFF2-40B4-BE49-F238E27FC236}">
                <a16:creationId xmlns:a16="http://schemas.microsoft.com/office/drawing/2014/main" id="{E7CB0C58-4B18-226A-2E81-7D75E622359B}"/>
              </a:ext>
            </a:extLst>
          </p:cNvPr>
          <p:cNvSpPr txBox="1"/>
          <p:nvPr/>
        </p:nvSpPr>
        <p:spPr>
          <a:xfrm>
            <a:off x="4125906" y="1702370"/>
            <a:ext cx="1502334" cy="1077218"/>
          </a:xfrm>
          <a:prstGeom prst="rect">
            <a:avLst/>
          </a:prstGeom>
          <a:solidFill>
            <a:schemeClr val="accent4">
              <a:lumMod val="20000"/>
              <a:lumOff val="80000"/>
            </a:schemeClr>
          </a:solidFill>
        </p:spPr>
        <p:txBody>
          <a:bodyPr wrap="none" rtlCol="0">
            <a:spAutoFit/>
          </a:bodyPr>
          <a:lstStyle/>
          <a:p>
            <a:r>
              <a:rPr kumimoji="1" lang="ja-JP" altLang="en-US" sz="1600"/>
              <a:t>試薬の組成</a:t>
            </a:r>
            <a:endParaRPr kumimoji="1" lang="en-US" altLang="ja-JP" sz="1600" dirty="0"/>
          </a:p>
          <a:p>
            <a:pPr marL="285750" indent="-285750">
              <a:buFont typeface="Arial" panose="020B0604020202020204" pitchFamily="34" charset="0"/>
              <a:buChar char="•"/>
            </a:pPr>
            <a:r>
              <a:rPr lang="en-US" altLang="ja-JP" sz="1600" b="1" dirty="0">
                <a:solidFill>
                  <a:schemeClr val="accent4"/>
                </a:solidFill>
              </a:rPr>
              <a:t>TFA : 95%</a:t>
            </a:r>
          </a:p>
          <a:p>
            <a:pPr marL="285750" indent="-285750">
              <a:buFont typeface="Arial" panose="020B0604020202020204" pitchFamily="34" charset="0"/>
              <a:buChar char="•"/>
            </a:pPr>
            <a:r>
              <a:rPr lang="ja-JP" altLang="en-US" sz="1600" b="1">
                <a:solidFill>
                  <a:schemeClr val="accent4"/>
                </a:solidFill>
              </a:rPr>
              <a:t>水</a:t>
            </a:r>
            <a:r>
              <a:rPr lang="en-US" altLang="ja-JP" sz="1600" b="1" dirty="0">
                <a:solidFill>
                  <a:schemeClr val="accent4"/>
                </a:solidFill>
              </a:rPr>
              <a:t> : 2.5%</a:t>
            </a:r>
          </a:p>
          <a:p>
            <a:pPr marL="285750" indent="-285750">
              <a:buFont typeface="Arial" panose="020B0604020202020204" pitchFamily="34" charset="0"/>
              <a:buChar char="•"/>
            </a:pPr>
            <a:r>
              <a:rPr lang="en-US" altLang="ja-JP" sz="1600" b="1" dirty="0">
                <a:solidFill>
                  <a:schemeClr val="accent4"/>
                </a:solidFill>
              </a:rPr>
              <a:t>TIS : 2.5% </a:t>
            </a:r>
          </a:p>
        </p:txBody>
      </p:sp>
      <p:sp>
        <p:nvSpPr>
          <p:cNvPr id="19" name="テキスト ボックス 18">
            <a:extLst>
              <a:ext uri="{FF2B5EF4-FFF2-40B4-BE49-F238E27FC236}">
                <a16:creationId xmlns:a16="http://schemas.microsoft.com/office/drawing/2014/main" id="{E0C66F83-B0C6-29BF-8480-0BD1C03BDDFA}"/>
              </a:ext>
            </a:extLst>
          </p:cNvPr>
          <p:cNvSpPr txBox="1"/>
          <p:nvPr/>
        </p:nvSpPr>
        <p:spPr>
          <a:xfrm>
            <a:off x="5879378" y="2531720"/>
            <a:ext cx="583814" cy="338554"/>
          </a:xfrm>
          <a:prstGeom prst="rect">
            <a:avLst/>
          </a:prstGeom>
          <a:noFill/>
        </p:spPr>
        <p:txBody>
          <a:bodyPr wrap="none" rtlCol="0">
            <a:spAutoFit/>
          </a:bodyPr>
          <a:lstStyle/>
          <a:p>
            <a:r>
              <a:rPr lang="en-US" altLang="ja-JP" sz="1600" dirty="0"/>
              <a:t>2mL</a:t>
            </a:r>
            <a:endParaRPr kumimoji="1" lang="en-US" altLang="ja-JP" sz="1600" dirty="0"/>
          </a:p>
        </p:txBody>
      </p:sp>
      <p:sp>
        <p:nvSpPr>
          <p:cNvPr id="20" name="テキスト ボックス 19">
            <a:extLst>
              <a:ext uri="{FF2B5EF4-FFF2-40B4-BE49-F238E27FC236}">
                <a16:creationId xmlns:a16="http://schemas.microsoft.com/office/drawing/2014/main" id="{F6C10DF9-0374-E6CD-FA3C-7E84F582EE60}"/>
              </a:ext>
            </a:extLst>
          </p:cNvPr>
          <p:cNvSpPr txBox="1"/>
          <p:nvPr/>
        </p:nvSpPr>
        <p:spPr>
          <a:xfrm>
            <a:off x="7492541" y="1347276"/>
            <a:ext cx="3308726" cy="584775"/>
          </a:xfrm>
          <a:prstGeom prst="rect">
            <a:avLst/>
          </a:prstGeom>
          <a:solidFill>
            <a:schemeClr val="accent4">
              <a:lumMod val="20000"/>
              <a:lumOff val="80000"/>
            </a:schemeClr>
          </a:solidFill>
        </p:spPr>
        <p:txBody>
          <a:bodyPr wrap="square" rtlCol="0">
            <a:spAutoFit/>
          </a:bodyPr>
          <a:lstStyle/>
          <a:p>
            <a:pPr marL="342900" indent="-342900">
              <a:buAutoNum type="arabicPeriod"/>
            </a:pPr>
            <a:r>
              <a:rPr lang="en-US" altLang="ja-JP" sz="1600" b="1" dirty="0">
                <a:solidFill>
                  <a:schemeClr val="accent4"/>
                </a:solidFill>
              </a:rPr>
              <a:t>20</a:t>
            </a:r>
            <a:r>
              <a:rPr kumimoji="1" lang="en-US" altLang="ja-JP" sz="1600" b="1" dirty="0">
                <a:solidFill>
                  <a:schemeClr val="accent4"/>
                </a:solidFill>
              </a:rPr>
              <a:t>%</a:t>
            </a:r>
            <a:r>
              <a:rPr kumimoji="1" lang="ja-JP" altLang="en-US" sz="1600"/>
              <a:t>ヘプタン</a:t>
            </a:r>
            <a:r>
              <a:rPr kumimoji="1" lang="en-US" altLang="ja-JP" sz="1600" dirty="0"/>
              <a:t>/TBME </a:t>
            </a:r>
            <a:r>
              <a:rPr lang="en-US" altLang="ja-JP" sz="1600" b="1" dirty="0">
                <a:solidFill>
                  <a:schemeClr val="accent4"/>
                </a:solidFill>
              </a:rPr>
              <a:t>10</a:t>
            </a:r>
            <a:r>
              <a:rPr kumimoji="1" lang="en-US" altLang="ja-JP" sz="1600" b="1" dirty="0">
                <a:solidFill>
                  <a:schemeClr val="accent4"/>
                </a:solidFill>
              </a:rPr>
              <a:t>mL</a:t>
            </a:r>
          </a:p>
          <a:p>
            <a:pPr marL="342900" indent="-342900">
              <a:buAutoNum type="arabicPeriod"/>
            </a:pPr>
            <a:r>
              <a:rPr lang="ja-JP" altLang="en-US" sz="1600" b="1">
                <a:solidFill>
                  <a:schemeClr val="accent4"/>
                </a:solidFill>
              </a:rPr>
              <a:t>水</a:t>
            </a:r>
            <a:r>
              <a:rPr lang="en-US" altLang="ja-JP" sz="1600" b="1" dirty="0">
                <a:solidFill>
                  <a:schemeClr val="accent4"/>
                </a:solidFill>
              </a:rPr>
              <a:t>10</a:t>
            </a:r>
            <a:r>
              <a:rPr lang="ja-JP" altLang="en-US" sz="1600" b="1">
                <a:solidFill>
                  <a:schemeClr val="accent4"/>
                </a:solidFill>
              </a:rPr>
              <a:t>滴</a:t>
            </a:r>
            <a:endParaRPr lang="en-US" altLang="ja-JP" sz="1600" b="1" dirty="0">
              <a:solidFill>
                <a:schemeClr val="accent4"/>
              </a:solidFill>
            </a:endParaRPr>
          </a:p>
        </p:txBody>
      </p:sp>
      <p:pic>
        <p:nvPicPr>
          <p:cNvPr id="25" name="図 24" descr="ダイアグラム&#10;&#10;中程度の精度で自動的に生成された説明">
            <a:extLst>
              <a:ext uri="{FF2B5EF4-FFF2-40B4-BE49-F238E27FC236}">
                <a16:creationId xmlns:a16="http://schemas.microsoft.com/office/drawing/2014/main" id="{CED855E8-3EF3-495C-D27D-CD6208A3A555}"/>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rot="835817">
            <a:off x="6817687" y="1854622"/>
            <a:ext cx="332578" cy="1090116"/>
          </a:xfrm>
          <a:prstGeom prst="rect">
            <a:avLst/>
          </a:prstGeom>
        </p:spPr>
      </p:pic>
      <p:grpSp>
        <p:nvGrpSpPr>
          <p:cNvPr id="28" name="グループ化 27">
            <a:extLst>
              <a:ext uri="{FF2B5EF4-FFF2-40B4-BE49-F238E27FC236}">
                <a16:creationId xmlns:a16="http://schemas.microsoft.com/office/drawing/2014/main" id="{7EBB645E-41BB-A488-7FD1-C218F7F7473C}"/>
              </a:ext>
            </a:extLst>
          </p:cNvPr>
          <p:cNvGrpSpPr/>
          <p:nvPr/>
        </p:nvGrpSpPr>
        <p:grpSpPr>
          <a:xfrm rot="12895983">
            <a:off x="7182644" y="1583289"/>
            <a:ext cx="379530" cy="326387"/>
            <a:chOff x="2664127" y="3374455"/>
            <a:chExt cx="1201975" cy="1567649"/>
          </a:xfrm>
          <a:solidFill>
            <a:schemeClr val="tx1"/>
          </a:solidFill>
        </p:grpSpPr>
        <p:sp>
          <p:nvSpPr>
            <p:cNvPr id="29" name="二等辺三角形 4">
              <a:extLst>
                <a:ext uri="{FF2B5EF4-FFF2-40B4-BE49-F238E27FC236}">
                  <a16:creationId xmlns:a16="http://schemas.microsoft.com/office/drawing/2014/main" id="{13F4E371-E4B3-443A-F54C-52CA3EFF001D}"/>
                </a:ext>
              </a:extLst>
            </p:cNvPr>
            <p:cNvSpPr/>
            <p:nvPr/>
          </p:nvSpPr>
          <p:spPr>
            <a:xfrm rot="21516842">
              <a:off x="3025444" y="3374455"/>
              <a:ext cx="840658" cy="471949"/>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0" name="フリーフォーム: 図形 9">
              <a:extLst>
                <a:ext uri="{FF2B5EF4-FFF2-40B4-BE49-F238E27FC236}">
                  <a16:creationId xmlns:a16="http://schemas.microsoft.com/office/drawing/2014/main" id="{10AA8660-B575-37BB-2393-487554E69E16}"/>
                </a:ext>
              </a:extLst>
            </p:cNvPr>
            <p:cNvSpPr/>
            <p:nvPr/>
          </p:nvSpPr>
          <p:spPr>
            <a:xfrm>
              <a:off x="2664127" y="3827205"/>
              <a:ext cx="956601" cy="1114899"/>
            </a:xfrm>
            <a:custGeom>
              <a:avLst/>
              <a:gdLst>
                <a:gd name="connsiteX0" fmla="*/ 649311 w 956601"/>
                <a:gd name="connsiteY0" fmla="*/ 0 h 1114899"/>
                <a:gd name="connsiteX1" fmla="*/ 956601 w 956601"/>
                <a:gd name="connsiteY1" fmla="*/ 0 h 1114899"/>
                <a:gd name="connsiteX2" fmla="*/ 951973 w 956601"/>
                <a:gd name="connsiteY2" fmla="*/ 97117 h 1114899"/>
                <a:gd name="connsiteX3" fmla="*/ 5472 w 956601"/>
                <a:gd name="connsiteY3" fmla="*/ 1113687 h 1114899"/>
                <a:gd name="connsiteX4" fmla="*/ 0 w 956601"/>
                <a:gd name="connsiteY4" fmla="*/ 1114899 h 1114899"/>
                <a:gd name="connsiteX5" fmla="*/ 40056 w 956601"/>
                <a:gd name="connsiteY5" fmla="*/ 1089636 h 1114899"/>
                <a:gd name="connsiteX6" fmla="*/ 638394 w 956601"/>
                <a:gd name="connsiteY6" fmla="*/ 162145 h 111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6601" h="1114899">
                  <a:moveTo>
                    <a:pt x="649311" y="0"/>
                  </a:moveTo>
                  <a:lnTo>
                    <a:pt x="956601" y="0"/>
                  </a:lnTo>
                  <a:lnTo>
                    <a:pt x="951973" y="97117"/>
                  </a:lnTo>
                  <a:cubicBezTo>
                    <a:pt x="906000" y="577465"/>
                    <a:pt x="522068" y="975272"/>
                    <a:pt x="5472" y="1113687"/>
                  </a:cubicBezTo>
                  <a:lnTo>
                    <a:pt x="0" y="1114899"/>
                  </a:lnTo>
                  <a:lnTo>
                    <a:pt x="40056" y="1089636"/>
                  </a:lnTo>
                  <a:cubicBezTo>
                    <a:pt x="365632" y="863013"/>
                    <a:pt x="587911" y="534591"/>
                    <a:pt x="638394" y="16214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sp>
        <p:nvSpPr>
          <p:cNvPr id="36" name="テキスト ボックス 35">
            <a:extLst>
              <a:ext uri="{FF2B5EF4-FFF2-40B4-BE49-F238E27FC236}">
                <a16:creationId xmlns:a16="http://schemas.microsoft.com/office/drawing/2014/main" id="{18B476BF-CF6F-7886-768A-35740006D58B}"/>
              </a:ext>
            </a:extLst>
          </p:cNvPr>
          <p:cNvSpPr txBox="1"/>
          <p:nvPr/>
        </p:nvSpPr>
        <p:spPr>
          <a:xfrm>
            <a:off x="570228" y="2700997"/>
            <a:ext cx="1414706" cy="338554"/>
          </a:xfrm>
          <a:prstGeom prst="rect">
            <a:avLst/>
          </a:prstGeom>
          <a:solidFill>
            <a:schemeClr val="accent4">
              <a:lumMod val="20000"/>
              <a:lumOff val="80000"/>
            </a:schemeClr>
          </a:solidFill>
        </p:spPr>
        <p:txBody>
          <a:bodyPr wrap="square" rtlCol="0">
            <a:spAutoFit/>
          </a:bodyPr>
          <a:lstStyle/>
          <a:p>
            <a:r>
              <a:rPr lang="en-US" altLang="ja-JP" sz="1600" b="1" dirty="0">
                <a:solidFill>
                  <a:schemeClr val="accent4"/>
                </a:solidFill>
              </a:rPr>
              <a:t>10</a:t>
            </a:r>
            <a:r>
              <a:rPr lang="ja-JP" altLang="en-US" sz="1600" b="1">
                <a:solidFill>
                  <a:schemeClr val="accent4"/>
                </a:solidFill>
              </a:rPr>
              <a:t>配列</a:t>
            </a:r>
            <a:r>
              <a:rPr kumimoji="1" lang="ja-JP" altLang="en-US" sz="1600"/>
              <a:t>を合成</a:t>
            </a:r>
            <a:endParaRPr kumimoji="1" lang="en-US" altLang="ja-JP" sz="1600" dirty="0"/>
          </a:p>
        </p:txBody>
      </p:sp>
      <p:sp>
        <p:nvSpPr>
          <p:cNvPr id="38" name="コンテンツ プレースホルダー 2">
            <a:extLst>
              <a:ext uri="{FF2B5EF4-FFF2-40B4-BE49-F238E27FC236}">
                <a16:creationId xmlns:a16="http://schemas.microsoft.com/office/drawing/2014/main" id="{18EBE710-FBBA-6097-9B78-68FB16186EA4}"/>
              </a:ext>
            </a:extLst>
          </p:cNvPr>
          <p:cNvSpPr>
            <a:spLocks noGrp="1"/>
          </p:cNvSpPr>
          <p:nvPr>
            <p:ph idx="1"/>
          </p:nvPr>
        </p:nvSpPr>
        <p:spPr>
          <a:xfrm>
            <a:off x="549074" y="3345195"/>
            <a:ext cx="11099800" cy="2663779"/>
          </a:xfrm>
        </p:spPr>
        <p:txBody>
          <a:bodyPr>
            <a:normAutofit lnSpcReduction="10000"/>
          </a:bodyPr>
          <a:lstStyle/>
          <a:p>
            <a:r>
              <a:rPr lang="en-US" altLang="ja-JP" b="0" dirty="0"/>
              <a:t>10</a:t>
            </a:r>
            <a:r>
              <a:rPr lang="ja-JP" altLang="en-US" b="0"/>
              <a:t>配列のうち、</a:t>
            </a:r>
            <a:r>
              <a:rPr lang="en-US" altLang="ja-JP" b="0" dirty="0"/>
              <a:t>LFP, IFP, FPP, MFP, WFG, GFW, FWG, AFW</a:t>
            </a:r>
            <a:r>
              <a:rPr lang="ja-JP" altLang="en-US" b="0"/>
              <a:t>は少量の沈殿が得られた。</a:t>
            </a:r>
            <a:r>
              <a:rPr lang="en-US" altLang="ja-JP" b="0" dirty="0"/>
              <a:t>PFP, WFA</a:t>
            </a:r>
            <a:r>
              <a:rPr lang="ja-JP" altLang="en-US" b="0"/>
              <a:t>の</a:t>
            </a:r>
            <a:r>
              <a:rPr lang="en-US" altLang="ja-JP" b="0" dirty="0"/>
              <a:t>2</a:t>
            </a:r>
            <a:r>
              <a:rPr lang="ja-JP" altLang="en-US" b="0"/>
              <a:t>配列は沈殿を得ることができなかった。</a:t>
            </a:r>
            <a:endParaRPr lang="en-US" altLang="ja-JP" b="0" dirty="0"/>
          </a:p>
          <a:p>
            <a:r>
              <a:rPr lang="ja-JP" altLang="en-US" b="0"/>
              <a:t>凍結乾燥を行ったところ、計測可能な量を得ることができなかった。</a:t>
            </a:r>
            <a:endParaRPr lang="en-US" altLang="ja-JP" b="0" dirty="0"/>
          </a:p>
          <a:p>
            <a:r>
              <a:rPr lang="ja-JP" altLang="en-US" b="0"/>
              <a:t>窒素吹き付けをするペプチド回収方法を試してみる。</a:t>
            </a:r>
            <a:endParaRPr lang="en-US" altLang="ja-JP" b="0" dirty="0"/>
          </a:p>
          <a:p>
            <a:pPr lvl="1"/>
            <a:r>
              <a:rPr lang="ja-JP" altLang="en-US"/>
              <a:t>脱保護操作の後、ドラフト内で窒素を吹き付けてゲル上になるまで乾燥させ、</a:t>
            </a:r>
            <a:r>
              <a:rPr lang="en-US" altLang="ja-JP" dirty="0"/>
              <a:t>30%</a:t>
            </a:r>
            <a:r>
              <a:rPr lang="ja-JP" altLang="en-US"/>
              <a:t>アセトニトリル</a:t>
            </a:r>
            <a:r>
              <a:rPr lang="en-US" altLang="ja-JP" dirty="0"/>
              <a:t>/</a:t>
            </a:r>
            <a:r>
              <a:rPr lang="ja-JP" altLang="en-US"/>
              <a:t>水で溶解し凍結乾燥を行い、エチルエーテルで洗浄し、再度溶解させて凍結乾燥を行う。</a:t>
            </a:r>
            <a:endParaRPr lang="en-US" altLang="ja-JP" b="0" dirty="0"/>
          </a:p>
          <a:p>
            <a:pPr lvl="1"/>
            <a:endParaRPr lang="en-US" altLang="ja-JP" b="0" dirty="0"/>
          </a:p>
        </p:txBody>
      </p:sp>
      <p:sp>
        <p:nvSpPr>
          <p:cNvPr id="39" name="テキスト ボックス 38">
            <a:extLst>
              <a:ext uri="{FF2B5EF4-FFF2-40B4-BE49-F238E27FC236}">
                <a16:creationId xmlns:a16="http://schemas.microsoft.com/office/drawing/2014/main" id="{854E7271-5B7A-8B02-4247-63F06C498FE4}"/>
              </a:ext>
            </a:extLst>
          </p:cNvPr>
          <p:cNvSpPr txBox="1"/>
          <p:nvPr/>
        </p:nvSpPr>
        <p:spPr>
          <a:xfrm>
            <a:off x="841572" y="3924637"/>
            <a:ext cx="184731" cy="369332"/>
          </a:xfrm>
          <a:prstGeom prst="rect">
            <a:avLst/>
          </a:prstGeom>
          <a:noFill/>
        </p:spPr>
        <p:txBody>
          <a:bodyPr wrap="none" rtlCol="0">
            <a:spAutoFit/>
          </a:bodyPr>
          <a:lstStyle/>
          <a:p>
            <a:endParaRPr kumimoji="1" lang="ja-JP" altLang="en-US"/>
          </a:p>
        </p:txBody>
      </p:sp>
      <p:pic>
        <p:nvPicPr>
          <p:cNvPr id="41" name="図 40" descr="ピアノ が含まれている画像&#10;&#10;自動的に生成された説明">
            <a:extLst>
              <a:ext uri="{FF2B5EF4-FFF2-40B4-BE49-F238E27FC236}">
                <a16:creationId xmlns:a16="http://schemas.microsoft.com/office/drawing/2014/main" id="{3B8719F7-311F-5BA1-ABD9-28A34DB024A2}"/>
              </a:ext>
            </a:extLst>
          </p:cNvPr>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884426" y="1454738"/>
            <a:ext cx="930919" cy="1104960"/>
          </a:xfrm>
          <a:prstGeom prst="rect">
            <a:avLst/>
          </a:prstGeom>
        </p:spPr>
      </p:pic>
      <p:sp>
        <p:nvSpPr>
          <p:cNvPr id="5" name="山形 4">
            <a:extLst>
              <a:ext uri="{FF2B5EF4-FFF2-40B4-BE49-F238E27FC236}">
                <a16:creationId xmlns:a16="http://schemas.microsoft.com/office/drawing/2014/main" id="{C4644DCD-E6C4-FA43-A995-A46276390867}"/>
              </a:ext>
            </a:extLst>
          </p:cNvPr>
          <p:cNvSpPr/>
          <p:nvPr/>
        </p:nvSpPr>
        <p:spPr>
          <a:xfrm>
            <a:off x="10922647" y="2138163"/>
            <a:ext cx="263384" cy="332252"/>
          </a:xfrm>
          <a:prstGeom prst="chevron">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accent4"/>
              </a:solidFill>
            </a:endParaRPr>
          </a:p>
        </p:txBody>
      </p:sp>
      <p:sp>
        <p:nvSpPr>
          <p:cNvPr id="6" name="テキスト ボックス 5">
            <a:extLst>
              <a:ext uri="{FF2B5EF4-FFF2-40B4-BE49-F238E27FC236}">
                <a16:creationId xmlns:a16="http://schemas.microsoft.com/office/drawing/2014/main" id="{E22E35C7-8E61-FD78-2C7F-27224732167B}"/>
              </a:ext>
            </a:extLst>
          </p:cNvPr>
          <p:cNvSpPr txBox="1"/>
          <p:nvPr/>
        </p:nvSpPr>
        <p:spPr>
          <a:xfrm>
            <a:off x="11261048" y="2005986"/>
            <a:ext cx="687859" cy="646331"/>
          </a:xfrm>
          <a:prstGeom prst="rect">
            <a:avLst/>
          </a:prstGeom>
          <a:noFill/>
        </p:spPr>
        <p:txBody>
          <a:bodyPr wrap="square" rtlCol="0">
            <a:spAutoFit/>
          </a:bodyPr>
          <a:lstStyle/>
          <a:p>
            <a:r>
              <a:rPr kumimoji="1" lang="ja-JP" altLang="en-US"/>
              <a:t>凍結乾燥</a:t>
            </a:r>
          </a:p>
        </p:txBody>
      </p:sp>
      <p:pic>
        <p:nvPicPr>
          <p:cNvPr id="8" name="図 7" descr="テキスト&#10;&#10;低い精度で自動的に生成された説明">
            <a:extLst>
              <a:ext uri="{FF2B5EF4-FFF2-40B4-BE49-F238E27FC236}">
                <a16:creationId xmlns:a16="http://schemas.microsoft.com/office/drawing/2014/main" id="{8EF774ED-432E-FB43-B35C-BFBBF0C90D9A}"/>
              </a:ext>
            </a:extLst>
          </p:cNvPr>
          <p:cNvPicPr>
            <a:picLocks noChangeAspect="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rot="1047483">
            <a:off x="3011777" y="1459346"/>
            <a:ext cx="336887" cy="1152903"/>
          </a:xfrm>
          <a:prstGeom prst="rect">
            <a:avLst/>
          </a:prstGeom>
        </p:spPr>
      </p:pic>
      <p:sp>
        <p:nvSpPr>
          <p:cNvPr id="11" name="テキスト ボックス 10">
            <a:extLst>
              <a:ext uri="{FF2B5EF4-FFF2-40B4-BE49-F238E27FC236}">
                <a16:creationId xmlns:a16="http://schemas.microsoft.com/office/drawing/2014/main" id="{F22735C1-D239-CD53-D15C-A10691079269}"/>
              </a:ext>
            </a:extLst>
          </p:cNvPr>
          <p:cNvSpPr txBox="1"/>
          <p:nvPr/>
        </p:nvSpPr>
        <p:spPr>
          <a:xfrm>
            <a:off x="2434256" y="2636231"/>
            <a:ext cx="1327760" cy="584775"/>
          </a:xfrm>
          <a:prstGeom prst="rect">
            <a:avLst/>
          </a:prstGeom>
          <a:solidFill>
            <a:schemeClr val="accent4">
              <a:lumMod val="20000"/>
              <a:lumOff val="80000"/>
            </a:schemeClr>
          </a:solidFill>
        </p:spPr>
        <p:txBody>
          <a:bodyPr wrap="square" rtlCol="0">
            <a:spAutoFit/>
          </a:bodyPr>
          <a:lstStyle/>
          <a:p>
            <a:r>
              <a:rPr lang="ja-JP" altLang="en-US" sz="1600" b="1">
                <a:solidFill>
                  <a:schemeClr val="accent4"/>
                </a:solidFill>
              </a:rPr>
              <a:t>エタノールで樹脂を洗浄</a:t>
            </a:r>
            <a:endParaRPr kumimoji="1" lang="en-US" altLang="ja-JP" sz="1600" b="1" dirty="0">
              <a:solidFill>
                <a:schemeClr val="accent4"/>
              </a:solidFill>
            </a:endParaRPr>
          </a:p>
        </p:txBody>
      </p:sp>
      <p:pic>
        <p:nvPicPr>
          <p:cNvPr id="12" name="図 11" descr="テキスト&#10;&#10;低い精度で自動的に生成された説明">
            <a:extLst>
              <a:ext uri="{FF2B5EF4-FFF2-40B4-BE49-F238E27FC236}">
                <a16:creationId xmlns:a16="http://schemas.microsoft.com/office/drawing/2014/main" id="{50889DF8-7C1B-763C-0712-893D32B793C8}"/>
              </a:ext>
            </a:extLst>
          </p:cNvPr>
          <p:cNvPicPr>
            <a:picLocks noChangeAspect="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rot="1047483">
            <a:off x="5775321" y="1717215"/>
            <a:ext cx="336887" cy="1152903"/>
          </a:xfrm>
          <a:prstGeom prst="rect">
            <a:avLst/>
          </a:prstGeom>
        </p:spPr>
      </p:pic>
      <p:sp>
        <p:nvSpPr>
          <p:cNvPr id="14" name="山形 13">
            <a:extLst>
              <a:ext uri="{FF2B5EF4-FFF2-40B4-BE49-F238E27FC236}">
                <a16:creationId xmlns:a16="http://schemas.microsoft.com/office/drawing/2014/main" id="{B2BD7226-D53D-30A4-0618-17C876FFC38D}"/>
              </a:ext>
            </a:extLst>
          </p:cNvPr>
          <p:cNvSpPr/>
          <p:nvPr/>
        </p:nvSpPr>
        <p:spPr>
          <a:xfrm>
            <a:off x="3731925" y="2063093"/>
            <a:ext cx="263384" cy="332252"/>
          </a:xfrm>
          <a:prstGeom prst="chevron">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accent4"/>
              </a:solidFill>
            </a:endParaRPr>
          </a:p>
        </p:txBody>
      </p:sp>
      <p:sp>
        <p:nvSpPr>
          <p:cNvPr id="17" name="テキスト ボックス 16">
            <a:extLst>
              <a:ext uri="{FF2B5EF4-FFF2-40B4-BE49-F238E27FC236}">
                <a16:creationId xmlns:a16="http://schemas.microsoft.com/office/drawing/2014/main" id="{24CCF471-2498-0113-1C87-D6146B038D3C}"/>
              </a:ext>
            </a:extLst>
          </p:cNvPr>
          <p:cNvSpPr txBox="1"/>
          <p:nvPr/>
        </p:nvSpPr>
        <p:spPr>
          <a:xfrm>
            <a:off x="7500857" y="1890106"/>
            <a:ext cx="2555508" cy="338554"/>
          </a:xfrm>
          <a:prstGeom prst="rect">
            <a:avLst/>
          </a:prstGeom>
          <a:noFill/>
        </p:spPr>
        <p:txBody>
          <a:bodyPr wrap="none" rtlCol="0">
            <a:spAutoFit/>
          </a:bodyPr>
          <a:lstStyle/>
          <a:p>
            <a:r>
              <a:rPr kumimoji="1" lang="ja-JP" altLang="en-US" sz="1600"/>
              <a:t>→</a:t>
            </a:r>
            <a:r>
              <a:rPr kumimoji="1" lang="en-US" altLang="ja-JP" sz="1600" dirty="0"/>
              <a:t>LFP</a:t>
            </a:r>
            <a:r>
              <a:rPr kumimoji="1" lang="ja-JP" altLang="en-US" sz="1600"/>
              <a:t>のみ沈殿が得られた</a:t>
            </a:r>
          </a:p>
        </p:txBody>
      </p:sp>
      <p:sp>
        <p:nvSpPr>
          <p:cNvPr id="21" name="テキスト ボックス 20">
            <a:extLst>
              <a:ext uri="{FF2B5EF4-FFF2-40B4-BE49-F238E27FC236}">
                <a16:creationId xmlns:a16="http://schemas.microsoft.com/office/drawing/2014/main" id="{DCBB0A36-877B-D3A8-F8FE-A24E3620C851}"/>
              </a:ext>
            </a:extLst>
          </p:cNvPr>
          <p:cNvSpPr txBox="1"/>
          <p:nvPr/>
        </p:nvSpPr>
        <p:spPr>
          <a:xfrm>
            <a:off x="7431157" y="2293293"/>
            <a:ext cx="3409908" cy="830997"/>
          </a:xfrm>
          <a:prstGeom prst="rect">
            <a:avLst/>
          </a:prstGeom>
          <a:solidFill>
            <a:schemeClr val="accent4">
              <a:lumMod val="20000"/>
              <a:lumOff val="80000"/>
            </a:schemeClr>
          </a:solidFill>
        </p:spPr>
        <p:txBody>
          <a:bodyPr wrap="none" rtlCol="0">
            <a:spAutoFit/>
          </a:bodyPr>
          <a:lstStyle/>
          <a:p>
            <a:r>
              <a:rPr kumimoji="1" lang="ja-JP" altLang="en-US" sz="1600"/>
              <a:t>沈殿が得られなかった配列に対して、</a:t>
            </a:r>
            <a:endParaRPr kumimoji="1" lang="en-US" altLang="ja-JP" sz="1600" dirty="0"/>
          </a:p>
          <a:p>
            <a:r>
              <a:rPr lang="en-US" altLang="ja-JP" sz="1600" dirty="0"/>
              <a:t>3. 20%</a:t>
            </a:r>
            <a:r>
              <a:rPr lang="ja-JP" altLang="en-US" sz="1600"/>
              <a:t>ヘプタン</a:t>
            </a:r>
            <a:r>
              <a:rPr lang="en-US" altLang="ja-JP" sz="1600" dirty="0"/>
              <a:t>/TBME 20mL</a:t>
            </a:r>
          </a:p>
          <a:p>
            <a:r>
              <a:rPr kumimoji="1" lang="en-US" altLang="ja-JP" sz="1600" dirty="0"/>
              <a:t>4. </a:t>
            </a:r>
            <a:r>
              <a:rPr kumimoji="1" lang="ja-JP" altLang="en-US" sz="1600"/>
              <a:t>水</a:t>
            </a:r>
            <a:r>
              <a:rPr kumimoji="1" lang="en-US" altLang="ja-JP" sz="1600" dirty="0"/>
              <a:t>200µL</a:t>
            </a:r>
            <a:endParaRPr kumimoji="1" lang="ja-JP" altLang="en-US" sz="1600"/>
          </a:p>
        </p:txBody>
      </p:sp>
      <p:grpSp>
        <p:nvGrpSpPr>
          <p:cNvPr id="23" name="グループ化 22">
            <a:extLst>
              <a:ext uri="{FF2B5EF4-FFF2-40B4-BE49-F238E27FC236}">
                <a16:creationId xmlns:a16="http://schemas.microsoft.com/office/drawing/2014/main" id="{E818C850-288F-80ED-BAE9-86B541E24E91}"/>
              </a:ext>
            </a:extLst>
          </p:cNvPr>
          <p:cNvGrpSpPr/>
          <p:nvPr/>
        </p:nvGrpSpPr>
        <p:grpSpPr>
          <a:xfrm rot="17101112">
            <a:off x="7162560" y="2045292"/>
            <a:ext cx="379530" cy="326387"/>
            <a:chOff x="2664127" y="3374455"/>
            <a:chExt cx="1201975" cy="1567649"/>
          </a:xfrm>
          <a:solidFill>
            <a:schemeClr val="tx1"/>
          </a:solidFill>
        </p:grpSpPr>
        <p:sp>
          <p:nvSpPr>
            <p:cNvPr id="24" name="二等辺三角形 4">
              <a:extLst>
                <a:ext uri="{FF2B5EF4-FFF2-40B4-BE49-F238E27FC236}">
                  <a16:creationId xmlns:a16="http://schemas.microsoft.com/office/drawing/2014/main" id="{0BC60C20-4916-AC2A-6E2A-D426C477D37A}"/>
                </a:ext>
              </a:extLst>
            </p:cNvPr>
            <p:cNvSpPr/>
            <p:nvPr/>
          </p:nvSpPr>
          <p:spPr>
            <a:xfrm rot="21516842">
              <a:off x="3025444" y="3374455"/>
              <a:ext cx="840658" cy="471949"/>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6" name="フリーフォーム: 図形 9">
              <a:extLst>
                <a:ext uri="{FF2B5EF4-FFF2-40B4-BE49-F238E27FC236}">
                  <a16:creationId xmlns:a16="http://schemas.microsoft.com/office/drawing/2014/main" id="{0CF85370-373C-67F6-C084-84C8A61C9A56}"/>
                </a:ext>
              </a:extLst>
            </p:cNvPr>
            <p:cNvSpPr/>
            <p:nvPr/>
          </p:nvSpPr>
          <p:spPr>
            <a:xfrm>
              <a:off x="2664127" y="3827205"/>
              <a:ext cx="956601" cy="1114899"/>
            </a:xfrm>
            <a:custGeom>
              <a:avLst/>
              <a:gdLst>
                <a:gd name="connsiteX0" fmla="*/ 649311 w 956601"/>
                <a:gd name="connsiteY0" fmla="*/ 0 h 1114899"/>
                <a:gd name="connsiteX1" fmla="*/ 956601 w 956601"/>
                <a:gd name="connsiteY1" fmla="*/ 0 h 1114899"/>
                <a:gd name="connsiteX2" fmla="*/ 951973 w 956601"/>
                <a:gd name="connsiteY2" fmla="*/ 97117 h 1114899"/>
                <a:gd name="connsiteX3" fmla="*/ 5472 w 956601"/>
                <a:gd name="connsiteY3" fmla="*/ 1113687 h 1114899"/>
                <a:gd name="connsiteX4" fmla="*/ 0 w 956601"/>
                <a:gd name="connsiteY4" fmla="*/ 1114899 h 1114899"/>
                <a:gd name="connsiteX5" fmla="*/ 40056 w 956601"/>
                <a:gd name="connsiteY5" fmla="*/ 1089636 h 1114899"/>
                <a:gd name="connsiteX6" fmla="*/ 638394 w 956601"/>
                <a:gd name="connsiteY6" fmla="*/ 162145 h 111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6601" h="1114899">
                  <a:moveTo>
                    <a:pt x="649311" y="0"/>
                  </a:moveTo>
                  <a:lnTo>
                    <a:pt x="956601" y="0"/>
                  </a:lnTo>
                  <a:lnTo>
                    <a:pt x="951973" y="97117"/>
                  </a:lnTo>
                  <a:cubicBezTo>
                    <a:pt x="906000" y="577465"/>
                    <a:pt x="522068" y="975272"/>
                    <a:pt x="5472" y="1113687"/>
                  </a:cubicBezTo>
                  <a:lnTo>
                    <a:pt x="0" y="1114899"/>
                  </a:lnTo>
                  <a:lnTo>
                    <a:pt x="40056" y="1089636"/>
                  </a:lnTo>
                  <a:cubicBezTo>
                    <a:pt x="365632" y="863013"/>
                    <a:pt x="587911" y="534591"/>
                    <a:pt x="638394" y="16214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spTree>
    <p:extLst>
      <p:ext uri="{BB962C8B-B14F-4D97-AF65-F5344CB8AC3E}">
        <p14:creationId xmlns:p14="http://schemas.microsoft.com/office/powerpoint/2010/main" val="20630977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プレースホルダー 3">
            <a:extLst>
              <a:ext uri="{FF2B5EF4-FFF2-40B4-BE49-F238E27FC236}">
                <a16:creationId xmlns:a16="http://schemas.microsoft.com/office/drawing/2014/main" id="{C8F5410E-37F1-F568-79FE-4157C5EC0F67}"/>
              </a:ext>
            </a:extLst>
          </p:cNvPr>
          <p:cNvSpPr>
            <a:spLocks noGrp="1"/>
          </p:cNvSpPr>
          <p:nvPr>
            <p:ph type="body" sz="quarter" idx="11"/>
          </p:nvPr>
        </p:nvSpPr>
        <p:spPr/>
        <p:txBody>
          <a:bodyPr>
            <a:normAutofit lnSpcReduction="10000"/>
          </a:bodyPr>
          <a:lstStyle/>
          <a:p>
            <a:r>
              <a:rPr lang="ja-JP" altLang="en-US"/>
              <a:t>目次</a:t>
            </a:r>
            <a:endParaRPr kumimoji="1" lang="ja-JP" altLang="en-US"/>
          </a:p>
        </p:txBody>
      </p:sp>
      <p:grpSp>
        <p:nvGrpSpPr>
          <p:cNvPr id="9" name="グループ化 8">
            <a:extLst>
              <a:ext uri="{FF2B5EF4-FFF2-40B4-BE49-F238E27FC236}">
                <a16:creationId xmlns:a16="http://schemas.microsoft.com/office/drawing/2014/main" id="{AE78148A-2EC5-B4DA-81A9-5574F953E282}"/>
              </a:ext>
            </a:extLst>
          </p:cNvPr>
          <p:cNvGrpSpPr/>
          <p:nvPr/>
        </p:nvGrpSpPr>
        <p:grpSpPr>
          <a:xfrm>
            <a:off x="1017304" y="2652917"/>
            <a:ext cx="4713150" cy="1552165"/>
            <a:chOff x="3212342" y="2940079"/>
            <a:chExt cx="4713150" cy="1552165"/>
          </a:xfrm>
        </p:grpSpPr>
        <p:sp>
          <p:nvSpPr>
            <p:cNvPr id="7" name="テキスト ボックス 6">
              <a:extLst>
                <a:ext uri="{FF2B5EF4-FFF2-40B4-BE49-F238E27FC236}">
                  <a16:creationId xmlns:a16="http://schemas.microsoft.com/office/drawing/2014/main" id="{AD970EA2-D8D6-C88C-90D5-50A2A75A5331}"/>
                </a:ext>
              </a:extLst>
            </p:cNvPr>
            <p:cNvSpPr txBox="1"/>
            <p:nvPr/>
          </p:nvSpPr>
          <p:spPr>
            <a:xfrm>
              <a:off x="3212342" y="2940079"/>
              <a:ext cx="3353803" cy="461665"/>
            </a:xfrm>
            <a:prstGeom prst="rect">
              <a:avLst/>
            </a:prstGeom>
            <a:noFill/>
          </p:spPr>
          <p:txBody>
            <a:bodyPr wrap="none" rtlCol="0">
              <a:spAutoFit/>
            </a:bodyPr>
            <a:lstStyle/>
            <a:p>
              <a:r>
                <a:rPr kumimoji="1" lang="en-US" altLang="ja-JP" sz="2400" dirty="0">
                  <a:solidFill>
                    <a:schemeClr val="tx1">
                      <a:lumMod val="60000"/>
                      <a:lumOff val="40000"/>
                    </a:schemeClr>
                  </a:solidFill>
                </a:rPr>
                <a:t>1. </a:t>
              </a:r>
              <a:r>
                <a:rPr lang="en-US" altLang="ja-JP" sz="2400" dirty="0">
                  <a:solidFill>
                    <a:schemeClr val="tx1">
                      <a:lumMod val="60000"/>
                      <a:lumOff val="40000"/>
                    </a:schemeClr>
                  </a:solidFill>
                </a:rPr>
                <a:t>3</a:t>
              </a:r>
              <a:r>
                <a:rPr lang="ja-JP" altLang="en-US" sz="2400">
                  <a:solidFill>
                    <a:schemeClr val="tx1">
                      <a:lumMod val="60000"/>
                      <a:lumOff val="40000"/>
                    </a:schemeClr>
                  </a:solidFill>
                </a:rPr>
                <a:t>残基ペプチドの合成</a:t>
              </a:r>
              <a:endParaRPr kumimoji="1" lang="ja-JP" altLang="en-US" sz="2400">
                <a:solidFill>
                  <a:schemeClr val="tx1">
                    <a:lumMod val="60000"/>
                    <a:lumOff val="40000"/>
                  </a:schemeClr>
                </a:solidFill>
              </a:endParaRPr>
            </a:p>
          </p:txBody>
        </p:sp>
        <p:sp>
          <p:nvSpPr>
            <p:cNvPr id="8" name="テキスト ボックス 7">
              <a:extLst>
                <a:ext uri="{FF2B5EF4-FFF2-40B4-BE49-F238E27FC236}">
                  <a16:creationId xmlns:a16="http://schemas.microsoft.com/office/drawing/2014/main" id="{D069B13F-41CF-DC6B-6CEB-AF79023C36A9}"/>
                </a:ext>
              </a:extLst>
            </p:cNvPr>
            <p:cNvSpPr txBox="1"/>
            <p:nvPr/>
          </p:nvSpPr>
          <p:spPr>
            <a:xfrm>
              <a:off x="3212342" y="4030579"/>
              <a:ext cx="4713150" cy="461665"/>
            </a:xfrm>
            <a:prstGeom prst="rect">
              <a:avLst/>
            </a:prstGeom>
            <a:noFill/>
          </p:spPr>
          <p:txBody>
            <a:bodyPr wrap="none" rtlCol="0">
              <a:spAutoFit/>
            </a:bodyPr>
            <a:lstStyle/>
            <a:p>
              <a:r>
                <a:rPr lang="en-US" altLang="ja-JP" sz="2400" b="1" u="sng" dirty="0"/>
                <a:t>2. TGR5</a:t>
              </a:r>
              <a:r>
                <a:rPr lang="ja-JP" altLang="en-US" sz="2400" b="1" u="sng"/>
                <a:t>アゴニストペプチドの予測</a:t>
              </a:r>
              <a:endParaRPr kumimoji="1" lang="ja-JP" altLang="en-US" sz="2400" b="1" u="sng"/>
            </a:p>
          </p:txBody>
        </p:sp>
      </p:grpSp>
      <p:sp>
        <p:nvSpPr>
          <p:cNvPr id="2" name="正方形/長方形 1">
            <a:extLst>
              <a:ext uri="{FF2B5EF4-FFF2-40B4-BE49-F238E27FC236}">
                <a16:creationId xmlns:a16="http://schemas.microsoft.com/office/drawing/2014/main" id="{275A0406-068D-8860-5399-91BD800E7788}"/>
              </a:ext>
            </a:extLst>
          </p:cNvPr>
          <p:cNvSpPr/>
          <p:nvPr/>
        </p:nvSpPr>
        <p:spPr>
          <a:xfrm>
            <a:off x="6096000" y="834310"/>
            <a:ext cx="6096000" cy="602369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テキスト ボックス 2">
            <a:extLst>
              <a:ext uri="{FF2B5EF4-FFF2-40B4-BE49-F238E27FC236}">
                <a16:creationId xmlns:a16="http://schemas.microsoft.com/office/drawing/2014/main" id="{D70473D3-8875-9BA2-765C-E23DAEFE2F12}"/>
              </a:ext>
            </a:extLst>
          </p:cNvPr>
          <p:cNvSpPr txBox="1"/>
          <p:nvPr/>
        </p:nvSpPr>
        <p:spPr>
          <a:xfrm>
            <a:off x="6193105" y="931415"/>
            <a:ext cx="1701107" cy="400110"/>
          </a:xfrm>
          <a:prstGeom prst="rect">
            <a:avLst/>
          </a:prstGeom>
          <a:noFill/>
        </p:spPr>
        <p:txBody>
          <a:bodyPr wrap="none" rtlCol="0">
            <a:spAutoFit/>
          </a:bodyPr>
          <a:lstStyle/>
          <a:p>
            <a:r>
              <a:rPr lang="ja-JP" altLang="en-US" sz="2000" b="1"/>
              <a:t>中間報告</a:t>
            </a:r>
            <a:r>
              <a:rPr kumimoji="1" lang="ja-JP" altLang="en-US" sz="2000" b="1"/>
              <a:t>まで</a:t>
            </a:r>
          </a:p>
        </p:txBody>
      </p:sp>
      <p:sp>
        <p:nvSpPr>
          <p:cNvPr id="6" name="テキスト ボックス 5">
            <a:extLst>
              <a:ext uri="{FF2B5EF4-FFF2-40B4-BE49-F238E27FC236}">
                <a16:creationId xmlns:a16="http://schemas.microsoft.com/office/drawing/2014/main" id="{986AF79E-A319-EC82-F91D-6E02F114E20B}"/>
              </a:ext>
            </a:extLst>
          </p:cNvPr>
          <p:cNvSpPr txBox="1"/>
          <p:nvPr/>
        </p:nvSpPr>
        <p:spPr>
          <a:xfrm>
            <a:off x="6248400" y="1428630"/>
            <a:ext cx="5791199" cy="1285032"/>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kumimoji="1" lang="ja-JP" altLang="en-US"/>
              <a:t>ルシフェラーゼ発現による</a:t>
            </a:r>
            <a:r>
              <a:rPr kumimoji="1" lang="en-US" altLang="ja-JP" dirty="0"/>
              <a:t>TGR5</a:t>
            </a:r>
            <a:r>
              <a:rPr kumimoji="1" lang="ja-JP" altLang="en-US"/>
              <a:t>活性評価系の改善を完了した。</a:t>
            </a:r>
            <a:endParaRPr kumimoji="1" lang="en-US" altLang="ja-JP" dirty="0"/>
          </a:p>
          <a:p>
            <a:pPr marL="285750" indent="-285750">
              <a:lnSpc>
                <a:spcPct val="150000"/>
              </a:lnSpc>
              <a:buFont typeface="Arial" panose="020B0604020202020204" pitchFamily="34" charset="0"/>
              <a:buChar char="•"/>
            </a:pPr>
            <a:r>
              <a:rPr lang="ja-JP" altLang="en-US"/>
              <a:t>分子フィンガープリントによる類似度評価をした。</a:t>
            </a:r>
            <a:endParaRPr kumimoji="1" lang="ja-JP" altLang="en-US"/>
          </a:p>
        </p:txBody>
      </p:sp>
      <p:pic>
        <p:nvPicPr>
          <p:cNvPr id="10" name="図 9" descr="ロゴ, 会社名&#10;&#10;自動的に生成された説明">
            <a:extLst>
              <a:ext uri="{FF2B5EF4-FFF2-40B4-BE49-F238E27FC236}">
                <a16:creationId xmlns:a16="http://schemas.microsoft.com/office/drawing/2014/main" id="{EA643898-D481-C2B7-8E9E-AEA5D54CD7EA}"/>
              </a:ext>
            </a:extLst>
          </p:cNvPr>
          <p:cNvPicPr>
            <a:picLocks noChangeAspect="1"/>
          </p:cNvPicPr>
          <p:nvPr/>
        </p:nvPicPr>
        <p:blipFill rotWithShape="1">
          <a:blip r:embed="rId3">
            <a:extLst>
              <a:ext uri="{28A0092B-C50C-407E-A947-70E740481C1C}">
                <a14:useLocalDpi xmlns:a14="http://schemas.microsoft.com/office/drawing/2010/main" val="0"/>
              </a:ext>
            </a:extLst>
          </a:blip>
          <a:srcRect t="5018" b="66125"/>
          <a:stretch/>
        </p:blipFill>
        <p:spPr>
          <a:xfrm>
            <a:off x="6884703" y="3148657"/>
            <a:ext cx="4202684" cy="1212767"/>
          </a:xfrm>
          <a:prstGeom prst="rect">
            <a:avLst/>
          </a:prstGeom>
        </p:spPr>
      </p:pic>
      <p:pic>
        <p:nvPicPr>
          <p:cNvPr id="11" name="Picture 4">
            <a:extLst>
              <a:ext uri="{FF2B5EF4-FFF2-40B4-BE49-F238E27FC236}">
                <a16:creationId xmlns:a16="http://schemas.microsoft.com/office/drawing/2014/main" id="{5D547680-2004-F17A-FE70-D01C33F5A8AE}"/>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4053" b="65763"/>
          <a:stretch/>
        </p:blipFill>
        <p:spPr bwMode="auto">
          <a:xfrm>
            <a:off x="6884703" y="4837762"/>
            <a:ext cx="4221226" cy="1274133"/>
          </a:xfrm>
          <a:prstGeom prst="rect">
            <a:avLst/>
          </a:prstGeom>
          <a:noFill/>
          <a:extLst>
            <a:ext uri="{909E8E84-426E-40DD-AFC4-6F175D3DCCD1}">
              <a14:hiddenFill xmlns:a14="http://schemas.microsoft.com/office/drawing/2010/main">
                <a:solidFill>
                  <a:srgbClr val="FFFFFF"/>
                </a:solidFill>
              </a14:hiddenFill>
            </a:ext>
          </a:extLst>
        </p:spPr>
      </p:pic>
      <p:sp>
        <p:nvSpPr>
          <p:cNvPr id="12" name="テキスト ボックス 11">
            <a:extLst>
              <a:ext uri="{FF2B5EF4-FFF2-40B4-BE49-F238E27FC236}">
                <a16:creationId xmlns:a16="http://schemas.microsoft.com/office/drawing/2014/main" id="{C271F828-9429-7F32-D694-2A3F7A3EB7F7}"/>
              </a:ext>
            </a:extLst>
          </p:cNvPr>
          <p:cNvSpPr txBox="1"/>
          <p:nvPr/>
        </p:nvSpPr>
        <p:spPr>
          <a:xfrm>
            <a:off x="6697377" y="4551607"/>
            <a:ext cx="4595877" cy="307777"/>
          </a:xfrm>
          <a:prstGeom prst="rect">
            <a:avLst/>
          </a:prstGeom>
          <a:noFill/>
        </p:spPr>
        <p:txBody>
          <a:bodyPr wrap="square">
            <a:spAutoFit/>
          </a:bodyPr>
          <a:lstStyle/>
          <a:p>
            <a:pPr algn="ctr"/>
            <a:r>
              <a:rPr lang="ja-JP" altLang="en-US" sz="1400">
                <a:latin typeface="+mn-ea"/>
              </a:rPr>
              <a:t>ドナーアクセプターフィンガープリントでの上位</a:t>
            </a:r>
            <a:r>
              <a:rPr lang="en-US" altLang="ja-JP" sz="1400" dirty="0">
                <a:latin typeface="+mn-ea"/>
              </a:rPr>
              <a:t>3</a:t>
            </a:r>
            <a:r>
              <a:rPr lang="ja-JP" altLang="en-US" sz="1400">
                <a:latin typeface="+mn-ea"/>
              </a:rPr>
              <a:t>配列</a:t>
            </a:r>
            <a:endParaRPr lang="en-US" altLang="ja-JP" sz="1400" b="0" dirty="0">
              <a:latin typeface="+mn-ea"/>
            </a:endParaRPr>
          </a:p>
        </p:txBody>
      </p:sp>
      <p:sp>
        <p:nvSpPr>
          <p:cNvPr id="13" name="テキスト ボックス 12">
            <a:extLst>
              <a:ext uri="{FF2B5EF4-FFF2-40B4-BE49-F238E27FC236}">
                <a16:creationId xmlns:a16="http://schemas.microsoft.com/office/drawing/2014/main" id="{15317AC7-9DED-07C3-1536-3DD67EF5F7A8}"/>
              </a:ext>
            </a:extLst>
          </p:cNvPr>
          <p:cNvSpPr txBox="1"/>
          <p:nvPr/>
        </p:nvSpPr>
        <p:spPr>
          <a:xfrm>
            <a:off x="6688106" y="2824696"/>
            <a:ext cx="4595877" cy="307777"/>
          </a:xfrm>
          <a:prstGeom prst="rect">
            <a:avLst/>
          </a:prstGeom>
          <a:noFill/>
        </p:spPr>
        <p:txBody>
          <a:bodyPr wrap="square">
            <a:spAutoFit/>
          </a:bodyPr>
          <a:lstStyle/>
          <a:p>
            <a:pPr algn="ctr"/>
            <a:r>
              <a:rPr lang="en-US" altLang="ja-JP" sz="1400" dirty="0">
                <a:latin typeface="+mn-ea"/>
              </a:rPr>
              <a:t>KCF-S</a:t>
            </a:r>
            <a:r>
              <a:rPr lang="ja-JP" altLang="en-US" sz="1400">
                <a:latin typeface="+mn-ea"/>
              </a:rPr>
              <a:t>での上位</a:t>
            </a:r>
            <a:r>
              <a:rPr lang="en-US" altLang="ja-JP" sz="1400" dirty="0">
                <a:latin typeface="+mn-ea"/>
              </a:rPr>
              <a:t>3</a:t>
            </a:r>
            <a:r>
              <a:rPr lang="ja-JP" altLang="en-US" sz="1400">
                <a:latin typeface="+mn-ea"/>
              </a:rPr>
              <a:t>配列</a:t>
            </a:r>
            <a:endParaRPr lang="en-US" altLang="ja-JP" sz="1400" b="0" dirty="0">
              <a:latin typeface="+mn-ea"/>
            </a:endParaRPr>
          </a:p>
        </p:txBody>
      </p:sp>
      <p:sp>
        <p:nvSpPr>
          <p:cNvPr id="14" name="テキスト ボックス 13">
            <a:extLst>
              <a:ext uri="{FF2B5EF4-FFF2-40B4-BE49-F238E27FC236}">
                <a16:creationId xmlns:a16="http://schemas.microsoft.com/office/drawing/2014/main" id="{3FF0119F-29DF-1F60-A8C5-DAB078D66219}"/>
              </a:ext>
            </a:extLst>
          </p:cNvPr>
          <p:cNvSpPr txBox="1"/>
          <p:nvPr/>
        </p:nvSpPr>
        <p:spPr>
          <a:xfrm>
            <a:off x="6777149" y="6352555"/>
            <a:ext cx="4790094" cy="369332"/>
          </a:xfrm>
          <a:prstGeom prst="rect">
            <a:avLst/>
          </a:prstGeom>
          <a:noFill/>
        </p:spPr>
        <p:txBody>
          <a:bodyPr wrap="none" rtlCol="0">
            <a:spAutoFit/>
          </a:bodyPr>
          <a:lstStyle/>
          <a:p>
            <a:r>
              <a:rPr kumimoji="1" lang="ja-JP" altLang="en-US" b="1"/>
              <a:t>類似度が高かったペプチドを合成して評価する</a:t>
            </a:r>
          </a:p>
        </p:txBody>
      </p:sp>
      <p:sp>
        <p:nvSpPr>
          <p:cNvPr id="15" name="矢印: 右 43">
            <a:extLst>
              <a:ext uri="{FF2B5EF4-FFF2-40B4-BE49-F238E27FC236}">
                <a16:creationId xmlns:a16="http://schemas.microsoft.com/office/drawing/2014/main" id="{FC0A0AF9-B992-D68D-6F88-8BECA353E61F}"/>
              </a:ext>
            </a:extLst>
          </p:cNvPr>
          <p:cNvSpPr/>
          <p:nvPr/>
        </p:nvSpPr>
        <p:spPr>
          <a:xfrm>
            <a:off x="6411243" y="6405821"/>
            <a:ext cx="276863" cy="262799"/>
          </a:xfrm>
          <a:custGeom>
            <a:avLst/>
            <a:gdLst>
              <a:gd name="connsiteX0" fmla="*/ 0 w 276863"/>
              <a:gd name="connsiteY0" fmla="*/ 65700 h 262799"/>
              <a:gd name="connsiteX1" fmla="*/ 145464 w 276863"/>
              <a:gd name="connsiteY1" fmla="*/ 65700 h 262799"/>
              <a:gd name="connsiteX2" fmla="*/ 145464 w 276863"/>
              <a:gd name="connsiteY2" fmla="*/ 0 h 262799"/>
              <a:gd name="connsiteX3" fmla="*/ 276863 w 276863"/>
              <a:gd name="connsiteY3" fmla="*/ 131400 h 262799"/>
              <a:gd name="connsiteX4" fmla="*/ 145464 w 276863"/>
              <a:gd name="connsiteY4" fmla="*/ 262799 h 262799"/>
              <a:gd name="connsiteX5" fmla="*/ 145464 w 276863"/>
              <a:gd name="connsiteY5" fmla="*/ 197099 h 262799"/>
              <a:gd name="connsiteX6" fmla="*/ 0 w 276863"/>
              <a:gd name="connsiteY6" fmla="*/ 197099 h 262799"/>
              <a:gd name="connsiteX7" fmla="*/ 0 w 276863"/>
              <a:gd name="connsiteY7" fmla="*/ 65700 h 262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6863" h="262799" fill="none" extrusionOk="0">
                <a:moveTo>
                  <a:pt x="0" y="65700"/>
                </a:moveTo>
                <a:cubicBezTo>
                  <a:pt x="46442" y="65636"/>
                  <a:pt x="113627" y="75616"/>
                  <a:pt x="145464" y="65700"/>
                </a:cubicBezTo>
                <a:cubicBezTo>
                  <a:pt x="149408" y="38311"/>
                  <a:pt x="146987" y="8794"/>
                  <a:pt x="145464" y="0"/>
                </a:cubicBezTo>
                <a:cubicBezTo>
                  <a:pt x="158908" y="27124"/>
                  <a:pt x="230743" y="85692"/>
                  <a:pt x="276863" y="131400"/>
                </a:cubicBezTo>
                <a:cubicBezTo>
                  <a:pt x="250893" y="156670"/>
                  <a:pt x="183268" y="230595"/>
                  <a:pt x="145464" y="262799"/>
                </a:cubicBezTo>
                <a:cubicBezTo>
                  <a:pt x="141644" y="242485"/>
                  <a:pt x="139578" y="204125"/>
                  <a:pt x="145464" y="197099"/>
                </a:cubicBezTo>
                <a:cubicBezTo>
                  <a:pt x="75689" y="198352"/>
                  <a:pt x="45887" y="192378"/>
                  <a:pt x="0" y="197099"/>
                </a:cubicBezTo>
                <a:cubicBezTo>
                  <a:pt x="10437" y="142555"/>
                  <a:pt x="788" y="129510"/>
                  <a:pt x="0" y="65700"/>
                </a:cubicBezTo>
                <a:close/>
              </a:path>
              <a:path w="276863" h="262799" stroke="0" extrusionOk="0">
                <a:moveTo>
                  <a:pt x="0" y="65700"/>
                </a:moveTo>
                <a:cubicBezTo>
                  <a:pt x="68607" y="57742"/>
                  <a:pt x="122267" y="65155"/>
                  <a:pt x="145464" y="65700"/>
                </a:cubicBezTo>
                <a:cubicBezTo>
                  <a:pt x="139558" y="38728"/>
                  <a:pt x="144421" y="29272"/>
                  <a:pt x="145464" y="0"/>
                </a:cubicBezTo>
                <a:cubicBezTo>
                  <a:pt x="172319" y="37728"/>
                  <a:pt x="250984" y="102129"/>
                  <a:pt x="276863" y="131400"/>
                </a:cubicBezTo>
                <a:cubicBezTo>
                  <a:pt x="249671" y="170945"/>
                  <a:pt x="186210" y="240785"/>
                  <a:pt x="145464" y="262799"/>
                </a:cubicBezTo>
                <a:cubicBezTo>
                  <a:pt x="149098" y="254116"/>
                  <a:pt x="148516" y="205033"/>
                  <a:pt x="145464" y="197099"/>
                </a:cubicBezTo>
                <a:cubicBezTo>
                  <a:pt x="89361" y="188250"/>
                  <a:pt x="47424" y="184977"/>
                  <a:pt x="0" y="197099"/>
                </a:cubicBezTo>
                <a:cubicBezTo>
                  <a:pt x="4202" y="137260"/>
                  <a:pt x="2067" y="109799"/>
                  <a:pt x="0" y="65700"/>
                </a:cubicBezTo>
                <a:close/>
              </a:path>
            </a:pathLst>
          </a:custGeom>
          <a:solidFill>
            <a:schemeClr val="accent4"/>
          </a:solidFill>
          <a:ln>
            <a:solidFill>
              <a:schemeClr val="accent4"/>
            </a:solidFill>
            <a:extLst>
              <a:ext uri="{C807C97D-BFC1-408E-A445-0C87EB9F89A2}">
                <ask:lineSketchStyleProps xmlns:ask="http://schemas.microsoft.com/office/drawing/2018/sketchyshapes" sd="3864781296">
                  <a:prstGeom prst="rightArrow">
                    <a:avLst/>
                  </a:pr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5710630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48AFF75-80EC-D23B-30D6-2FC6FB240896}"/>
              </a:ext>
            </a:extLst>
          </p:cNvPr>
          <p:cNvSpPr>
            <a:spLocks noGrp="1"/>
          </p:cNvSpPr>
          <p:nvPr>
            <p:ph type="title"/>
          </p:nvPr>
        </p:nvSpPr>
        <p:spPr/>
        <p:txBody>
          <a:bodyPr/>
          <a:lstStyle/>
          <a:p>
            <a:r>
              <a:rPr kumimoji="1" lang="ja-JP" altLang="en-US"/>
              <a:t>重要な部分構造を根拠とするペプチドの予測モデルを作成したい。</a:t>
            </a:r>
          </a:p>
        </p:txBody>
      </p:sp>
      <p:sp>
        <p:nvSpPr>
          <p:cNvPr id="3" name="コンテンツ プレースホルダー 2">
            <a:extLst>
              <a:ext uri="{FF2B5EF4-FFF2-40B4-BE49-F238E27FC236}">
                <a16:creationId xmlns:a16="http://schemas.microsoft.com/office/drawing/2014/main" id="{7E2DA160-26EB-87D6-F690-0EA40D5A9698}"/>
              </a:ext>
            </a:extLst>
          </p:cNvPr>
          <p:cNvSpPr>
            <a:spLocks noGrp="1"/>
          </p:cNvSpPr>
          <p:nvPr>
            <p:ph idx="1"/>
          </p:nvPr>
        </p:nvSpPr>
        <p:spPr>
          <a:xfrm>
            <a:off x="546100" y="1038483"/>
            <a:ext cx="6631619" cy="4875289"/>
          </a:xfrm>
        </p:spPr>
        <p:txBody>
          <a:bodyPr/>
          <a:lstStyle/>
          <a:p>
            <a:pPr marL="0" indent="0">
              <a:buNone/>
            </a:pPr>
            <a:r>
              <a:rPr kumimoji="1" lang="ja-JP" altLang="en-US"/>
              <a:t>重要な構造に重みをつけることができない</a:t>
            </a:r>
            <a:endParaRPr kumimoji="1" lang="en-US" altLang="ja-JP" dirty="0"/>
          </a:p>
          <a:p>
            <a:r>
              <a:rPr kumimoji="1" lang="en-US" altLang="ja-JP" sz="1800" b="0" dirty="0"/>
              <a:t>KCF-S</a:t>
            </a:r>
            <a:r>
              <a:rPr kumimoji="1" lang="ja-JP" altLang="en-US" sz="1800" b="0"/>
              <a:t>フィンガープリントで類似度計算をしたところ、</a:t>
            </a:r>
            <a:r>
              <a:rPr lang="ja-JP" altLang="en-US" sz="1800" b="0"/>
              <a:t>六員環があるかどうかに大きく依存していた。</a:t>
            </a:r>
            <a:endParaRPr lang="en-US" altLang="ja-JP" sz="1800" b="0" dirty="0"/>
          </a:p>
          <a:p>
            <a:pPr lvl="1"/>
            <a:r>
              <a:rPr lang="ja-JP" altLang="en-US">
                <a:latin typeface="+mn-ea"/>
                <a:ea typeface="+mn-ea"/>
              </a:rPr>
              <a:t>単なる構造類似度であるため、六員環が重要な部分構造であるという根拠はない。</a:t>
            </a:r>
            <a:endParaRPr lang="en-US" altLang="ja-JP" dirty="0">
              <a:latin typeface="+mn-ea"/>
              <a:ea typeface="+mn-ea"/>
            </a:endParaRPr>
          </a:p>
          <a:p>
            <a:pPr marL="0" indent="0">
              <a:buNone/>
            </a:pPr>
            <a:r>
              <a:rPr lang="ja-JP" altLang="en-US" sz="1800" b="0">
                <a:latin typeface="+mn-ea"/>
                <a:ea typeface="+mn-ea"/>
              </a:rPr>
              <a:t>→</a:t>
            </a:r>
            <a:r>
              <a:rPr lang="en-US" altLang="ja-JP" sz="1800" b="0" dirty="0">
                <a:latin typeface="+mn-ea"/>
                <a:ea typeface="+mn-ea"/>
              </a:rPr>
              <a:t> TGR5</a:t>
            </a:r>
            <a:r>
              <a:rPr lang="ja-JP" altLang="en-US" sz="1800" b="0">
                <a:latin typeface="+mn-ea"/>
                <a:ea typeface="+mn-ea"/>
              </a:rPr>
              <a:t>活性に</a:t>
            </a:r>
            <a:r>
              <a:rPr lang="ja-JP" altLang="en-US" sz="1800" b="0"/>
              <a:t>重要な構造に依存した予測がしたい</a:t>
            </a:r>
            <a:endParaRPr lang="en-US" altLang="ja-JP" sz="1800" b="0" dirty="0">
              <a:latin typeface="+mn-ea"/>
              <a:ea typeface="+mn-ea"/>
            </a:endParaRPr>
          </a:p>
          <a:p>
            <a:pPr marL="0" indent="0">
              <a:buNone/>
            </a:pPr>
            <a:r>
              <a:rPr lang="ja-JP" altLang="en-US"/>
              <a:t>参照するアゴニストに依存する</a:t>
            </a:r>
            <a:endParaRPr lang="en-US" altLang="ja-JP" dirty="0"/>
          </a:p>
          <a:p>
            <a:r>
              <a:rPr lang="ja-JP" altLang="en-US" sz="1800" b="0"/>
              <a:t>報告されているアゴニストの構造が多様であり、構造類似性の比較対象にするアゴニストによって結果が変わる</a:t>
            </a:r>
            <a:endParaRPr lang="en-US" altLang="ja-JP" sz="1800" b="0" dirty="0"/>
          </a:p>
          <a:p>
            <a:pPr marL="0" indent="0">
              <a:buNone/>
            </a:pPr>
            <a:r>
              <a:rPr lang="ja-JP" altLang="en-US" sz="1800" b="0"/>
              <a:t>→</a:t>
            </a:r>
            <a:r>
              <a:rPr lang="en-US" altLang="ja-JP" sz="1800" b="0" dirty="0"/>
              <a:t> </a:t>
            </a:r>
            <a:r>
              <a:rPr lang="ja-JP" altLang="en-US" sz="1800" b="0"/>
              <a:t>候補ペプチドの十分な絞り込みができていない</a:t>
            </a:r>
            <a:endParaRPr lang="en-US" altLang="ja-JP" sz="1800" b="0" dirty="0"/>
          </a:p>
          <a:p>
            <a:pPr marL="0" indent="0">
              <a:buNone/>
            </a:pPr>
            <a:endParaRPr lang="en-US" altLang="ja-JP" sz="1600" dirty="0">
              <a:latin typeface="+mn-ea"/>
              <a:ea typeface="+mn-ea"/>
            </a:endParaRPr>
          </a:p>
          <a:p>
            <a:endParaRPr kumimoji="1" lang="ja-JP" altLang="en-US" sz="1800"/>
          </a:p>
        </p:txBody>
      </p:sp>
      <p:sp>
        <p:nvSpPr>
          <p:cNvPr id="4" name="テキスト プレースホルダー 3">
            <a:extLst>
              <a:ext uri="{FF2B5EF4-FFF2-40B4-BE49-F238E27FC236}">
                <a16:creationId xmlns:a16="http://schemas.microsoft.com/office/drawing/2014/main" id="{7945B6E9-23AE-4CD8-EAC3-D2E711302F20}"/>
              </a:ext>
            </a:extLst>
          </p:cNvPr>
          <p:cNvSpPr>
            <a:spLocks noGrp="1"/>
          </p:cNvSpPr>
          <p:nvPr>
            <p:ph type="body" sz="quarter" idx="11"/>
          </p:nvPr>
        </p:nvSpPr>
        <p:spPr/>
        <p:txBody>
          <a:bodyPr>
            <a:normAutofit lnSpcReduction="10000"/>
          </a:bodyPr>
          <a:lstStyle/>
          <a:p>
            <a:r>
              <a:rPr kumimoji="1" lang="ja-JP" altLang="en-US"/>
              <a:t>現在の予測の課題</a:t>
            </a:r>
          </a:p>
        </p:txBody>
      </p:sp>
      <p:graphicFrame>
        <p:nvGraphicFramePr>
          <p:cNvPr id="5" name="グラフ 4">
            <a:extLst>
              <a:ext uri="{FF2B5EF4-FFF2-40B4-BE49-F238E27FC236}">
                <a16:creationId xmlns:a16="http://schemas.microsoft.com/office/drawing/2014/main" id="{8AC3EC2D-0DA8-A2C6-1300-15443B1A1040}"/>
              </a:ext>
            </a:extLst>
          </p:cNvPr>
          <p:cNvGraphicFramePr>
            <a:graphicFrameLocks/>
          </p:cNvGraphicFramePr>
          <p:nvPr>
            <p:extLst>
              <p:ext uri="{D42A27DB-BD31-4B8C-83A1-F6EECF244321}">
                <p14:modId xmlns:p14="http://schemas.microsoft.com/office/powerpoint/2010/main" val="807180499"/>
              </p:ext>
            </p:extLst>
          </p:nvPr>
        </p:nvGraphicFramePr>
        <p:xfrm>
          <a:off x="7177719" y="2298434"/>
          <a:ext cx="4488255" cy="2802144"/>
        </p:xfrm>
        <a:graphic>
          <a:graphicData uri="http://schemas.openxmlformats.org/drawingml/2006/chart">
            <c:chart xmlns:c="http://schemas.openxmlformats.org/drawingml/2006/chart" xmlns:r="http://schemas.openxmlformats.org/officeDocument/2006/relationships" r:id="rId2"/>
          </a:graphicData>
        </a:graphic>
      </p:graphicFrame>
      <p:pic>
        <p:nvPicPr>
          <p:cNvPr id="6" name="図 5" descr="スポーツゲーム, サッカー が含まれている画像&#10;&#10;自動的に生成された説明">
            <a:extLst>
              <a:ext uri="{FF2B5EF4-FFF2-40B4-BE49-F238E27FC236}">
                <a16:creationId xmlns:a16="http://schemas.microsoft.com/office/drawing/2014/main" id="{682F5271-2D6E-63D7-638E-483FFEFC1038}"/>
              </a:ext>
            </a:extLst>
          </p:cNvPr>
          <p:cNvPicPr>
            <a:picLocks noChangeAspect="1"/>
          </p:cNvPicPr>
          <p:nvPr/>
        </p:nvPicPr>
        <p:blipFill rotWithShape="1">
          <a:blip r:embed="rId3">
            <a:extLst>
              <a:ext uri="{28A0092B-C50C-407E-A947-70E740481C1C}">
                <a14:useLocalDpi xmlns:a14="http://schemas.microsoft.com/office/drawing/2010/main" val="0"/>
              </a:ext>
            </a:extLst>
          </a:blip>
          <a:srcRect t="20720" b="19760"/>
          <a:stretch/>
        </p:blipFill>
        <p:spPr>
          <a:xfrm>
            <a:off x="7177719" y="1038484"/>
            <a:ext cx="1755969" cy="1045153"/>
          </a:xfrm>
          <a:prstGeom prst="rect">
            <a:avLst/>
          </a:prstGeom>
        </p:spPr>
      </p:pic>
      <p:sp>
        <p:nvSpPr>
          <p:cNvPr id="7" name="テキスト ボックス 6">
            <a:extLst>
              <a:ext uri="{FF2B5EF4-FFF2-40B4-BE49-F238E27FC236}">
                <a16:creationId xmlns:a16="http://schemas.microsoft.com/office/drawing/2014/main" id="{ECC5510D-9BC0-0248-DE09-64A873AED33A}"/>
              </a:ext>
            </a:extLst>
          </p:cNvPr>
          <p:cNvSpPr txBox="1"/>
          <p:nvPr/>
        </p:nvSpPr>
        <p:spPr>
          <a:xfrm>
            <a:off x="9007642" y="1192168"/>
            <a:ext cx="2658332" cy="738664"/>
          </a:xfrm>
          <a:prstGeom prst="rect">
            <a:avLst/>
          </a:prstGeom>
          <a:noFill/>
        </p:spPr>
        <p:txBody>
          <a:bodyPr wrap="square">
            <a:spAutoFit/>
          </a:bodyPr>
          <a:lstStyle/>
          <a:p>
            <a:r>
              <a:rPr lang="ja-JP" altLang="en-US" sz="1400" b="0">
                <a:latin typeface="+mn-ea"/>
              </a:rPr>
              <a:t>ターゲット：</a:t>
            </a:r>
            <a:endParaRPr lang="en-US" altLang="ja-JP" sz="1400" b="0" dirty="0">
              <a:latin typeface="+mn-ea"/>
            </a:endParaRPr>
          </a:p>
          <a:p>
            <a:r>
              <a:rPr lang="en-US" altLang="ja-JP" sz="1400" b="0" dirty="0">
                <a:latin typeface="+mn-ea"/>
              </a:rPr>
              <a:t>3-</a:t>
            </a:r>
            <a:r>
              <a:rPr lang="ja-JP" altLang="en-US" sz="1400" b="0">
                <a:latin typeface="+mn-ea"/>
              </a:rPr>
              <a:t>アリール</a:t>
            </a:r>
            <a:r>
              <a:rPr lang="en-US" altLang="ja-JP" sz="1400" b="0" dirty="0">
                <a:latin typeface="+mn-ea"/>
              </a:rPr>
              <a:t>-4-</a:t>
            </a:r>
            <a:r>
              <a:rPr lang="ja-JP" altLang="en-US" sz="1400" b="0">
                <a:latin typeface="+mn-ea"/>
              </a:rPr>
              <a:t>イソオキサゾールカルボキサミド</a:t>
            </a:r>
            <a:endParaRPr lang="ja-JP" altLang="en-US" sz="1400">
              <a:latin typeface="+mn-ea"/>
            </a:endParaRPr>
          </a:p>
        </p:txBody>
      </p:sp>
      <p:sp>
        <p:nvSpPr>
          <p:cNvPr id="8" name="テキスト ボックス 7">
            <a:extLst>
              <a:ext uri="{FF2B5EF4-FFF2-40B4-BE49-F238E27FC236}">
                <a16:creationId xmlns:a16="http://schemas.microsoft.com/office/drawing/2014/main" id="{2F3CF78B-04FD-6922-619F-AEE8835C47FE}"/>
              </a:ext>
            </a:extLst>
          </p:cNvPr>
          <p:cNvSpPr txBox="1"/>
          <p:nvPr/>
        </p:nvSpPr>
        <p:spPr>
          <a:xfrm>
            <a:off x="7177719" y="5210756"/>
            <a:ext cx="4468181" cy="830997"/>
          </a:xfrm>
          <a:prstGeom prst="rect">
            <a:avLst/>
          </a:prstGeom>
          <a:noFill/>
        </p:spPr>
        <p:txBody>
          <a:bodyPr wrap="square" rtlCol="0">
            <a:spAutoFit/>
          </a:bodyPr>
          <a:lstStyle/>
          <a:p>
            <a:r>
              <a:rPr lang="en-US" altLang="ja-JP" sz="1600" dirty="0"/>
              <a:t>KCF-S, </a:t>
            </a:r>
            <a:r>
              <a:rPr lang="ja-JP" altLang="en-US" sz="1600"/>
              <a:t>ドナーアクセプターフィンガープリントによる、ターゲットと</a:t>
            </a:r>
            <a:r>
              <a:rPr lang="en-US" altLang="ja-JP" sz="1600" dirty="0"/>
              <a:t>3</a:t>
            </a:r>
            <a:r>
              <a:rPr lang="ja-JP" altLang="en-US" sz="1600"/>
              <a:t>残基ペプチドでの類似度の計算結果</a:t>
            </a:r>
            <a:endParaRPr kumimoji="1" lang="ja-JP" altLang="en-US" sz="1600"/>
          </a:p>
        </p:txBody>
      </p:sp>
      <p:sp>
        <p:nvSpPr>
          <p:cNvPr id="10" name="テキスト ボックス 9">
            <a:extLst>
              <a:ext uri="{FF2B5EF4-FFF2-40B4-BE49-F238E27FC236}">
                <a16:creationId xmlns:a16="http://schemas.microsoft.com/office/drawing/2014/main" id="{A5C0028B-256D-2A3C-A3EA-6AA054F51858}"/>
              </a:ext>
            </a:extLst>
          </p:cNvPr>
          <p:cNvSpPr txBox="1"/>
          <p:nvPr/>
        </p:nvSpPr>
        <p:spPr>
          <a:xfrm>
            <a:off x="9421846" y="3895722"/>
            <a:ext cx="2504769" cy="307777"/>
          </a:xfrm>
          <a:prstGeom prst="rect">
            <a:avLst/>
          </a:prstGeom>
          <a:noFill/>
        </p:spPr>
        <p:txBody>
          <a:bodyPr wrap="square">
            <a:spAutoFit/>
          </a:bodyPr>
          <a:lstStyle/>
          <a:p>
            <a:r>
              <a:rPr lang="ja-JP" altLang="en-US" sz="1400"/>
              <a:t>→</a:t>
            </a:r>
            <a:r>
              <a:rPr lang="en" altLang="ja-JP" sz="1400" dirty="0"/>
              <a:t>W, F, Y(</a:t>
            </a:r>
            <a:r>
              <a:rPr lang="ja-JP" altLang="en-US" sz="1400"/>
              <a:t>六員環</a:t>
            </a:r>
            <a:r>
              <a:rPr lang="en" altLang="ja-JP" sz="1400" dirty="0"/>
              <a:t>)</a:t>
            </a:r>
            <a:r>
              <a:rPr lang="ja-JP" altLang="en-US" sz="1400"/>
              <a:t>が含まれる</a:t>
            </a:r>
          </a:p>
        </p:txBody>
      </p:sp>
    </p:spTree>
    <p:extLst>
      <p:ext uri="{BB962C8B-B14F-4D97-AF65-F5344CB8AC3E}">
        <p14:creationId xmlns:p14="http://schemas.microsoft.com/office/powerpoint/2010/main" val="36241862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プレースホルダー 3">
            <a:extLst>
              <a:ext uri="{FF2B5EF4-FFF2-40B4-BE49-F238E27FC236}">
                <a16:creationId xmlns:a16="http://schemas.microsoft.com/office/drawing/2014/main" id="{ADC4A6FD-FCA9-3B84-36DA-61EEAC9BD901}"/>
              </a:ext>
            </a:extLst>
          </p:cNvPr>
          <p:cNvSpPr>
            <a:spLocks noGrp="1"/>
          </p:cNvSpPr>
          <p:nvPr>
            <p:ph type="body" sz="quarter" idx="11"/>
          </p:nvPr>
        </p:nvSpPr>
        <p:spPr/>
        <p:txBody>
          <a:bodyPr>
            <a:normAutofit lnSpcReduction="10000"/>
          </a:bodyPr>
          <a:lstStyle/>
          <a:p>
            <a:r>
              <a:rPr lang="ja-JP" altLang="en-US"/>
              <a:t>機械学習による</a:t>
            </a:r>
            <a:r>
              <a:rPr lang="en-US" altLang="ja-JP" dirty="0"/>
              <a:t>TGR5</a:t>
            </a:r>
            <a:r>
              <a:rPr lang="ja-JP" altLang="en-US"/>
              <a:t>アゴニストペプチドの予測方法</a:t>
            </a:r>
            <a:endParaRPr kumimoji="1" lang="ja-JP" altLang="en-US"/>
          </a:p>
        </p:txBody>
      </p:sp>
      <p:sp>
        <p:nvSpPr>
          <p:cNvPr id="5" name="正方形/長方形 4">
            <a:extLst>
              <a:ext uri="{FF2B5EF4-FFF2-40B4-BE49-F238E27FC236}">
                <a16:creationId xmlns:a16="http://schemas.microsoft.com/office/drawing/2014/main" id="{0B86E036-FB2D-984F-375A-DC86DB52AEFA}"/>
              </a:ext>
            </a:extLst>
          </p:cNvPr>
          <p:cNvSpPr/>
          <p:nvPr/>
        </p:nvSpPr>
        <p:spPr>
          <a:xfrm>
            <a:off x="546101" y="1047740"/>
            <a:ext cx="3184327" cy="4252543"/>
          </a:xfrm>
          <a:prstGeom prst="rect">
            <a:avLst/>
          </a:prstGeom>
          <a:solidFill>
            <a:srgbClr val="FFFFFF"/>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CFBCFF5C-78FC-52B6-6D69-C7CF02AB4C96}"/>
              </a:ext>
            </a:extLst>
          </p:cNvPr>
          <p:cNvSpPr/>
          <p:nvPr/>
        </p:nvSpPr>
        <p:spPr>
          <a:xfrm>
            <a:off x="3099472" y="1518362"/>
            <a:ext cx="3184327" cy="4252543"/>
          </a:xfrm>
          <a:prstGeom prst="rect">
            <a:avLst/>
          </a:prstGeom>
          <a:solidFill>
            <a:srgbClr val="FFFFFF"/>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CBC1DFE4-0E5B-4649-D83E-E98371FDAE1B}"/>
              </a:ext>
            </a:extLst>
          </p:cNvPr>
          <p:cNvSpPr/>
          <p:nvPr/>
        </p:nvSpPr>
        <p:spPr>
          <a:xfrm>
            <a:off x="5780522" y="1955932"/>
            <a:ext cx="3184327" cy="4252543"/>
          </a:xfrm>
          <a:prstGeom prst="rect">
            <a:avLst/>
          </a:prstGeom>
          <a:solidFill>
            <a:srgbClr val="FFFFFF"/>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正方形/長方形 14">
            <a:extLst>
              <a:ext uri="{FF2B5EF4-FFF2-40B4-BE49-F238E27FC236}">
                <a16:creationId xmlns:a16="http://schemas.microsoft.com/office/drawing/2014/main" id="{7D2EC542-3C82-3325-2DA8-15FC54D8D000}"/>
              </a:ext>
            </a:extLst>
          </p:cNvPr>
          <p:cNvSpPr/>
          <p:nvPr/>
        </p:nvSpPr>
        <p:spPr>
          <a:xfrm>
            <a:off x="8461572" y="2494280"/>
            <a:ext cx="3184327" cy="4252543"/>
          </a:xfrm>
          <a:prstGeom prst="rect">
            <a:avLst/>
          </a:prstGeom>
          <a:solidFill>
            <a:srgbClr val="FFFFFF"/>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6" name="グループ化 15">
            <a:extLst>
              <a:ext uri="{FF2B5EF4-FFF2-40B4-BE49-F238E27FC236}">
                <a16:creationId xmlns:a16="http://schemas.microsoft.com/office/drawing/2014/main" id="{7DC439FB-9318-2675-9191-762AFE623C92}"/>
              </a:ext>
            </a:extLst>
          </p:cNvPr>
          <p:cNvGrpSpPr/>
          <p:nvPr/>
        </p:nvGrpSpPr>
        <p:grpSpPr>
          <a:xfrm rot="18715861" flipV="1">
            <a:off x="3627498" y="821939"/>
            <a:ext cx="638334" cy="948153"/>
            <a:chOff x="2664127" y="3374455"/>
            <a:chExt cx="1201975" cy="1567649"/>
          </a:xfrm>
        </p:grpSpPr>
        <p:sp>
          <p:nvSpPr>
            <p:cNvPr id="17" name="二等辺三角形 14">
              <a:extLst>
                <a:ext uri="{FF2B5EF4-FFF2-40B4-BE49-F238E27FC236}">
                  <a16:creationId xmlns:a16="http://schemas.microsoft.com/office/drawing/2014/main" id="{AE934572-4DB0-7008-0B26-A546FE54E714}"/>
                </a:ext>
              </a:extLst>
            </p:cNvPr>
            <p:cNvSpPr/>
            <p:nvPr/>
          </p:nvSpPr>
          <p:spPr>
            <a:xfrm rot="21516842">
              <a:off x="3025444" y="3374455"/>
              <a:ext cx="840658" cy="471949"/>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8" name="フリーフォーム: 図形 15">
              <a:extLst>
                <a:ext uri="{FF2B5EF4-FFF2-40B4-BE49-F238E27FC236}">
                  <a16:creationId xmlns:a16="http://schemas.microsoft.com/office/drawing/2014/main" id="{96C2C0A0-68E2-78C6-7CCA-11026D8C1D65}"/>
                </a:ext>
              </a:extLst>
            </p:cNvPr>
            <p:cNvSpPr/>
            <p:nvPr/>
          </p:nvSpPr>
          <p:spPr>
            <a:xfrm>
              <a:off x="2664127" y="3827205"/>
              <a:ext cx="956601" cy="1114899"/>
            </a:xfrm>
            <a:custGeom>
              <a:avLst/>
              <a:gdLst>
                <a:gd name="connsiteX0" fmla="*/ 649311 w 956601"/>
                <a:gd name="connsiteY0" fmla="*/ 0 h 1114899"/>
                <a:gd name="connsiteX1" fmla="*/ 956601 w 956601"/>
                <a:gd name="connsiteY1" fmla="*/ 0 h 1114899"/>
                <a:gd name="connsiteX2" fmla="*/ 951973 w 956601"/>
                <a:gd name="connsiteY2" fmla="*/ 97117 h 1114899"/>
                <a:gd name="connsiteX3" fmla="*/ 5472 w 956601"/>
                <a:gd name="connsiteY3" fmla="*/ 1113687 h 1114899"/>
                <a:gd name="connsiteX4" fmla="*/ 0 w 956601"/>
                <a:gd name="connsiteY4" fmla="*/ 1114899 h 1114899"/>
                <a:gd name="connsiteX5" fmla="*/ 40056 w 956601"/>
                <a:gd name="connsiteY5" fmla="*/ 1089636 h 1114899"/>
                <a:gd name="connsiteX6" fmla="*/ 638394 w 956601"/>
                <a:gd name="connsiteY6" fmla="*/ 162145 h 111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6601" h="1114899">
                  <a:moveTo>
                    <a:pt x="649311" y="0"/>
                  </a:moveTo>
                  <a:lnTo>
                    <a:pt x="956601" y="0"/>
                  </a:lnTo>
                  <a:lnTo>
                    <a:pt x="951973" y="97117"/>
                  </a:lnTo>
                  <a:cubicBezTo>
                    <a:pt x="906000" y="577465"/>
                    <a:pt x="522068" y="975272"/>
                    <a:pt x="5472" y="1113687"/>
                  </a:cubicBezTo>
                  <a:lnTo>
                    <a:pt x="0" y="1114899"/>
                  </a:lnTo>
                  <a:lnTo>
                    <a:pt x="40056" y="1089636"/>
                  </a:lnTo>
                  <a:cubicBezTo>
                    <a:pt x="365632" y="863013"/>
                    <a:pt x="587911" y="534591"/>
                    <a:pt x="638394" y="162145"/>
                  </a:cubicBezTo>
                  <a:close/>
                </a:path>
              </a:pathLst>
            </a:cu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sp>
        <p:nvSpPr>
          <p:cNvPr id="25" name="テキスト ボックス 24">
            <a:extLst>
              <a:ext uri="{FF2B5EF4-FFF2-40B4-BE49-F238E27FC236}">
                <a16:creationId xmlns:a16="http://schemas.microsoft.com/office/drawing/2014/main" id="{7236B427-5E9D-AE12-A4FB-2854CF784DFF}"/>
              </a:ext>
            </a:extLst>
          </p:cNvPr>
          <p:cNvSpPr txBox="1"/>
          <p:nvPr/>
        </p:nvSpPr>
        <p:spPr>
          <a:xfrm>
            <a:off x="546100" y="1048905"/>
            <a:ext cx="1696298" cy="400110"/>
          </a:xfrm>
          <a:prstGeom prst="rect">
            <a:avLst/>
          </a:prstGeom>
          <a:noFill/>
        </p:spPr>
        <p:txBody>
          <a:bodyPr wrap="none" rtlCol="0">
            <a:spAutoFit/>
          </a:bodyPr>
          <a:lstStyle/>
          <a:p>
            <a:r>
              <a:rPr lang="en-US" altLang="ja-JP" sz="2000" b="1" dirty="0"/>
              <a:t>1. </a:t>
            </a:r>
            <a:r>
              <a:rPr lang="ja-JP" altLang="en-US" sz="2000" b="1"/>
              <a:t>データ取得</a:t>
            </a:r>
            <a:endParaRPr kumimoji="1" lang="en-US" altLang="ja-JP" sz="2000" b="1" dirty="0"/>
          </a:p>
        </p:txBody>
      </p:sp>
      <p:pic>
        <p:nvPicPr>
          <p:cNvPr id="26" name="図 25" descr="アイコン&#10;&#10;自動的に生成された説明">
            <a:extLst>
              <a:ext uri="{FF2B5EF4-FFF2-40B4-BE49-F238E27FC236}">
                <a16:creationId xmlns:a16="http://schemas.microsoft.com/office/drawing/2014/main" id="{99E90E1D-607F-0B79-8824-AD3389C98F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8404" y="1782654"/>
            <a:ext cx="1752600" cy="381000"/>
          </a:xfrm>
          <a:prstGeom prst="rect">
            <a:avLst/>
          </a:prstGeom>
        </p:spPr>
      </p:pic>
      <p:pic>
        <p:nvPicPr>
          <p:cNvPr id="27" name="Picture 4" descr="BindingDB: Measured Binding Data for Protein-Ligand and Other Molecular  Systems | Collection | Library Digital Collections | UC San Diego Library">
            <a:extLst>
              <a:ext uri="{FF2B5EF4-FFF2-40B4-BE49-F238E27FC236}">
                <a16:creationId xmlns:a16="http://schemas.microsoft.com/office/drawing/2014/main" id="{BC97AE12-B00D-AF44-0204-F0C6283E2CD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6364" y="2274255"/>
            <a:ext cx="1651056" cy="470610"/>
          </a:xfrm>
          <a:prstGeom prst="rect">
            <a:avLst/>
          </a:prstGeom>
          <a:noFill/>
          <a:extLst>
            <a:ext uri="{909E8E84-426E-40DD-AFC4-6F175D3DCCD1}">
              <a14:hiddenFill xmlns:a14="http://schemas.microsoft.com/office/drawing/2010/main">
                <a:solidFill>
                  <a:srgbClr val="FFFFFF"/>
                </a:solidFill>
              </a14:hiddenFill>
            </a:ext>
          </a:extLst>
        </p:spPr>
      </p:pic>
      <p:grpSp>
        <p:nvGrpSpPr>
          <p:cNvPr id="28" name="グループ化 27">
            <a:extLst>
              <a:ext uri="{FF2B5EF4-FFF2-40B4-BE49-F238E27FC236}">
                <a16:creationId xmlns:a16="http://schemas.microsoft.com/office/drawing/2014/main" id="{AA94A382-4507-E2E8-8DC7-16B6C1C14723}"/>
              </a:ext>
            </a:extLst>
          </p:cNvPr>
          <p:cNvGrpSpPr/>
          <p:nvPr/>
        </p:nvGrpSpPr>
        <p:grpSpPr>
          <a:xfrm flipV="1">
            <a:off x="837740" y="2883408"/>
            <a:ext cx="331139" cy="698305"/>
            <a:chOff x="7800489" y="2818451"/>
            <a:chExt cx="840658" cy="2492477"/>
          </a:xfrm>
        </p:grpSpPr>
        <p:sp>
          <p:nvSpPr>
            <p:cNvPr id="29" name="二等辺三角形 23">
              <a:extLst>
                <a:ext uri="{FF2B5EF4-FFF2-40B4-BE49-F238E27FC236}">
                  <a16:creationId xmlns:a16="http://schemas.microsoft.com/office/drawing/2014/main" id="{1838B2F5-7BE3-86E9-0609-C0905634433D}"/>
                </a:ext>
              </a:extLst>
            </p:cNvPr>
            <p:cNvSpPr/>
            <p:nvPr/>
          </p:nvSpPr>
          <p:spPr>
            <a:xfrm>
              <a:off x="7800489" y="2818451"/>
              <a:ext cx="840658" cy="412955"/>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二等辺三角形 24">
              <a:extLst>
                <a:ext uri="{FF2B5EF4-FFF2-40B4-BE49-F238E27FC236}">
                  <a16:creationId xmlns:a16="http://schemas.microsoft.com/office/drawing/2014/main" id="{5218ADC1-585F-917B-EBF9-2BE36022BC7F}"/>
                </a:ext>
              </a:extLst>
            </p:cNvPr>
            <p:cNvSpPr/>
            <p:nvPr/>
          </p:nvSpPr>
          <p:spPr>
            <a:xfrm rot="10800000">
              <a:off x="8070268" y="3224031"/>
              <a:ext cx="274331" cy="2086897"/>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31" name="テキスト ボックス 30">
            <a:extLst>
              <a:ext uri="{FF2B5EF4-FFF2-40B4-BE49-F238E27FC236}">
                <a16:creationId xmlns:a16="http://schemas.microsoft.com/office/drawing/2014/main" id="{75A4CB8E-AFE0-3D4B-9F0D-5EE7AF831DD8}"/>
              </a:ext>
            </a:extLst>
          </p:cNvPr>
          <p:cNvSpPr txBox="1"/>
          <p:nvPr/>
        </p:nvSpPr>
        <p:spPr>
          <a:xfrm>
            <a:off x="1209303" y="2898007"/>
            <a:ext cx="2002891" cy="646331"/>
          </a:xfrm>
          <a:prstGeom prst="rect">
            <a:avLst/>
          </a:prstGeom>
          <a:noFill/>
        </p:spPr>
        <p:txBody>
          <a:bodyPr wrap="square" rtlCol="0">
            <a:spAutoFit/>
          </a:bodyPr>
          <a:lstStyle/>
          <a:p>
            <a:r>
              <a:rPr kumimoji="1" lang="en-US" altLang="ja-JP" dirty="0"/>
              <a:t>TGR5</a:t>
            </a:r>
            <a:r>
              <a:rPr kumimoji="1" lang="ja-JP" altLang="en-US"/>
              <a:t>の</a:t>
            </a:r>
            <a:r>
              <a:rPr kumimoji="1" lang="en-US" altLang="ja-JP" dirty="0"/>
              <a:t>EC50</a:t>
            </a:r>
            <a:r>
              <a:rPr lang="ja-JP" altLang="en-US"/>
              <a:t>の</a:t>
            </a:r>
            <a:r>
              <a:rPr kumimoji="1" lang="ja-JP" altLang="en-US"/>
              <a:t>データを取得</a:t>
            </a:r>
          </a:p>
        </p:txBody>
      </p:sp>
      <p:grpSp>
        <p:nvGrpSpPr>
          <p:cNvPr id="32" name="グループ化 31">
            <a:extLst>
              <a:ext uri="{FF2B5EF4-FFF2-40B4-BE49-F238E27FC236}">
                <a16:creationId xmlns:a16="http://schemas.microsoft.com/office/drawing/2014/main" id="{E4A21D83-F8BF-255A-51FC-472141820442}"/>
              </a:ext>
            </a:extLst>
          </p:cNvPr>
          <p:cNvGrpSpPr/>
          <p:nvPr/>
        </p:nvGrpSpPr>
        <p:grpSpPr>
          <a:xfrm flipV="1">
            <a:off x="837740" y="3671567"/>
            <a:ext cx="331139" cy="698305"/>
            <a:chOff x="7800489" y="2818451"/>
            <a:chExt cx="840658" cy="2492477"/>
          </a:xfrm>
        </p:grpSpPr>
        <p:sp>
          <p:nvSpPr>
            <p:cNvPr id="33" name="二等辺三角形 23">
              <a:extLst>
                <a:ext uri="{FF2B5EF4-FFF2-40B4-BE49-F238E27FC236}">
                  <a16:creationId xmlns:a16="http://schemas.microsoft.com/office/drawing/2014/main" id="{7536CD5E-4C0D-3E0F-6952-7EA82B1FA0E9}"/>
                </a:ext>
              </a:extLst>
            </p:cNvPr>
            <p:cNvSpPr/>
            <p:nvPr/>
          </p:nvSpPr>
          <p:spPr>
            <a:xfrm>
              <a:off x="7800489" y="2818451"/>
              <a:ext cx="840658" cy="412955"/>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二等辺三角形 24">
              <a:extLst>
                <a:ext uri="{FF2B5EF4-FFF2-40B4-BE49-F238E27FC236}">
                  <a16:creationId xmlns:a16="http://schemas.microsoft.com/office/drawing/2014/main" id="{956E151D-8A2B-68F5-CE32-993A7C0A3652}"/>
                </a:ext>
              </a:extLst>
            </p:cNvPr>
            <p:cNvSpPr/>
            <p:nvPr/>
          </p:nvSpPr>
          <p:spPr>
            <a:xfrm rot="10800000">
              <a:off x="8070268" y="3224031"/>
              <a:ext cx="274331" cy="2086897"/>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35" name="テキスト ボックス 34">
            <a:extLst>
              <a:ext uri="{FF2B5EF4-FFF2-40B4-BE49-F238E27FC236}">
                <a16:creationId xmlns:a16="http://schemas.microsoft.com/office/drawing/2014/main" id="{1853878F-B7B7-F48C-5718-9C4958F65AF8}"/>
              </a:ext>
            </a:extLst>
          </p:cNvPr>
          <p:cNvSpPr txBox="1"/>
          <p:nvPr/>
        </p:nvSpPr>
        <p:spPr>
          <a:xfrm>
            <a:off x="1209303" y="3801590"/>
            <a:ext cx="2002891" cy="369332"/>
          </a:xfrm>
          <a:prstGeom prst="rect">
            <a:avLst/>
          </a:prstGeom>
          <a:noFill/>
        </p:spPr>
        <p:txBody>
          <a:bodyPr wrap="square" rtlCol="0">
            <a:spAutoFit/>
          </a:bodyPr>
          <a:lstStyle/>
          <a:p>
            <a:r>
              <a:rPr kumimoji="1" lang="ja-JP" altLang="en-US"/>
              <a:t>重複、欠損値削除</a:t>
            </a:r>
          </a:p>
        </p:txBody>
      </p:sp>
      <p:sp>
        <p:nvSpPr>
          <p:cNvPr id="36" name="テキスト ボックス 35">
            <a:extLst>
              <a:ext uri="{FF2B5EF4-FFF2-40B4-BE49-F238E27FC236}">
                <a16:creationId xmlns:a16="http://schemas.microsoft.com/office/drawing/2014/main" id="{FE9C2972-305D-8FC0-6529-C7C0BB4EE39B}"/>
              </a:ext>
            </a:extLst>
          </p:cNvPr>
          <p:cNvSpPr txBox="1"/>
          <p:nvPr/>
        </p:nvSpPr>
        <p:spPr>
          <a:xfrm>
            <a:off x="546100" y="4523773"/>
            <a:ext cx="2002891" cy="369332"/>
          </a:xfrm>
          <a:prstGeom prst="rect">
            <a:avLst/>
          </a:prstGeom>
          <a:noFill/>
        </p:spPr>
        <p:txBody>
          <a:bodyPr wrap="square" rtlCol="0">
            <a:spAutoFit/>
          </a:bodyPr>
          <a:lstStyle/>
          <a:p>
            <a:r>
              <a:rPr kumimoji="1" lang="en-US" altLang="ja-JP" b="1" dirty="0">
                <a:solidFill>
                  <a:schemeClr val="accent4"/>
                </a:solidFill>
              </a:rPr>
              <a:t>1773</a:t>
            </a:r>
            <a:r>
              <a:rPr kumimoji="1" lang="ja-JP" altLang="en-US" b="1">
                <a:solidFill>
                  <a:schemeClr val="accent4"/>
                </a:solidFill>
              </a:rPr>
              <a:t>件</a:t>
            </a:r>
            <a:r>
              <a:rPr kumimoji="1" lang="ja-JP" altLang="en-US" b="1"/>
              <a:t>のデータ</a:t>
            </a:r>
          </a:p>
        </p:txBody>
      </p:sp>
      <p:sp>
        <p:nvSpPr>
          <p:cNvPr id="37" name="テキスト ボックス 36">
            <a:extLst>
              <a:ext uri="{FF2B5EF4-FFF2-40B4-BE49-F238E27FC236}">
                <a16:creationId xmlns:a16="http://schemas.microsoft.com/office/drawing/2014/main" id="{5A9D8FE1-4D3C-A741-8B0A-217002ECD8E5}"/>
              </a:ext>
            </a:extLst>
          </p:cNvPr>
          <p:cNvSpPr txBox="1"/>
          <p:nvPr/>
        </p:nvSpPr>
        <p:spPr>
          <a:xfrm>
            <a:off x="3099472" y="1530533"/>
            <a:ext cx="1957587" cy="400110"/>
          </a:xfrm>
          <a:prstGeom prst="rect">
            <a:avLst/>
          </a:prstGeom>
          <a:noFill/>
        </p:spPr>
        <p:txBody>
          <a:bodyPr wrap="none" rtlCol="0">
            <a:spAutoFit/>
          </a:bodyPr>
          <a:lstStyle/>
          <a:p>
            <a:r>
              <a:rPr kumimoji="1" lang="en-US" altLang="ja-JP" sz="2000" b="1" dirty="0"/>
              <a:t>2. </a:t>
            </a:r>
            <a:r>
              <a:rPr kumimoji="1" lang="ja-JP" altLang="en-US" sz="2000" b="1"/>
              <a:t>データ前処理</a:t>
            </a:r>
            <a:endParaRPr kumimoji="1" lang="en-US" altLang="ja-JP" sz="2000" b="1" dirty="0"/>
          </a:p>
        </p:txBody>
      </p:sp>
      <p:sp>
        <p:nvSpPr>
          <p:cNvPr id="38" name="テキスト ボックス 37">
            <a:extLst>
              <a:ext uri="{FF2B5EF4-FFF2-40B4-BE49-F238E27FC236}">
                <a16:creationId xmlns:a16="http://schemas.microsoft.com/office/drawing/2014/main" id="{2C5808A1-22BB-A69E-292A-B7D72A12BC03}"/>
              </a:ext>
            </a:extLst>
          </p:cNvPr>
          <p:cNvSpPr txBox="1"/>
          <p:nvPr/>
        </p:nvSpPr>
        <p:spPr>
          <a:xfrm>
            <a:off x="3108071" y="1940103"/>
            <a:ext cx="2657493" cy="2082621"/>
          </a:xfrm>
          <a:prstGeom prst="rect">
            <a:avLst/>
          </a:prstGeom>
          <a:noFill/>
        </p:spPr>
        <p:txBody>
          <a:bodyPr wrap="square" rtlCol="0">
            <a:spAutoFit/>
          </a:bodyPr>
          <a:lstStyle/>
          <a:p>
            <a:pPr marL="285750" indent="-285750">
              <a:spcBef>
                <a:spcPts val="400"/>
              </a:spcBef>
              <a:buFont typeface="Arial" panose="020B0604020202020204" pitchFamily="34" charset="0"/>
              <a:buChar char="•"/>
            </a:pPr>
            <a:r>
              <a:rPr lang="en-US" altLang="ja-JP" dirty="0"/>
              <a:t>EC50</a:t>
            </a:r>
            <a:r>
              <a:rPr lang="ja-JP" altLang="en-US"/>
              <a:t>が</a:t>
            </a:r>
            <a:r>
              <a:rPr lang="en-US" altLang="ja-JP" dirty="0"/>
              <a:t>500µM</a:t>
            </a:r>
            <a:r>
              <a:rPr lang="ja-JP" altLang="en-US"/>
              <a:t>未満のものを</a:t>
            </a:r>
            <a:r>
              <a:rPr lang="en-US" altLang="ja-JP" dirty="0"/>
              <a:t>1(</a:t>
            </a:r>
            <a:r>
              <a:rPr lang="ja-JP" altLang="en-US"/>
              <a:t>活性あり</a:t>
            </a:r>
            <a:r>
              <a:rPr lang="en-US" altLang="ja-JP" dirty="0"/>
              <a:t>), </a:t>
            </a:r>
            <a:r>
              <a:rPr lang="ja-JP" altLang="en-US"/>
              <a:t>以上のものを</a:t>
            </a:r>
            <a:r>
              <a:rPr lang="en-US" altLang="ja-JP" dirty="0"/>
              <a:t>0(</a:t>
            </a:r>
            <a:r>
              <a:rPr lang="ja-JP" altLang="en-US"/>
              <a:t>活性なし</a:t>
            </a:r>
            <a:r>
              <a:rPr lang="en-US" altLang="ja-JP" dirty="0"/>
              <a:t>)</a:t>
            </a:r>
            <a:r>
              <a:rPr lang="ja-JP" altLang="en-US"/>
              <a:t>とする。</a:t>
            </a:r>
            <a:endParaRPr lang="en-US" altLang="ja-JP" dirty="0"/>
          </a:p>
          <a:p>
            <a:pPr marL="285750" indent="-285750">
              <a:spcBef>
                <a:spcPts val="400"/>
              </a:spcBef>
              <a:buFont typeface="Arial" panose="020B0604020202020204" pitchFamily="34" charset="0"/>
              <a:buChar char="•"/>
            </a:pPr>
            <a:r>
              <a:rPr kumimoji="1" lang="en-US" altLang="ja-JP" dirty="0"/>
              <a:t>1773</a:t>
            </a:r>
            <a:r>
              <a:rPr kumimoji="1" lang="ja-JP" altLang="en-US"/>
              <a:t>件のアゴニストの</a:t>
            </a:r>
            <a:r>
              <a:rPr kumimoji="1" lang="en-US" altLang="ja-JP" dirty="0"/>
              <a:t>ECFP</a:t>
            </a:r>
            <a:r>
              <a:rPr kumimoji="1" lang="ja-JP" altLang="en-US"/>
              <a:t>フィンガープリントを作成</a:t>
            </a:r>
            <a:r>
              <a:rPr kumimoji="1" lang="en-US" altLang="ja-JP" dirty="0"/>
              <a:t>(radius=4)</a:t>
            </a:r>
            <a:endParaRPr kumimoji="1" lang="ja-JP" altLang="en-US"/>
          </a:p>
        </p:txBody>
      </p:sp>
      <p:sp>
        <p:nvSpPr>
          <p:cNvPr id="39" name="テキスト ボックス 38">
            <a:extLst>
              <a:ext uri="{FF2B5EF4-FFF2-40B4-BE49-F238E27FC236}">
                <a16:creationId xmlns:a16="http://schemas.microsoft.com/office/drawing/2014/main" id="{A67D44BC-7332-7D34-E9BB-ECEA7BC5F0AD}"/>
              </a:ext>
            </a:extLst>
          </p:cNvPr>
          <p:cNvSpPr txBox="1"/>
          <p:nvPr/>
        </p:nvSpPr>
        <p:spPr>
          <a:xfrm>
            <a:off x="5786873" y="1955352"/>
            <a:ext cx="990977" cy="400110"/>
          </a:xfrm>
          <a:prstGeom prst="rect">
            <a:avLst/>
          </a:prstGeom>
          <a:noFill/>
        </p:spPr>
        <p:txBody>
          <a:bodyPr wrap="none" rtlCol="0">
            <a:spAutoFit/>
          </a:bodyPr>
          <a:lstStyle/>
          <a:p>
            <a:r>
              <a:rPr lang="en-US" altLang="ja-JP" sz="2000" b="1" dirty="0"/>
              <a:t>3</a:t>
            </a:r>
            <a:r>
              <a:rPr kumimoji="1" lang="en-US" altLang="ja-JP" sz="2000" b="1" dirty="0"/>
              <a:t>. </a:t>
            </a:r>
            <a:r>
              <a:rPr lang="ja-JP" altLang="en-US" sz="2000" b="1"/>
              <a:t>学習</a:t>
            </a:r>
            <a:endParaRPr kumimoji="1" lang="en-US" altLang="ja-JP" sz="2000" b="1" dirty="0"/>
          </a:p>
        </p:txBody>
      </p:sp>
      <p:grpSp>
        <p:nvGrpSpPr>
          <p:cNvPr id="40" name="グループ化 39">
            <a:extLst>
              <a:ext uri="{FF2B5EF4-FFF2-40B4-BE49-F238E27FC236}">
                <a16:creationId xmlns:a16="http://schemas.microsoft.com/office/drawing/2014/main" id="{7A832316-D9A4-7AC9-CAFD-353ADF4FF30F}"/>
              </a:ext>
            </a:extLst>
          </p:cNvPr>
          <p:cNvGrpSpPr/>
          <p:nvPr/>
        </p:nvGrpSpPr>
        <p:grpSpPr>
          <a:xfrm rot="18715861" flipV="1">
            <a:off x="6078417" y="1256511"/>
            <a:ext cx="638334" cy="948153"/>
            <a:chOff x="2664127" y="3374455"/>
            <a:chExt cx="1201975" cy="1567649"/>
          </a:xfrm>
        </p:grpSpPr>
        <p:sp>
          <p:nvSpPr>
            <p:cNvPr id="41" name="二等辺三角形 14">
              <a:extLst>
                <a:ext uri="{FF2B5EF4-FFF2-40B4-BE49-F238E27FC236}">
                  <a16:creationId xmlns:a16="http://schemas.microsoft.com/office/drawing/2014/main" id="{D05AE310-F75F-0FBB-1C9E-38E22D4FA72F}"/>
                </a:ext>
              </a:extLst>
            </p:cNvPr>
            <p:cNvSpPr/>
            <p:nvPr/>
          </p:nvSpPr>
          <p:spPr>
            <a:xfrm rot="21516842">
              <a:off x="3025444" y="3374455"/>
              <a:ext cx="840658" cy="471949"/>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2" name="フリーフォーム: 図形 15">
              <a:extLst>
                <a:ext uri="{FF2B5EF4-FFF2-40B4-BE49-F238E27FC236}">
                  <a16:creationId xmlns:a16="http://schemas.microsoft.com/office/drawing/2014/main" id="{8A6BBA95-DAB9-4FAA-9BAB-851B4059BBC2}"/>
                </a:ext>
              </a:extLst>
            </p:cNvPr>
            <p:cNvSpPr/>
            <p:nvPr/>
          </p:nvSpPr>
          <p:spPr>
            <a:xfrm>
              <a:off x="2664127" y="3827205"/>
              <a:ext cx="956601" cy="1114899"/>
            </a:xfrm>
            <a:custGeom>
              <a:avLst/>
              <a:gdLst>
                <a:gd name="connsiteX0" fmla="*/ 649311 w 956601"/>
                <a:gd name="connsiteY0" fmla="*/ 0 h 1114899"/>
                <a:gd name="connsiteX1" fmla="*/ 956601 w 956601"/>
                <a:gd name="connsiteY1" fmla="*/ 0 h 1114899"/>
                <a:gd name="connsiteX2" fmla="*/ 951973 w 956601"/>
                <a:gd name="connsiteY2" fmla="*/ 97117 h 1114899"/>
                <a:gd name="connsiteX3" fmla="*/ 5472 w 956601"/>
                <a:gd name="connsiteY3" fmla="*/ 1113687 h 1114899"/>
                <a:gd name="connsiteX4" fmla="*/ 0 w 956601"/>
                <a:gd name="connsiteY4" fmla="*/ 1114899 h 1114899"/>
                <a:gd name="connsiteX5" fmla="*/ 40056 w 956601"/>
                <a:gd name="connsiteY5" fmla="*/ 1089636 h 1114899"/>
                <a:gd name="connsiteX6" fmla="*/ 638394 w 956601"/>
                <a:gd name="connsiteY6" fmla="*/ 162145 h 111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6601" h="1114899">
                  <a:moveTo>
                    <a:pt x="649311" y="0"/>
                  </a:moveTo>
                  <a:lnTo>
                    <a:pt x="956601" y="0"/>
                  </a:lnTo>
                  <a:lnTo>
                    <a:pt x="951973" y="97117"/>
                  </a:lnTo>
                  <a:cubicBezTo>
                    <a:pt x="906000" y="577465"/>
                    <a:pt x="522068" y="975272"/>
                    <a:pt x="5472" y="1113687"/>
                  </a:cubicBezTo>
                  <a:lnTo>
                    <a:pt x="0" y="1114899"/>
                  </a:lnTo>
                  <a:lnTo>
                    <a:pt x="40056" y="1089636"/>
                  </a:lnTo>
                  <a:cubicBezTo>
                    <a:pt x="365632" y="863013"/>
                    <a:pt x="587911" y="534591"/>
                    <a:pt x="638394" y="162145"/>
                  </a:cubicBezTo>
                  <a:close/>
                </a:path>
              </a:pathLst>
            </a:cu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sp>
        <p:nvSpPr>
          <p:cNvPr id="47" name="テキスト ボックス 46">
            <a:extLst>
              <a:ext uri="{FF2B5EF4-FFF2-40B4-BE49-F238E27FC236}">
                <a16:creationId xmlns:a16="http://schemas.microsoft.com/office/drawing/2014/main" id="{CC8FE183-594F-AFAD-8837-69E0B7E74104}"/>
              </a:ext>
            </a:extLst>
          </p:cNvPr>
          <p:cNvSpPr txBox="1"/>
          <p:nvPr/>
        </p:nvSpPr>
        <p:spPr>
          <a:xfrm>
            <a:off x="8460939" y="2503902"/>
            <a:ext cx="990977" cy="400110"/>
          </a:xfrm>
          <a:prstGeom prst="rect">
            <a:avLst/>
          </a:prstGeom>
          <a:noFill/>
        </p:spPr>
        <p:txBody>
          <a:bodyPr wrap="none" rtlCol="0">
            <a:spAutoFit/>
          </a:bodyPr>
          <a:lstStyle/>
          <a:p>
            <a:r>
              <a:rPr kumimoji="1" lang="en-US" altLang="ja-JP" sz="2000" b="1" dirty="0"/>
              <a:t>4. </a:t>
            </a:r>
            <a:r>
              <a:rPr kumimoji="1" lang="ja-JP" altLang="en-US" sz="2000" b="1"/>
              <a:t>予測</a:t>
            </a:r>
            <a:endParaRPr kumimoji="1" lang="en-US" altLang="ja-JP" sz="2000" b="1" dirty="0"/>
          </a:p>
        </p:txBody>
      </p:sp>
      <p:grpSp>
        <p:nvGrpSpPr>
          <p:cNvPr id="48" name="グループ化 47">
            <a:extLst>
              <a:ext uri="{FF2B5EF4-FFF2-40B4-BE49-F238E27FC236}">
                <a16:creationId xmlns:a16="http://schemas.microsoft.com/office/drawing/2014/main" id="{DA8485FA-0B98-E453-03D2-F17AB250E4CD}"/>
              </a:ext>
            </a:extLst>
          </p:cNvPr>
          <p:cNvGrpSpPr/>
          <p:nvPr/>
        </p:nvGrpSpPr>
        <p:grpSpPr>
          <a:xfrm rot="18715861" flipV="1">
            <a:off x="8752483" y="1805061"/>
            <a:ext cx="638334" cy="948153"/>
            <a:chOff x="2664127" y="3374455"/>
            <a:chExt cx="1201975" cy="1567649"/>
          </a:xfrm>
        </p:grpSpPr>
        <p:sp>
          <p:nvSpPr>
            <p:cNvPr id="49" name="二等辺三角形 14">
              <a:extLst>
                <a:ext uri="{FF2B5EF4-FFF2-40B4-BE49-F238E27FC236}">
                  <a16:creationId xmlns:a16="http://schemas.microsoft.com/office/drawing/2014/main" id="{B96C48B8-44E6-8782-119E-FF8EF2F8412F}"/>
                </a:ext>
              </a:extLst>
            </p:cNvPr>
            <p:cNvSpPr/>
            <p:nvPr/>
          </p:nvSpPr>
          <p:spPr>
            <a:xfrm rot="21516842">
              <a:off x="3025444" y="3374455"/>
              <a:ext cx="840658" cy="471949"/>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0" name="フリーフォーム: 図形 15">
              <a:extLst>
                <a:ext uri="{FF2B5EF4-FFF2-40B4-BE49-F238E27FC236}">
                  <a16:creationId xmlns:a16="http://schemas.microsoft.com/office/drawing/2014/main" id="{7D3F8FB1-0841-0F73-9386-EB2935596396}"/>
                </a:ext>
              </a:extLst>
            </p:cNvPr>
            <p:cNvSpPr/>
            <p:nvPr/>
          </p:nvSpPr>
          <p:spPr>
            <a:xfrm>
              <a:off x="2664127" y="3827205"/>
              <a:ext cx="956601" cy="1114899"/>
            </a:xfrm>
            <a:custGeom>
              <a:avLst/>
              <a:gdLst>
                <a:gd name="connsiteX0" fmla="*/ 649311 w 956601"/>
                <a:gd name="connsiteY0" fmla="*/ 0 h 1114899"/>
                <a:gd name="connsiteX1" fmla="*/ 956601 w 956601"/>
                <a:gd name="connsiteY1" fmla="*/ 0 h 1114899"/>
                <a:gd name="connsiteX2" fmla="*/ 951973 w 956601"/>
                <a:gd name="connsiteY2" fmla="*/ 97117 h 1114899"/>
                <a:gd name="connsiteX3" fmla="*/ 5472 w 956601"/>
                <a:gd name="connsiteY3" fmla="*/ 1113687 h 1114899"/>
                <a:gd name="connsiteX4" fmla="*/ 0 w 956601"/>
                <a:gd name="connsiteY4" fmla="*/ 1114899 h 1114899"/>
                <a:gd name="connsiteX5" fmla="*/ 40056 w 956601"/>
                <a:gd name="connsiteY5" fmla="*/ 1089636 h 1114899"/>
                <a:gd name="connsiteX6" fmla="*/ 638394 w 956601"/>
                <a:gd name="connsiteY6" fmla="*/ 162145 h 111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6601" h="1114899">
                  <a:moveTo>
                    <a:pt x="649311" y="0"/>
                  </a:moveTo>
                  <a:lnTo>
                    <a:pt x="956601" y="0"/>
                  </a:lnTo>
                  <a:lnTo>
                    <a:pt x="951973" y="97117"/>
                  </a:lnTo>
                  <a:cubicBezTo>
                    <a:pt x="906000" y="577465"/>
                    <a:pt x="522068" y="975272"/>
                    <a:pt x="5472" y="1113687"/>
                  </a:cubicBezTo>
                  <a:lnTo>
                    <a:pt x="0" y="1114899"/>
                  </a:lnTo>
                  <a:lnTo>
                    <a:pt x="40056" y="1089636"/>
                  </a:lnTo>
                  <a:cubicBezTo>
                    <a:pt x="365632" y="863013"/>
                    <a:pt x="587911" y="534591"/>
                    <a:pt x="638394" y="162145"/>
                  </a:cubicBezTo>
                  <a:close/>
                </a:path>
              </a:pathLst>
            </a:cu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sp>
        <p:nvSpPr>
          <p:cNvPr id="55" name="テキスト ボックス 54">
            <a:extLst>
              <a:ext uri="{FF2B5EF4-FFF2-40B4-BE49-F238E27FC236}">
                <a16:creationId xmlns:a16="http://schemas.microsoft.com/office/drawing/2014/main" id="{B1CC9D91-16B2-30A2-7CAB-C04B395B9164}"/>
              </a:ext>
            </a:extLst>
          </p:cNvPr>
          <p:cNvSpPr txBox="1"/>
          <p:nvPr/>
        </p:nvSpPr>
        <p:spPr>
          <a:xfrm>
            <a:off x="5789755" y="2346911"/>
            <a:ext cx="2657493" cy="646331"/>
          </a:xfrm>
          <a:prstGeom prst="rect">
            <a:avLst/>
          </a:prstGeom>
          <a:noFill/>
        </p:spPr>
        <p:txBody>
          <a:bodyPr wrap="square" rtlCol="0">
            <a:spAutoFit/>
          </a:bodyPr>
          <a:lstStyle/>
          <a:p>
            <a:r>
              <a:rPr lang="ja-JP" altLang="en-US"/>
              <a:t>ランダムフォレストモデルを作成</a:t>
            </a:r>
            <a:endParaRPr lang="en-US" altLang="ja-JP" dirty="0"/>
          </a:p>
        </p:txBody>
      </p:sp>
      <p:sp>
        <p:nvSpPr>
          <p:cNvPr id="56" name="テキスト ボックス 55">
            <a:extLst>
              <a:ext uri="{FF2B5EF4-FFF2-40B4-BE49-F238E27FC236}">
                <a16:creationId xmlns:a16="http://schemas.microsoft.com/office/drawing/2014/main" id="{E524E086-4C6E-40AD-B97F-9CB3CE3A4D8D}"/>
              </a:ext>
            </a:extLst>
          </p:cNvPr>
          <p:cNvSpPr txBox="1"/>
          <p:nvPr/>
        </p:nvSpPr>
        <p:spPr>
          <a:xfrm>
            <a:off x="8456660" y="2898006"/>
            <a:ext cx="3152824" cy="646331"/>
          </a:xfrm>
          <a:prstGeom prst="rect">
            <a:avLst/>
          </a:prstGeom>
          <a:noFill/>
        </p:spPr>
        <p:txBody>
          <a:bodyPr wrap="square" rtlCol="0">
            <a:spAutoFit/>
          </a:bodyPr>
          <a:lstStyle/>
          <a:p>
            <a:r>
              <a:rPr lang="ja-JP" altLang="en-US"/>
              <a:t>作成したモデルにより、</a:t>
            </a:r>
            <a:r>
              <a:rPr lang="en-US" altLang="ja-JP" dirty="0"/>
              <a:t>3</a:t>
            </a:r>
            <a:r>
              <a:rPr lang="ja-JP" altLang="en-US"/>
              <a:t>残基ペプチドの</a:t>
            </a:r>
            <a:r>
              <a:rPr lang="en-US" altLang="ja-JP" dirty="0"/>
              <a:t>TGR5</a:t>
            </a:r>
            <a:r>
              <a:rPr lang="ja-JP" altLang="en-US"/>
              <a:t>活性予測</a:t>
            </a:r>
            <a:endParaRPr lang="en-US" altLang="ja-JP" dirty="0"/>
          </a:p>
        </p:txBody>
      </p:sp>
      <p:pic>
        <p:nvPicPr>
          <p:cNvPr id="58" name="図 57" descr="時計と文字の加工写真&#10;&#10;低い精度で自動的に生成された説明">
            <a:extLst>
              <a:ext uri="{FF2B5EF4-FFF2-40B4-BE49-F238E27FC236}">
                <a16:creationId xmlns:a16="http://schemas.microsoft.com/office/drawing/2014/main" id="{CE900928-B0A1-EDFF-C09A-DA48BEFDA2C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35525" y="4701406"/>
            <a:ext cx="745384" cy="966239"/>
          </a:xfrm>
          <a:prstGeom prst="rect">
            <a:avLst/>
          </a:prstGeom>
        </p:spPr>
      </p:pic>
      <p:pic>
        <p:nvPicPr>
          <p:cNvPr id="60" name="図 59" descr="時計 が含まれている画像&#10;&#10;自動的に生成された説明">
            <a:extLst>
              <a:ext uri="{FF2B5EF4-FFF2-40B4-BE49-F238E27FC236}">
                <a16:creationId xmlns:a16="http://schemas.microsoft.com/office/drawing/2014/main" id="{CCF14995-31B7-980F-0408-FA1D8DED4DA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73436" y="4703433"/>
            <a:ext cx="745384" cy="973700"/>
          </a:xfrm>
          <a:prstGeom prst="rect">
            <a:avLst/>
          </a:prstGeom>
        </p:spPr>
      </p:pic>
      <p:sp>
        <p:nvSpPr>
          <p:cNvPr id="61" name="テキスト ボックス 60">
            <a:extLst>
              <a:ext uri="{FF2B5EF4-FFF2-40B4-BE49-F238E27FC236}">
                <a16:creationId xmlns:a16="http://schemas.microsoft.com/office/drawing/2014/main" id="{F3EB4C75-5B57-29ED-8FE9-C82AB29FF7C6}"/>
              </a:ext>
            </a:extLst>
          </p:cNvPr>
          <p:cNvSpPr txBox="1"/>
          <p:nvPr/>
        </p:nvSpPr>
        <p:spPr>
          <a:xfrm>
            <a:off x="3226518" y="4086199"/>
            <a:ext cx="2553370" cy="584775"/>
          </a:xfrm>
          <a:prstGeom prst="rect">
            <a:avLst/>
          </a:prstGeom>
          <a:noFill/>
        </p:spPr>
        <p:txBody>
          <a:bodyPr wrap="square" rtlCol="0">
            <a:spAutoFit/>
          </a:bodyPr>
          <a:lstStyle/>
          <a:p>
            <a:r>
              <a:rPr kumimoji="1" lang="ja-JP" altLang="en-US" sz="1600"/>
              <a:t>原子からある距離にある部分構造を数え</a:t>
            </a:r>
            <a:r>
              <a:rPr lang="ja-JP" altLang="en-US" sz="1600"/>
              <a:t>るもの</a:t>
            </a:r>
            <a:endParaRPr kumimoji="1" lang="ja-JP" altLang="en-US" sz="1600"/>
          </a:p>
        </p:txBody>
      </p:sp>
      <p:pic>
        <p:nvPicPr>
          <p:cNvPr id="63" name="図 62" descr="グラフ, レーダー チャート&#10;&#10;自動的に生成された説明">
            <a:extLst>
              <a:ext uri="{FF2B5EF4-FFF2-40B4-BE49-F238E27FC236}">
                <a16:creationId xmlns:a16="http://schemas.microsoft.com/office/drawing/2014/main" id="{8059396F-2A37-7F02-AE56-75A0F98DA70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026015" y="2959018"/>
            <a:ext cx="671072" cy="686679"/>
          </a:xfrm>
          <a:prstGeom prst="rect">
            <a:avLst/>
          </a:prstGeom>
        </p:spPr>
      </p:pic>
      <p:pic>
        <p:nvPicPr>
          <p:cNvPr id="65" name="図 64" descr="グラフ, レーダー チャート&#10;&#10;自動的に生成された説明">
            <a:extLst>
              <a:ext uri="{FF2B5EF4-FFF2-40B4-BE49-F238E27FC236}">
                <a16:creationId xmlns:a16="http://schemas.microsoft.com/office/drawing/2014/main" id="{063D376D-245F-259E-2AF7-3F5D44F15CB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534607" y="4431416"/>
            <a:ext cx="756623" cy="577976"/>
          </a:xfrm>
          <a:prstGeom prst="rect">
            <a:avLst/>
          </a:prstGeom>
        </p:spPr>
      </p:pic>
      <p:sp>
        <p:nvSpPr>
          <p:cNvPr id="66" name="テキスト ボックス 65">
            <a:extLst>
              <a:ext uri="{FF2B5EF4-FFF2-40B4-BE49-F238E27FC236}">
                <a16:creationId xmlns:a16="http://schemas.microsoft.com/office/drawing/2014/main" id="{58E98143-947B-9C11-08D9-780100D58567}"/>
              </a:ext>
            </a:extLst>
          </p:cNvPr>
          <p:cNvSpPr txBox="1"/>
          <p:nvPr/>
        </p:nvSpPr>
        <p:spPr>
          <a:xfrm>
            <a:off x="6765284" y="3584052"/>
            <a:ext cx="1051891" cy="307777"/>
          </a:xfrm>
          <a:prstGeom prst="rect">
            <a:avLst/>
          </a:prstGeom>
          <a:noFill/>
        </p:spPr>
        <p:txBody>
          <a:bodyPr wrap="none" rtlCol="0">
            <a:spAutoFit/>
          </a:bodyPr>
          <a:lstStyle/>
          <a:p>
            <a:r>
              <a:rPr kumimoji="1" lang="ja-JP" altLang="en-US" sz="1400"/>
              <a:t>存在する？</a:t>
            </a:r>
          </a:p>
        </p:txBody>
      </p:sp>
      <p:cxnSp>
        <p:nvCxnSpPr>
          <p:cNvPr id="68" name="直線矢印コネクタ 67">
            <a:extLst>
              <a:ext uri="{FF2B5EF4-FFF2-40B4-BE49-F238E27FC236}">
                <a16:creationId xmlns:a16="http://schemas.microsoft.com/office/drawing/2014/main" id="{844A74F9-7D08-D4D3-D869-22E1236EB54B}"/>
              </a:ext>
            </a:extLst>
          </p:cNvPr>
          <p:cNvCxnSpPr>
            <a:cxnSpLocks/>
          </p:cNvCxnSpPr>
          <p:nvPr/>
        </p:nvCxnSpPr>
        <p:spPr>
          <a:xfrm flipH="1">
            <a:off x="7026015" y="3981321"/>
            <a:ext cx="131136" cy="36060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1" name="テキスト ボックス 70">
            <a:extLst>
              <a:ext uri="{FF2B5EF4-FFF2-40B4-BE49-F238E27FC236}">
                <a16:creationId xmlns:a16="http://schemas.microsoft.com/office/drawing/2014/main" id="{F0F96F31-92B0-CB83-42F6-BF72912925FF}"/>
              </a:ext>
            </a:extLst>
          </p:cNvPr>
          <p:cNvSpPr txBox="1"/>
          <p:nvPr/>
        </p:nvSpPr>
        <p:spPr>
          <a:xfrm>
            <a:off x="6373237" y="4974204"/>
            <a:ext cx="1051891" cy="307777"/>
          </a:xfrm>
          <a:prstGeom prst="rect">
            <a:avLst/>
          </a:prstGeom>
          <a:noFill/>
        </p:spPr>
        <p:txBody>
          <a:bodyPr wrap="none" rtlCol="0">
            <a:spAutoFit/>
          </a:bodyPr>
          <a:lstStyle/>
          <a:p>
            <a:r>
              <a:rPr kumimoji="1" lang="ja-JP" altLang="en-US" sz="1400"/>
              <a:t>存在する？</a:t>
            </a:r>
          </a:p>
        </p:txBody>
      </p:sp>
      <p:cxnSp>
        <p:nvCxnSpPr>
          <p:cNvPr id="74" name="直線矢印コネクタ 73">
            <a:extLst>
              <a:ext uri="{FF2B5EF4-FFF2-40B4-BE49-F238E27FC236}">
                <a16:creationId xmlns:a16="http://schemas.microsoft.com/office/drawing/2014/main" id="{6B92E5FA-C0A8-CA6D-737A-0CE3839A99D9}"/>
              </a:ext>
            </a:extLst>
          </p:cNvPr>
          <p:cNvCxnSpPr>
            <a:cxnSpLocks/>
          </p:cNvCxnSpPr>
          <p:nvPr/>
        </p:nvCxnSpPr>
        <p:spPr>
          <a:xfrm>
            <a:off x="7349633" y="3981321"/>
            <a:ext cx="154675" cy="36060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3" name="テキスト ボックス 82">
            <a:extLst>
              <a:ext uri="{FF2B5EF4-FFF2-40B4-BE49-F238E27FC236}">
                <a16:creationId xmlns:a16="http://schemas.microsoft.com/office/drawing/2014/main" id="{B4BCF696-9C13-F63D-5756-A74BE5A41536}"/>
              </a:ext>
            </a:extLst>
          </p:cNvPr>
          <p:cNvSpPr txBox="1"/>
          <p:nvPr/>
        </p:nvSpPr>
        <p:spPr>
          <a:xfrm>
            <a:off x="7365962" y="4369354"/>
            <a:ext cx="843501" cy="307777"/>
          </a:xfrm>
          <a:prstGeom prst="rect">
            <a:avLst/>
          </a:prstGeom>
          <a:solidFill>
            <a:schemeClr val="accent2">
              <a:lumMod val="20000"/>
              <a:lumOff val="80000"/>
            </a:schemeClr>
          </a:solidFill>
        </p:spPr>
        <p:txBody>
          <a:bodyPr wrap="none" rtlCol="0">
            <a:spAutoFit/>
          </a:bodyPr>
          <a:lstStyle/>
          <a:p>
            <a:r>
              <a:rPr kumimoji="1" lang="ja-JP" altLang="en-US" sz="1400"/>
              <a:t>活性なし</a:t>
            </a:r>
          </a:p>
        </p:txBody>
      </p:sp>
      <p:cxnSp>
        <p:nvCxnSpPr>
          <p:cNvPr id="84" name="直線矢印コネクタ 83">
            <a:extLst>
              <a:ext uri="{FF2B5EF4-FFF2-40B4-BE49-F238E27FC236}">
                <a16:creationId xmlns:a16="http://schemas.microsoft.com/office/drawing/2014/main" id="{EA8FBFEC-087F-1C24-3374-2E3E6433CB5E}"/>
              </a:ext>
            </a:extLst>
          </p:cNvPr>
          <p:cNvCxnSpPr>
            <a:cxnSpLocks/>
          </p:cNvCxnSpPr>
          <p:nvPr/>
        </p:nvCxnSpPr>
        <p:spPr>
          <a:xfrm flipH="1">
            <a:off x="6633727" y="5295751"/>
            <a:ext cx="131136" cy="36060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5" name="直線矢印コネクタ 84">
            <a:extLst>
              <a:ext uri="{FF2B5EF4-FFF2-40B4-BE49-F238E27FC236}">
                <a16:creationId xmlns:a16="http://schemas.microsoft.com/office/drawing/2014/main" id="{B50CB7C7-ADD4-66B3-9AE4-C6A47CA27B09}"/>
              </a:ext>
            </a:extLst>
          </p:cNvPr>
          <p:cNvCxnSpPr>
            <a:cxnSpLocks/>
          </p:cNvCxnSpPr>
          <p:nvPr/>
        </p:nvCxnSpPr>
        <p:spPr>
          <a:xfrm>
            <a:off x="6957345" y="5295751"/>
            <a:ext cx="154675" cy="36060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6" name="テキスト ボックス 85">
            <a:extLst>
              <a:ext uri="{FF2B5EF4-FFF2-40B4-BE49-F238E27FC236}">
                <a16:creationId xmlns:a16="http://schemas.microsoft.com/office/drawing/2014/main" id="{4420F098-EBD7-2338-32B9-28FB911C9D2D}"/>
              </a:ext>
            </a:extLst>
          </p:cNvPr>
          <p:cNvSpPr txBox="1"/>
          <p:nvPr/>
        </p:nvSpPr>
        <p:spPr>
          <a:xfrm>
            <a:off x="6973674" y="5683784"/>
            <a:ext cx="843501" cy="307777"/>
          </a:xfrm>
          <a:prstGeom prst="rect">
            <a:avLst/>
          </a:prstGeom>
          <a:solidFill>
            <a:schemeClr val="accent2">
              <a:lumMod val="20000"/>
              <a:lumOff val="80000"/>
            </a:schemeClr>
          </a:solidFill>
        </p:spPr>
        <p:txBody>
          <a:bodyPr wrap="none" rtlCol="0">
            <a:spAutoFit/>
          </a:bodyPr>
          <a:lstStyle/>
          <a:p>
            <a:r>
              <a:rPr kumimoji="1" lang="ja-JP" altLang="en-US" sz="1400"/>
              <a:t>活性なし</a:t>
            </a:r>
          </a:p>
        </p:txBody>
      </p:sp>
      <p:sp>
        <p:nvSpPr>
          <p:cNvPr id="87" name="テキスト ボックス 86">
            <a:extLst>
              <a:ext uri="{FF2B5EF4-FFF2-40B4-BE49-F238E27FC236}">
                <a16:creationId xmlns:a16="http://schemas.microsoft.com/office/drawing/2014/main" id="{4A406EBA-1DCB-E02F-798D-DAC4132C5E4D}"/>
              </a:ext>
            </a:extLst>
          </p:cNvPr>
          <p:cNvSpPr txBox="1"/>
          <p:nvPr/>
        </p:nvSpPr>
        <p:spPr>
          <a:xfrm>
            <a:off x="6040344" y="5673399"/>
            <a:ext cx="846707" cy="307777"/>
          </a:xfrm>
          <a:prstGeom prst="rect">
            <a:avLst/>
          </a:prstGeom>
          <a:solidFill>
            <a:schemeClr val="accent4">
              <a:lumMod val="20000"/>
              <a:lumOff val="80000"/>
            </a:schemeClr>
          </a:solidFill>
        </p:spPr>
        <p:txBody>
          <a:bodyPr wrap="none" rtlCol="0">
            <a:spAutoFit/>
          </a:bodyPr>
          <a:lstStyle/>
          <a:p>
            <a:r>
              <a:rPr kumimoji="1" lang="ja-JP" altLang="en-US" sz="1400"/>
              <a:t>活性あり</a:t>
            </a:r>
          </a:p>
        </p:txBody>
      </p:sp>
      <p:sp>
        <p:nvSpPr>
          <p:cNvPr id="88" name="テキスト ボックス 87">
            <a:extLst>
              <a:ext uri="{FF2B5EF4-FFF2-40B4-BE49-F238E27FC236}">
                <a16:creationId xmlns:a16="http://schemas.microsoft.com/office/drawing/2014/main" id="{F4E3C0C7-5F81-3C57-2EF2-9C44CA427304}"/>
              </a:ext>
            </a:extLst>
          </p:cNvPr>
          <p:cNvSpPr txBox="1"/>
          <p:nvPr/>
        </p:nvSpPr>
        <p:spPr>
          <a:xfrm>
            <a:off x="6591293" y="3961388"/>
            <a:ext cx="463588" cy="307777"/>
          </a:xfrm>
          <a:prstGeom prst="rect">
            <a:avLst/>
          </a:prstGeom>
          <a:noFill/>
        </p:spPr>
        <p:txBody>
          <a:bodyPr wrap="none" rtlCol="0">
            <a:spAutoFit/>
          </a:bodyPr>
          <a:lstStyle/>
          <a:p>
            <a:r>
              <a:rPr kumimoji="1" lang="en-US" altLang="ja-JP" sz="1400" dirty="0"/>
              <a:t>yes</a:t>
            </a:r>
            <a:endParaRPr kumimoji="1" lang="ja-JP" altLang="en-US" sz="1400"/>
          </a:p>
        </p:txBody>
      </p:sp>
      <p:sp>
        <p:nvSpPr>
          <p:cNvPr id="89" name="テキスト ボックス 88">
            <a:extLst>
              <a:ext uri="{FF2B5EF4-FFF2-40B4-BE49-F238E27FC236}">
                <a16:creationId xmlns:a16="http://schemas.microsoft.com/office/drawing/2014/main" id="{84217DA9-A4D1-D962-80A5-92F9EA7A20CB}"/>
              </a:ext>
            </a:extLst>
          </p:cNvPr>
          <p:cNvSpPr txBox="1"/>
          <p:nvPr/>
        </p:nvSpPr>
        <p:spPr>
          <a:xfrm>
            <a:off x="6249748" y="5271277"/>
            <a:ext cx="463588" cy="307777"/>
          </a:xfrm>
          <a:prstGeom prst="rect">
            <a:avLst/>
          </a:prstGeom>
          <a:noFill/>
        </p:spPr>
        <p:txBody>
          <a:bodyPr wrap="none" rtlCol="0">
            <a:spAutoFit/>
          </a:bodyPr>
          <a:lstStyle/>
          <a:p>
            <a:r>
              <a:rPr kumimoji="1" lang="en-US" altLang="ja-JP" sz="1400" dirty="0"/>
              <a:t>yes</a:t>
            </a:r>
            <a:endParaRPr kumimoji="1" lang="ja-JP" altLang="en-US" sz="1400"/>
          </a:p>
        </p:txBody>
      </p:sp>
      <p:sp>
        <p:nvSpPr>
          <p:cNvPr id="90" name="テキスト ボックス 89">
            <a:extLst>
              <a:ext uri="{FF2B5EF4-FFF2-40B4-BE49-F238E27FC236}">
                <a16:creationId xmlns:a16="http://schemas.microsoft.com/office/drawing/2014/main" id="{C6FFB430-9FEB-3945-48C8-C8968F982647}"/>
              </a:ext>
            </a:extLst>
          </p:cNvPr>
          <p:cNvSpPr txBox="1"/>
          <p:nvPr/>
        </p:nvSpPr>
        <p:spPr>
          <a:xfrm>
            <a:off x="6999132" y="5270334"/>
            <a:ext cx="383438" cy="307777"/>
          </a:xfrm>
          <a:prstGeom prst="rect">
            <a:avLst/>
          </a:prstGeom>
          <a:noFill/>
        </p:spPr>
        <p:txBody>
          <a:bodyPr wrap="none" rtlCol="0">
            <a:spAutoFit/>
          </a:bodyPr>
          <a:lstStyle/>
          <a:p>
            <a:r>
              <a:rPr kumimoji="1" lang="en-US" altLang="ja-JP" sz="1400" dirty="0"/>
              <a:t>no</a:t>
            </a:r>
            <a:endParaRPr kumimoji="1" lang="ja-JP" altLang="en-US" sz="1400"/>
          </a:p>
        </p:txBody>
      </p:sp>
      <p:sp>
        <p:nvSpPr>
          <p:cNvPr id="91" name="テキスト ボックス 90">
            <a:extLst>
              <a:ext uri="{FF2B5EF4-FFF2-40B4-BE49-F238E27FC236}">
                <a16:creationId xmlns:a16="http://schemas.microsoft.com/office/drawing/2014/main" id="{33F35555-5F87-7462-3FEF-9C293C3201B2}"/>
              </a:ext>
            </a:extLst>
          </p:cNvPr>
          <p:cNvSpPr txBox="1"/>
          <p:nvPr/>
        </p:nvSpPr>
        <p:spPr>
          <a:xfrm>
            <a:off x="7414749" y="3949700"/>
            <a:ext cx="383438" cy="307777"/>
          </a:xfrm>
          <a:prstGeom prst="rect">
            <a:avLst/>
          </a:prstGeom>
          <a:noFill/>
        </p:spPr>
        <p:txBody>
          <a:bodyPr wrap="none" rtlCol="0">
            <a:spAutoFit/>
          </a:bodyPr>
          <a:lstStyle/>
          <a:p>
            <a:r>
              <a:rPr kumimoji="1" lang="en-US" altLang="ja-JP" sz="1400" dirty="0"/>
              <a:t>no</a:t>
            </a:r>
            <a:endParaRPr kumimoji="1" lang="ja-JP" altLang="en-US" sz="1400"/>
          </a:p>
        </p:txBody>
      </p:sp>
      <p:grpSp>
        <p:nvGrpSpPr>
          <p:cNvPr id="92" name="グループ化 91">
            <a:extLst>
              <a:ext uri="{FF2B5EF4-FFF2-40B4-BE49-F238E27FC236}">
                <a16:creationId xmlns:a16="http://schemas.microsoft.com/office/drawing/2014/main" id="{5C944289-E039-92D2-9A6E-6018CDB32D0C}"/>
              </a:ext>
            </a:extLst>
          </p:cNvPr>
          <p:cNvGrpSpPr/>
          <p:nvPr/>
        </p:nvGrpSpPr>
        <p:grpSpPr>
          <a:xfrm>
            <a:off x="9062566" y="3881228"/>
            <a:ext cx="2002107" cy="1407709"/>
            <a:chOff x="1303915" y="4739882"/>
            <a:chExt cx="2002107" cy="1407709"/>
          </a:xfrm>
        </p:grpSpPr>
        <p:sp>
          <p:nvSpPr>
            <p:cNvPr id="93" name="円/楕円 92">
              <a:extLst>
                <a:ext uri="{FF2B5EF4-FFF2-40B4-BE49-F238E27FC236}">
                  <a16:creationId xmlns:a16="http://schemas.microsoft.com/office/drawing/2014/main" id="{4F730690-F978-E7D8-F5FF-B845CAA8628E}"/>
                </a:ext>
              </a:extLst>
            </p:cNvPr>
            <p:cNvSpPr>
              <a:spLocks/>
            </p:cNvSpPr>
            <p:nvPr/>
          </p:nvSpPr>
          <p:spPr>
            <a:xfrm rot="20259329">
              <a:off x="1303915" y="5276535"/>
              <a:ext cx="288000" cy="288000"/>
            </a:xfrm>
            <a:prstGeom prst="ellipse">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4" name="円/楕円 93">
              <a:extLst>
                <a:ext uri="{FF2B5EF4-FFF2-40B4-BE49-F238E27FC236}">
                  <a16:creationId xmlns:a16="http://schemas.microsoft.com/office/drawing/2014/main" id="{8D3C6183-3B26-E9BA-438E-4BAD94A778F6}"/>
                </a:ext>
              </a:extLst>
            </p:cNvPr>
            <p:cNvSpPr>
              <a:spLocks/>
            </p:cNvSpPr>
            <p:nvPr/>
          </p:nvSpPr>
          <p:spPr>
            <a:xfrm rot="20259329">
              <a:off x="1513199" y="5400296"/>
              <a:ext cx="288000" cy="288000"/>
            </a:xfrm>
            <a:prstGeom prst="ellipse">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5" name="円/楕円 94">
              <a:extLst>
                <a:ext uri="{FF2B5EF4-FFF2-40B4-BE49-F238E27FC236}">
                  <a16:creationId xmlns:a16="http://schemas.microsoft.com/office/drawing/2014/main" id="{3237EF84-F2BD-C4F9-F738-6C46F9E35BA5}"/>
                </a:ext>
              </a:extLst>
            </p:cNvPr>
            <p:cNvSpPr>
              <a:spLocks/>
            </p:cNvSpPr>
            <p:nvPr/>
          </p:nvSpPr>
          <p:spPr>
            <a:xfrm rot="20259329">
              <a:off x="1787160" y="5400295"/>
              <a:ext cx="288000" cy="288000"/>
            </a:xfrm>
            <a:prstGeom prst="ellipse">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6" name="円/楕円 95">
              <a:extLst>
                <a:ext uri="{FF2B5EF4-FFF2-40B4-BE49-F238E27FC236}">
                  <a16:creationId xmlns:a16="http://schemas.microsoft.com/office/drawing/2014/main" id="{7A21FAF0-B07F-C1F9-C01C-7944F4F5B6C5}"/>
                </a:ext>
              </a:extLst>
            </p:cNvPr>
            <p:cNvSpPr>
              <a:spLocks/>
            </p:cNvSpPr>
            <p:nvPr/>
          </p:nvSpPr>
          <p:spPr>
            <a:xfrm>
              <a:off x="1572877" y="4960471"/>
              <a:ext cx="288000" cy="288000"/>
            </a:xfrm>
            <a:prstGeom prst="ellipse">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7" name="円/楕円 96">
              <a:extLst>
                <a:ext uri="{FF2B5EF4-FFF2-40B4-BE49-F238E27FC236}">
                  <a16:creationId xmlns:a16="http://schemas.microsoft.com/office/drawing/2014/main" id="{09C86104-DF01-A759-476C-7A401D3E8BF0}"/>
                </a:ext>
              </a:extLst>
            </p:cNvPr>
            <p:cNvSpPr>
              <a:spLocks/>
            </p:cNvSpPr>
            <p:nvPr/>
          </p:nvSpPr>
          <p:spPr>
            <a:xfrm>
              <a:off x="2060135" y="4739882"/>
              <a:ext cx="288000" cy="288000"/>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8" name="円/楕円 97">
              <a:extLst>
                <a:ext uri="{FF2B5EF4-FFF2-40B4-BE49-F238E27FC236}">
                  <a16:creationId xmlns:a16="http://schemas.microsoft.com/office/drawing/2014/main" id="{3845E7A2-662A-997E-7748-DF9CF8E68B48}"/>
                </a:ext>
              </a:extLst>
            </p:cNvPr>
            <p:cNvSpPr>
              <a:spLocks/>
            </p:cNvSpPr>
            <p:nvPr/>
          </p:nvSpPr>
          <p:spPr>
            <a:xfrm>
              <a:off x="1777609" y="4762662"/>
              <a:ext cx="288000" cy="288000"/>
            </a:xfrm>
            <a:prstGeom prst="ellipse">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9" name="テキスト ボックス 98">
              <a:extLst>
                <a:ext uri="{FF2B5EF4-FFF2-40B4-BE49-F238E27FC236}">
                  <a16:creationId xmlns:a16="http://schemas.microsoft.com/office/drawing/2014/main" id="{A0F3F7D7-354B-C144-5B5C-F93DFA786214}"/>
                </a:ext>
              </a:extLst>
            </p:cNvPr>
            <p:cNvSpPr txBox="1"/>
            <p:nvPr/>
          </p:nvSpPr>
          <p:spPr>
            <a:xfrm>
              <a:off x="1423156" y="5809037"/>
              <a:ext cx="1770879" cy="338554"/>
            </a:xfrm>
            <a:prstGeom prst="rect">
              <a:avLst/>
            </a:prstGeom>
            <a:noFill/>
          </p:spPr>
          <p:txBody>
            <a:bodyPr wrap="square">
              <a:spAutoFit/>
            </a:bodyPr>
            <a:lstStyle/>
            <a:p>
              <a:pPr algn="ctr"/>
              <a:r>
                <a:rPr lang="en-US" altLang="ja-JP" sz="1600" dirty="0">
                  <a:latin typeface="+mn-ea"/>
                </a:rPr>
                <a:t>3</a:t>
              </a:r>
              <a:r>
                <a:rPr lang="ja-JP" altLang="en-US" sz="1600">
                  <a:latin typeface="+mn-ea"/>
                </a:rPr>
                <a:t>残基ペプチド</a:t>
              </a:r>
              <a:endParaRPr lang="en-US" altLang="ja-JP" sz="1600" b="0" dirty="0">
                <a:latin typeface="+mn-ea"/>
              </a:endParaRPr>
            </a:p>
          </p:txBody>
        </p:sp>
        <p:sp>
          <p:nvSpPr>
            <p:cNvPr id="100" name="テキスト ボックス 99">
              <a:extLst>
                <a:ext uri="{FF2B5EF4-FFF2-40B4-BE49-F238E27FC236}">
                  <a16:creationId xmlns:a16="http://schemas.microsoft.com/office/drawing/2014/main" id="{F9CB1FEA-96F5-85BA-F76E-CC3701C1C53B}"/>
                </a:ext>
              </a:extLst>
            </p:cNvPr>
            <p:cNvSpPr txBox="1"/>
            <p:nvPr/>
          </p:nvSpPr>
          <p:spPr>
            <a:xfrm>
              <a:off x="2024125" y="5123549"/>
              <a:ext cx="1281897" cy="369332"/>
            </a:xfrm>
            <a:prstGeom prst="rect">
              <a:avLst/>
            </a:prstGeom>
            <a:noFill/>
          </p:spPr>
          <p:txBody>
            <a:bodyPr wrap="square">
              <a:spAutoFit/>
            </a:bodyPr>
            <a:lstStyle/>
            <a:p>
              <a:pPr algn="ctr"/>
              <a:r>
                <a:rPr lang="en-US" altLang="ja-JP" b="1" dirty="0">
                  <a:solidFill>
                    <a:schemeClr val="accent4"/>
                  </a:solidFill>
                </a:rPr>
                <a:t>×8000</a:t>
              </a:r>
            </a:p>
          </p:txBody>
        </p:sp>
      </p:grpSp>
      <p:grpSp>
        <p:nvGrpSpPr>
          <p:cNvPr id="101" name="グループ化 100">
            <a:extLst>
              <a:ext uri="{FF2B5EF4-FFF2-40B4-BE49-F238E27FC236}">
                <a16:creationId xmlns:a16="http://schemas.microsoft.com/office/drawing/2014/main" id="{EB0DBDC5-7681-9C85-00BE-D17D476DE91C}"/>
              </a:ext>
            </a:extLst>
          </p:cNvPr>
          <p:cNvGrpSpPr/>
          <p:nvPr/>
        </p:nvGrpSpPr>
        <p:grpSpPr>
          <a:xfrm flipV="1">
            <a:off x="9818786" y="5400770"/>
            <a:ext cx="331139" cy="664263"/>
            <a:chOff x="7800489" y="2818451"/>
            <a:chExt cx="840658" cy="2492477"/>
          </a:xfrm>
        </p:grpSpPr>
        <p:sp>
          <p:nvSpPr>
            <p:cNvPr id="102" name="二等辺三角形 23">
              <a:extLst>
                <a:ext uri="{FF2B5EF4-FFF2-40B4-BE49-F238E27FC236}">
                  <a16:creationId xmlns:a16="http://schemas.microsoft.com/office/drawing/2014/main" id="{4CCC3C90-14E9-B980-7FEE-4A05D7541C81}"/>
                </a:ext>
              </a:extLst>
            </p:cNvPr>
            <p:cNvSpPr/>
            <p:nvPr/>
          </p:nvSpPr>
          <p:spPr>
            <a:xfrm>
              <a:off x="7800489" y="2818451"/>
              <a:ext cx="840658" cy="412955"/>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3" name="二等辺三角形 24">
              <a:extLst>
                <a:ext uri="{FF2B5EF4-FFF2-40B4-BE49-F238E27FC236}">
                  <a16:creationId xmlns:a16="http://schemas.microsoft.com/office/drawing/2014/main" id="{63C63DFC-B735-A21B-ECA1-E259025E979D}"/>
                </a:ext>
              </a:extLst>
            </p:cNvPr>
            <p:cNvSpPr/>
            <p:nvPr/>
          </p:nvSpPr>
          <p:spPr>
            <a:xfrm rot="10800000">
              <a:off x="8070268" y="3224031"/>
              <a:ext cx="274331" cy="2086897"/>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04" name="テキスト ボックス 103">
            <a:extLst>
              <a:ext uri="{FF2B5EF4-FFF2-40B4-BE49-F238E27FC236}">
                <a16:creationId xmlns:a16="http://schemas.microsoft.com/office/drawing/2014/main" id="{2E27EF93-CF98-56D5-B2D7-136756DEA1E8}"/>
              </a:ext>
            </a:extLst>
          </p:cNvPr>
          <p:cNvSpPr txBox="1"/>
          <p:nvPr/>
        </p:nvSpPr>
        <p:spPr>
          <a:xfrm>
            <a:off x="9040933" y="6180036"/>
            <a:ext cx="1920719" cy="369332"/>
          </a:xfrm>
          <a:prstGeom prst="rect">
            <a:avLst/>
          </a:prstGeom>
          <a:noFill/>
        </p:spPr>
        <p:txBody>
          <a:bodyPr wrap="none" rtlCol="0">
            <a:spAutoFit/>
          </a:bodyPr>
          <a:lstStyle/>
          <a:p>
            <a:r>
              <a:rPr kumimoji="1" lang="ja-JP" altLang="en-US"/>
              <a:t>モデルによる予測</a:t>
            </a:r>
          </a:p>
        </p:txBody>
      </p:sp>
      <p:sp>
        <p:nvSpPr>
          <p:cNvPr id="106" name="テキスト ボックス 105">
            <a:extLst>
              <a:ext uri="{FF2B5EF4-FFF2-40B4-BE49-F238E27FC236}">
                <a16:creationId xmlns:a16="http://schemas.microsoft.com/office/drawing/2014/main" id="{BC946A80-9105-38C7-5D81-4B18682AA250}"/>
              </a:ext>
            </a:extLst>
          </p:cNvPr>
          <p:cNvSpPr txBox="1"/>
          <p:nvPr/>
        </p:nvSpPr>
        <p:spPr>
          <a:xfrm>
            <a:off x="426566" y="6421032"/>
            <a:ext cx="7782898" cy="307777"/>
          </a:xfrm>
          <a:prstGeom prst="rect">
            <a:avLst/>
          </a:prstGeom>
          <a:noFill/>
        </p:spPr>
        <p:txBody>
          <a:bodyPr wrap="square">
            <a:spAutoFit/>
          </a:bodyPr>
          <a:lstStyle/>
          <a:p>
            <a:pPr algn="l"/>
            <a:r>
              <a:rPr lang="ja-JP" altLang="en-US" sz="1400" b="1" i="0">
                <a:effectLst/>
                <a:latin typeface="Merriweather Sans" panose="020F0502020204030204" pitchFamily="34" charset="0"/>
              </a:rPr>
              <a:t>参考</a:t>
            </a:r>
            <a:r>
              <a:rPr lang="en-US" altLang="ja-JP" sz="1400" b="1" i="0" dirty="0">
                <a:effectLst/>
                <a:latin typeface="Merriweather Sans" panose="020F0502020204030204" pitchFamily="34" charset="0"/>
              </a:rPr>
              <a:t> : </a:t>
            </a:r>
            <a:r>
              <a:rPr lang="en" altLang="ja-JP" sz="1400" b="1" i="0" dirty="0">
                <a:effectLst/>
                <a:latin typeface="Merriweather Sans" panose="020F0502020204030204" pitchFamily="34" charset="0"/>
                <a:hlinkClick r:id="rId8"/>
              </a:rPr>
              <a:t>Classification of FLT3 inhibitors and SAR analysis by machine learning methods</a:t>
            </a:r>
            <a:endParaRPr lang="en" altLang="ja-JP" sz="1400" b="1" i="0" dirty="0">
              <a:effectLst/>
              <a:latin typeface="Merriweather Sans" panose="020F0502020204030204" pitchFamily="34" charset="0"/>
            </a:endParaRPr>
          </a:p>
        </p:txBody>
      </p:sp>
    </p:spTree>
    <p:extLst>
      <p:ext uri="{BB962C8B-B14F-4D97-AF65-F5344CB8AC3E}">
        <p14:creationId xmlns:p14="http://schemas.microsoft.com/office/powerpoint/2010/main" val="7178894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プレースホルダー 3">
            <a:extLst>
              <a:ext uri="{FF2B5EF4-FFF2-40B4-BE49-F238E27FC236}">
                <a16:creationId xmlns:a16="http://schemas.microsoft.com/office/drawing/2014/main" id="{ADC4A6FD-FCA9-3B84-36DA-61EEAC9BD901}"/>
              </a:ext>
            </a:extLst>
          </p:cNvPr>
          <p:cNvSpPr>
            <a:spLocks noGrp="1"/>
          </p:cNvSpPr>
          <p:nvPr>
            <p:ph type="body" sz="quarter" idx="11"/>
          </p:nvPr>
        </p:nvSpPr>
        <p:spPr/>
        <p:txBody>
          <a:bodyPr>
            <a:normAutofit lnSpcReduction="10000"/>
          </a:bodyPr>
          <a:lstStyle/>
          <a:p>
            <a:r>
              <a:rPr lang="ja-JP" altLang="en-US"/>
              <a:t>機械学習による</a:t>
            </a:r>
            <a:r>
              <a:rPr lang="en-US" altLang="ja-JP" dirty="0"/>
              <a:t>TGR5</a:t>
            </a:r>
            <a:r>
              <a:rPr lang="ja-JP" altLang="en-US"/>
              <a:t>アゴニストペプチドの予測結果</a:t>
            </a:r>
            <a:endParaRPr kumimoji="1" lang="ja-JP" altLang="en-US"/>
          </a:p>
        </p:txBody>
      </p:sp>
      <p:graphicFrame>
        <p:nvGraphicFramePr>
          <p:cNvPr id="2" name="表 1">
            <a:extLst>
              <a:ext uri="{FF2B5EF4-FFF2-40B4-BE49-F238E27FC236}">
                <a16:creationId xmlns:a16="http://schemas.microsoft.com/office/drawing/2014/main" id="{58AF2452-1D65-725D-604E-34DA14FD4E64}"/>
              </a:ext>
            </a:extLst>
          </p:cNvPr>
          <p:cNvGraphicFramePr>
            <a:graphicFrameLocks noGrp="1"/>
          </p:cNvGraphicFramePr>
          <p:nvPr>
            <p:extLst>
              <p:ext uri="{D42A27DB-BD31-4B8C-83A1-F6EECF244321}">
                <p14:modId xmlns:p14="http://schemas.microsoft.com/office/powerpoint/2010/main" val="1012101523"/>
              </p:ext>
            </p:extLst>
          </p:nvPr>
        </p:nvGraphicFramePr>
        <p:xfrm>
          <a:off x="7553412" y="1151082"/>
          <a:ext cx="4029654" cy="1939932"/>
        </p:xfrm>
        <a:graphic>
          <a:graphicData uri="http://schemas.openxmlformats.org/drawingml/2006/table">
            <a:tbl>
              <a:tblPr firstRow="1" bandRow="1">
                <a:tableStyleId>{5C22544A-7EE6-4342-B048-85BDC9FD1C3A}</a:tableStyleId>
              </a:tblPr>
              <a:tblGrid>
                <a:gridCol w="1343218">
                  <a:extLst>
                    <a:ext uri="{9D8B030D-6E8A-4147-A177-3AD203B41FA5}">
                      <a16:colId xmlns:a16="http://schemas.microsoft.com/office/drawing/2014/main" val="2994053752"/>
                    </a:ext>
                  </a:extLst>
                </a:gridCol>
                <a:gridCol w="1343218">
                  <a:extLst>
                    <a:ext uri="{9D8B030D-6E8A-4147-A177-3AD203B41FA5}">
                      <a16:colId xmlns:a16="http://schemas.microsoft.com/office/drawing/2014/main" val="1778605883"/>
                    </a:ext>
                  </a:extLst>
                </a:gridCol>
                <a:gridCol w="1343218">
                  <a:extLst>
                    <a:ext uri="{9D8B030D-6E8A-4147-A177-3AD203B41FA5}">
                      <a16:colId xmlns:a16="http://schemas.microsoft.com/office/drawing/2014/main" val="1662798364"/>
                    </a:ext>
                  </a:extLst>
                </a:gridCol>
              </a:tblGrid>
              <a:tr h="646644">
                <a:tc>
                  <a:txBody>
                    <a:bodyPr/>
                    <a:lstStyle/>
                    <a:p>
                      <a:pPr algn="ctr"/>
                      <a:endParaRPr kumimoji="1" lang="ja-JP" altLang="en-US"/>
                    </a:p>
                  </a:txBody>
                  <a:tcPr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1" lang="ja-JP" altLang="en-US">
                          <a:solidFill>
                            <a:schemeClr val="tx1"/>
                          </a:solidFill>
                        </a:rPr>
                        <a:t>予測値</a:t>
                      </a:r>
                      <a:br>
                        <a:rPr kumimoji="1" lang="en-US" altLang="ja-JP" dirty="0">
                          <a:solidFill>
                            <a:schemeClr val="tx1"/>
                          </a:solidFill>
                        </a:rPr>
                      </a:br>
                      <a:r>
                        <a:rPr kumimoji="1" lang="ja-JP" altLang="en-US">
                          <a:solidFill>
                            <a:schemeClr val="tx1"/>
                          </a:solidFill>
                        </a:rPr>
                        <a:t>活性あり</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a:solidFill>
                            <a:schemeClr val="tx1"/>
                          </a:solidFill>
                        </a:rPr>
                        <a:t>予測値</a:t>
                      </a:r>
                      <a:br>
                        <a:rPr kumimoji="1" lang="en-US" altLang="ja-JP" dirty="0">
                          <a:solidFill>
                            <a:schemeClr val="tx1"/>
                          </a:solidFill>
                        </a:rPr>
                      </a:br>
                      <a:r>
                        <a:rPr kumimoji="1" lang="ja-JP" altLang="en-US">
                          <a:solidFill>
                            <a:schemeClr val="tx1"/>
                          </a:solidFill>
                        </a:rPr>
                        <a:t>活性なし</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4286231017"/>
                  </a:ext>
                </a:extLst>
              </a:tr>
              <a:tr h="64664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a:solidFill>
                            <a:schemeClr val="tx1"/>
                          </a:solidFill>
                        </a:rPr>
                        <a:t>実測値</a:t>
                      </a:r>
                      <a:br>
                        <a:rPr kumimoji="1" lang="en-US" altLang="ja-JP" dirty="0">
                          <a:solidFill>
                            <a:schemeClr val="tx1"/>
                          </a:solidFill>
                        </a:rPr>
                      </a:br>
                      <a:r>
                        <a:rPr kumimoji="1" lang="ja-JP" altLang="en-US">
                          <a:solidFill>
                            <a:schemeClr val="tx1"/>
                          </a:solidFill>
                        </a:rPr>
                        <a:t>活性あり</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1" lang="en-US" altLang="ja-JP" sz="2000" b="1" dirty="0"/>
                        <a:t>106</a:t>
                      </a:r>
                      <a:endParaRPr kumimoji="1" lang="ja-JP" altLang="en-US" sz="2000" b="1"/>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kumimoji="1" lang="en-US" altLang="ja-JP" sz="2000" b="1" dirty="0"/>
                        <a:t>37</a:t>
                      </a:r>
                      <a:endParaRPr kumimoji="1" lang="ja-JP" altLang="en-US" sz="2000" b="1"/>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1291836805"/>
                  </a:ext>
                </a:extLst>
              </a:tr>
              <a:tr h="64664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a:solidFill>
                            <a:schemeClr val="tx1"/>
                          </a:solidFill>
                        </a:rPr>
                        <a:t>実測値</a:t>
                      </a:r>
                      <a:br>
                        <a:rPr kumimoji="1" lang="en-US" altLang="ja-JP" dirty="0">
                          <a:solidFill>
                            <a:schemeClr val="tx1"/>
                          </a:solidFill>
                        </a:rPr>
                      </a:br>
                      <a:r>
                        <a:rPr kumimoji="1" lang="ja-JP" altLang="en-US">
                          <a:solidFill>
                            <a:schemeClr val="tx1"/>
                          </a:solidFill>
                        </a:rPr>
                        <a:t>活性なし</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1" lang="en-US" altLang="ja-JP" sz="2000" b="1" dirty="0"/>
                        <a:t>26</a:t>
                      </a:r>
                      <a:endParaRPr kumimoji="1" lang="ja-JP" altLang="en-US" sz="2000" b="1"/>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kumimoji="1" lang="en-US" altLang="ja-JP" sz="2000" b="1" dirty="0"/>
                        <a:t>186</a:t>
                      </a:r>
                      <a:endParaRPr kumimoji="1" lang="ja-JP" altLang="en-US" sz="2000" b="1"/>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2447579143"/>
                  </a:ext>
                </a:extLst>
              </a:tr>
            </a:tbl>
          </a:graphicData>
        </a:graphic>
      </p:graphicFrame>
      <p:sp>
        <p:nvSpPr>
          <p:cNvPr id="3" name="テキスト ボックス 2">
            <a:extLst>
              <a:ext uri="{FF2B5EF4-FFF2-40B4-BE49-F238E27FC236}">
                <a16:creationId xmlns:a16="http://schemas.microsoft.com/office/drawing/2014/main" id="{E4E067D4-104A-ED91-A0DF-845C76BB175D}"/>
              </a:ext>
            </a:extLst>
          </p:cNvPr>
          <p:cNvSpPr txBox="1"/>
          <p:nvPr/>
        </p:nvSpPr>
        <p:spPr>
          <a:xfrm>
            <a:off x="7427761" y="3122962"/>
            <a:ext cx="4155305" cy="369332"/>
          </a:xfrm>
          <a:prstGeom prst="rect">
            <a:avLst/>
          </a:prstGeom>
          <a:noFill/>
        </p:spPr>
        <p:txBody>
          <a:bodyPr wrap="none" rtlCol="0">
            <a:spAutoFit/>
          </a:bodyPr>
          <a:lstStyle/>
          <a:p>
            <a:r>
              <a:rPr lang="ja-JP" altLang="en-US"/>
              <a:t>学習モデルによる教師データの予測結果</a:t>
            </a:r>
            <a:endParaRPr kumimoji="1" lang="ja-JP" altLang="en-US"/>
          </a:p>
        </p:txBody>
      </p:sp>
      <p:pic>
        <p:nvPicPr>
          <p:cNvPr id="6" name="図 5">
            <a:extLst>
              <a:ext uri="{FF2B5EF4-FFF2-40B4-BE49-F238E27FC236}">
                <a16:creationId xmlns:a16="http://schemas.microsoft.com/office/drawing/2014/main" id="{376595AA-E902-9045-3B88-3D7C67B10FCF}"/>
              </a:ext>
            </a:extLst>
          </p:cNvPr>
          <p:cNvPicPr>
            <a:picLocks noChangeAspect="1"/>
          </p:cNvPicPr>
          <p:nvPr/>
        </p:nvPicPr>
        <p:blipFill>
          <a:blip r:embed="rId3"/>
          <a:stretch>
            <a:fillRect/>
          </a:stretch>
        </p:blipFill>
        <p:spPr>
          <a:xfrm>
            <a:off x="7781269" y="3650812"/>
            <a:ext cx="3573939" cy="2620041"/>
          </a:xfrm>
          <a:prstGeom prst="rect">
            <a:avLst/>
          </a:prstGeom>
        </p:spPr>
      </p:pic>
      <p:sp>
        <p:nvSpPr>
          <p:cNvPr id="7" name="テキスト ボックス 6">
            <a:extLst>
              <a:ext uri="{FF2B5EF4-FFF2-40B4-BE49-F238E27FC236}">
                <a16:creationId xmlns:a16="http://schemas.microsoft.com/office/drawing/2014/main" id="{D1A89763-F811-A950-5D05-4DB49D7DFCF1}"/>
              </a:ext>
            </a:extLst>
          </p:cNvPr>
          <p:cNvSpPr txBox="1"/>
          <p:nvPr/>
        </p:nvSpPr>
        <p:spPr>
          <a:xfrm>
            <a:off x="7909400" y="6365568"/>
            <a:ext cx="3185487" cy="369332"/>
          </a:xfrm>
          <a:prstGeom prst="rect">
            <a:avLst/>
          </a:prstGeom>
          <a:noFill/>
        </p:spPr>
        <p:txBody>
          <a:bodyPr wrap="none" rtlCol="0">
            <a:spAutoFit/>
          </a:bodyPr>
          <a:lstStyle/>
          <a:p>
            <a:r>
              <a:rPr lang="en-US" altLang="ja-JP" dirty="0"/>
              <a:t>3</a:t>
            </a:r>
            <a:r>
              <a:rPr lang="ja-JP" altLang="en-US"/>
              <a:t>残基ペプチドの活性予測結果</a:t>
            </a:r>
            <a:endParaRPr kumimoji="1" lang="ja-JP" altLang="en-US"/>
          </a:p>
        </p:txBody>
      </p:sp>
      <p:sp>
        <p:nvSpPr>
          <p:cNvPr id="9" name="コンテンツ プレースホルダー 2">
            <a:extLst>
              <a:ext uri="{FF2B5EF4-FFF2-40B4-BE49-F238E27FC236}">
                <a16:creationId xmlns:a16="http://schemas.microsoft.com/office/drawing/2014/main" id="{DD213665-FCB1-2871-29F7-47AE1A103200}"/>
              </a:ext>
            </a:extLst>
          </p:cNvPr>
          <p:cNvSpPr>
            <a:spLocks noGrp="1"/>
          </p:cNvSpPr>
          <p:nvPr>
            <p:ph idx="1"/>
          </p:nvPr>
        </p:nvSpPr>
        <p:spPr>
          <a:xfrm>
            <a:off x="546100" y="1038483"/>
            <a:ext cx="6881661" cy="5696417"/>
          </a:xfrm>
        </p:spPr>
        <p:txBody>
          <a:bodyPr>
            <a:normAutofit/>
          </a:bodyPr>
          <a:lstStyle/>
          <a:p>
            <a:pPr>
              <a:spcBef>
                <a:spcPts val="400"/>
              </a:spcBef>
            </a:pPr>
            <a:r>
              <a:rPr kumimoji="1" lang="ja-JP" altLang="en-US" sz="1800" b="0"/>
              <a:t>教師データ</a:t>
            </a:r>
            <a:r>
              <a:rPr kumimoji="1" lang="en-US" altLang="ja-JP" sz="1800" b="0" dirty="0"/>
              <a:t>(</a:t>
            </a:r>
            <a:r>
              <a:rPr kumimoji="1" lang="ja-JP" altLang="en-US" sz="1800" b="0"/>
              <a:t>学習データを</a:t>
            </a:r>
            <a:r>
              <a:rPr kumimoji="1" lang="en-US" altLang="ja-JP" sz="1800" b="0" dirty="0"/>
              <a:t>80%, </a:t>
            </a:r>
            <a:r>
              <a:rPr kumimoji="1" lang="ja-JP" altLang="en-US" sz="1800" b="0"/>
              <a:t>教師データを</a:t>
            </a:r>
            <a:r>
              <a:rPr kumimoji="1" lang="en-US" altLang="ja-JP" sz="1800" b="0" dirty="0"/>
              <a:t>20%</a:t>
            </a:r>
            <a:r>
              <a:rPr kumimoji="1" lang="ja-JP" altLang="en-US" sz="1800" b="0"/>
              <a:t>でランダムにサンプリングした</a:t>
            </a:r>
            <a:r>
              <a:rPr kumimoji="1" lang="en-US" altLang="ja-JP" sz="1800" b="0" dirty="0"/>
              <a:t>)</a:t>
            </a:r>
            <a:r>
              <a:rPr kumimoji="1" lang="ja-JP" altLang="en-US" sz="1800" b="0"/>
              <a:t>の予測結果では適合率</a:t>
            </a:r>
            <a:r>
              <a:rPr kumimoji="1" lang="en-US" altLang="ja-JP" sz="1800" b="0" dirty="0"/>
              <a:t>82%</a:t>
            </a:r>
            <a:r>
              <a:rPr kumimoji="1" lang="ja-JP" altLang="en-US" sz="1800" b="0"/>
              <a:t>と、予測精度としては良いモデルが得られたと言える。</a:t>
            </a:r>
            <a:endParaRPr kumimoji="1" lang="en-US" altLang="ja-JP" sz="1800" b="0" dirty="0"/>
          </a:p>
          <a:p>
            <a:pPr>
              <a:spcBef>
                <a:spcPts val="400"/>
              </a:spcBef>
            </a:pPr>
            <a:r>
              <a:rPr lang="ja-JP" altLang="en-US" sz="1800" b="0"/>
              <a:t>しかし、</a:t>
            </a:r>
            <a:r>
              <a:rPr lang="en-US" altLang="ja-JP" sz="1800" b="0" dirty="0"/>
              <a:t>3</a:t>
            </a:r>
            <a:r>
              <a:rPr lang="ja-JP" altLang="en-US" sz="1800" b="0"/>
              <a:t>残基ペプチドの予測では、ほとんどのペプチドが活性が出る</a:t>
            </a:r>
            <a:r>
              <a:rPr lang="en-US" altLang="ja-JP" sz="1800" b="0" dirty="0"/>
              <a:t>(0.5</a:t>
            </a:r>
            <a:r>
              <a:rPr lang="ja-JP" altLang="en-US" sz="1800" b="0"/>
              <a:t>以上</a:t>
            </a:r>
            <a:r>
              <a:rPr lang="en-US" altLang="ja-JP" sz="1800" b="0" dirty="0"/>
              <a:t>)</a:t>
            </a:r>
            <a:r>
              <a:rPr lang="ja-JP" altLang="en-US" sz="1800" b="0"/>
              <a:t>と予測され、正しい予測ではないように思える。</a:t>
            </a:r>
            <a:endParaRPr lang="en-US" altLang="ja-JP" sz="1800" b="0" dirty="0"/>
          </a:p>
          <a:p>
            <a:pPr lvl="1">
              <a:spcBef>
                <a:spcPts val="400"/>
              </a:spcBef>
            </a:pPr>
            <a:r>
              <a:rPr kumimoji="1" lang="ja-JP" altLang="en-US" b="0">
                <a:latin typeface="+mn-ea"/>
                <a:ea typeface="+mn-ea"/>
              </a:rPr>
              <a:t>学習によって、たまたまペプチドに有利な</a:t>
            </a:r>
            <a:r>
              <a:rPr lang="ja-JP" altLang="en-US">
                <a:latin typeface="+mn-ea"/>
                <a:ea typeface="+mn-ea"/>
              </a:rPr>
              <a:t>部分構造が重み付けされている可能性がある。</a:t>
            </a:r>
            <a:endParaRPr lang="en-US" altLang="ja-JP" dirty="0">
              <a:latin typeface="+mn-ea"/>
              <a:ea typeface="+mn-ea"/>
            </a:endParaRPr>
          </a:p>
          <a:p>
            <a:pPr lvl="2">
              <a:spcBef>
                <a:spcPts val="400"/>
              </a:spcBef>
            </a:pPr>
            <a:r>
              <a:rPr lang="ja-JP" altLang="en-US" sz="1800" b="1" u="sng">
                <a:latin typeface="+mn-ea"/>
              </a:rPr>
              <a:t>部分構造を見ることができるので、それを見てどういう構造が重み付けされているのかを確認する。</a:t>
            </a:r>
            <a:endParaRPr lang="en-US" altLang="ja-JP" sz="1800" b="1" u="sng" dirty="0">
              <a:latin typeface="+mn-ea"/>
              <a:ea typeface="+mn-ea"/>
            </a:endParaRPr>
          </a:p>
          <a:p>
            <a:pPr lvl="1">
              <a:spcBef>
                <a:spcPts val="400"/>
              </a:spcBef>
            </a:pPr>
            <a:r>
              <a:rPr lang="en-US" altLang="ja-JP" dirty="0">
                <a:latin typeface="+mn-ea"/>
                <a:ea typeface="+mn-ea"/>
              </a:rPr>
              <a:t>EC50</a:t>
            </a:r>
            <a:r>
              <a:rPr lang="ja-JP" altLang="en-US">
                <a:latin typeface="+mn-ea"/>
                <a:ea typeface="+mn-ea"/>
              </a:rPr>
              <a:t>が</a:t>
            </a:r>
            <a:r>
              <a:rPr lang="en-US" altLang="ja-JP" dirty="0">
                <a:latin typeface="+mn-ea"/>
                <a:ea typeface="+mn-ea"/>
              </a:rPr>
              <a:t>500µM</a:t>
            </a:r>
            <a:r>
              <a:rPr lang="ja-JP" altLang="en-US">
                <a:latin typeface="+mn-ea"/>
                <a:ea typeface="+mn-ea"/>
              </a:rPr>
              <a:t>以上か未満かの</a:t>
            </a:r>
            <a:r>
              <a:rPr lang="en-US" altLang="ja-JP" dirty="0">
                <a:latin typeface="+mn-ea"/>
                <a:ea typeface="+mn-ea"/>
              </a:rPr>
              <a:t>2</a:t>
            </a:r>
            <a:r>
              <a:rPr lang="ja-JP" altLang="en-US">
                <a:latin typeface="+mn-ea"/>
                <a:ea typeface="+mn-ea"/>
              </a:rPr>
              <a:t>値分類により、</a:t>
            </a:r>
            <a:r>
              <a:rPr lang="en-US" altLang="ja-JP" dirty="0">
                <a:latin typeface="+mn-ea"/>
                <a:ea typeface="+mn-ea"/>
              </a:rPr>
              <a:t>500µM</a:t>
            </a:r>
            <a:r>
              <a:rPr lang="ja-JP" altLang="en-US">
                <a:latin typeface="+mn-ea"/>
                <a:ea typeface="+mn-ea"/>
              </a:rPr>
              <a:t>付近の重要な構造が無視されてしまっている可能性がある。</a:t>
            </a:r>
            <a:endParaRPr lang="en-US" altLang="ja-JP" dirty="0">
              <a:latin typeface="+mn-ea"/>
              <a:ea typeface="+mn-ea"/>
            </a:endParaRPr>
          </a:p>
          <a:p>
            <a:pPr lvl="2">
              <a:spcBef>
                <a:spcPts val="400"/>
              </a:spcBef>
            </a:pPr>
            <a:r>
              <a:rPr lang="ja-JP" altLang="en-US" sz="1800" b="1" u="sng">
                <a:latin typeface="+mn-ea"/>
              </a:rPr>
              <a:t>回帰モデルで学習をすることができないかを試みる。</a:t>
            </a:r>
            <a:endParaRPr lang="en-US" altLang="ja-JP" sz="1800" b="1" u="sng" dirty="0">
              <a:latin typeface="+mn-ea"/>
            </a:endParaRPr>
          </a:p>
          <a:p>
            <a:pPr lvl="2">
              <a:spcBef>
                <a:spcPts val="400"/>
              </a:spcBef>
            </a:pPr>
            <a:r>
              <a:rPr lang="en-US" altLang="ja-JP" sz="1800" b="1" u="sng" dirty="0">
                <a:latin typeface="+mn-ea"/>
              </a:rPr>
              <a:t>SVM</a:t>
            </a:r>
            <a:r>
              <a:rPr lang="ja-JP" altLang="en-US" sz="1800" b="1" u="sng">
                <a:latin typeface="+mn-ea"/>
              </a:rPr>
              <a:t>や</a:t>
            </a:r>
            <a:r>
              <a:rPr lang="en-US" altLang="ja-JP" sz="1800" b="1" u="sng" dirty="0" err="1">
                <a:latin typeface="+mn-ea"/>
              </a:rPr>
              <a:t>XGBoost</a:t>
            </a:r>
            <a:r>
              <a:rPr lang="ja-JP" altLang="en-US" sz="1800" b="1" u="sng">
                <a:latin typeface="+mn-ea"/>
              </a:rPr>
              <a:t>などの他のモデルで学習を試みる。</a:t>
            </a:r>
            <a:endParaRPr lang="en-US" altLang="ja-JP" sz="1800" b="1" u="sng" dirty="0">
              <a:latin typeface="+mn-ea"/>
              <a:ea typeface="+mn-ea"/>
            </a:endParaRPr>
          </a:p>
        </p:txBody>
      </p:sp>
    </p:spTree>
    <p:extLst>
      <p:ext uri="{BB962C8B-B14F-4D97-AF65-F5344CB8AC3E}">
        <p14:creationId xmlns:p14="http://schemas.microsoft.com/office/powerpoint/2010/main" val="34456778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493B5946-ED6D-089E-C48F-A17D118D04CB}"/>
              </a:ext>
            </a:extLst>
          </p:cNvPr>
          <p:cNvSpPr>
            <a:spLocks noGrp="1"/>
          </p:cNvSpPr>
          <p:nvPr>
            <p:ph idx="1"/>
          </p:nvPr>
        </p:nvSpPr>
        <p:spPr>
          <a:xfrm>
            <a:off x="546100" y="1038484"/>
            <a:ext cx="11099800" cy="469900"/>
          </a:xfrm>
        </p:spPr>
        <p:txBody>
          <a:bodyPr>
            <a:normAutofit lnSpcReduction="10000"/>
          </a:bodyPr>
          <a:lstStyle/>
          <a:p>
            <a:pPr marL="0" indent="0">
              <a:buNone/>
            </a:pPr>
            <a:r>
              <a:rPr kumimoji="1" lang="ja-JP" altLang="en-US"/>
              <a:t>短期予定</a:t>
            </a:r>
          </a:p>
        </p:txBody>
      </p:sp>
      <p:sp>
        <p:nvSpPr>
          <p:cNvPr id="4" name="テキスト プレースホルダー 3">
            <a:extLst>
              <a:ext uri="{FF2B5EF4-FFF2-40B4-BE49-F238E27FC236}">
                <a16:creationId xmlns:a16="http://schemas.microsoft.com/office/drawing/2014/main" id="{91CE3F74-8A89-FDDF-93AC-6086F7A6ED20}"/>
              </a:ext>
            </a:extLst>
          </p:cNvPr>
          <p:cNvSpPr>
            <a:spLocks noGrp="1"/>
          </p:cNvSpPr>
          <p:nvPr>
            <p:ph type="body" sz="quarter" idx="11"/>
          </p:nvPr>
        </p:nvSpPr>
        <p:spPr/>
        <p:txBody>
          <a:bodyPr>
            <a:normAutofit lnSpcReduction="10000"/>
          </a:bodyPr>
          <a:lstStyle/>
          <a:p>
            <a:r>
              <a:rPr kumimoji="1" lang="ja-JP" altLang="en-US"/>
              <a:t>今後の予定</a:t>
            </a:r>
          </a:p>
        </p:txBody>
      </p:sp>
      <p:graphicFrame>
        <p:nvGraphicFramePr>
          <p:cNvPr id="5" name="表 4">
            <a:extLst>
              <a:ext uri="{FF2B5EF4-FFF2-40B4-BE49-F238E27FC236}">
                <a16:creationId xmlns:a16="http://schemas.microsoft.com/office/drawing/2014/main" id="{DB6E4A7A-31E8-F7AB-957A-38C0F4677A92}"/>
              </a:ext>
            </a:extLst>
          </p:cNvPr>
          <p:cNvGraphicFramePr>
            <a:graphicFrameLocks noGrp="1"/>
          </p:cNvGraphicFramePr>
          <p:nvPr>
            <p:extLst>
              <p:ext uri="{D42A27DB-BD31-4B8C-83A1-F6EECF244321}">
                <p14:modId xmlns:p14="http://schemas.microsoft.com/office/powerpoint/2010/main" val="620897945"/>
              </p:ext>
            </p:extLst>
          </p:nvPr>
        </p:nvGraphicFramePr>
        <p:xfrm>
          <a:off x="546100" y="1480103"/>
          <a:ext cx="11119874" cy="1944423"/>
        </p:xfrm>
        <a:graphic>
          <a:graphicData uri="http://schemas.openxmlformats.org/drawingml/2006/table">
            <a:tbl>
              <a:tblPr firstRow="1">
                <a:tableStyleId>{5C22544A-7EE6-4342-B048-85BDC9FD1C3A}</a:tableStyleId>
              </a:tblPr>
              <a:tblGrid>
                <a:gridCol w="5128836">
                  <a:extLst>
                    <a:ext uri="{9D8B030D-6E8A-4147-A177-3AD203B41FA5}">
                      <a16:colId xmlns:a16="http://schemas.microsoft.com/office/drawing/2014/main" val="3371328493"/>
                    </a:ext>
                  </a:extLst>
                </a:gridCol>
                <a:gridCol w="2111604">
                  <a:extLst>
                    <a:ext uri="{9D8B030D-6E8A-4147-A177-3AD203B41FA5}">
                      <a16:colId xmlns:a16="http://schemas.microsoft.com/office/drawing/2014/main" val="2336952824"/>
                    </a:ext>
                  </a:extLst>
                </a:gridCol>
                <a:gridCol w="2055044">
                  <a:extLst>
                    <a:ext uri="{9D8B030D-6E8A-4147-A177-3AD203B41FA5}">
                      <a16:colId xmlns:a16="http://schemas.microsoft.com/office/drawing/2014/main" val="3322159680"/>
                    </a:ext>
                  </a:extLst>
                </a:gridCol>
                <a:gridCol w="1824390">
                  <a:extLst>
                    <a:ext uri="{9D8B030D-6E8A-4147-A177-3AD203B41FA5}">
                      <a16:colId xmlns:a16="http://schemas.microsoft.com/office/drawing/2014/main" val="1025667938"/>
                    </a:ext>
                  </a:extLst>
                </a:gridCol>
              </a:tblGrid>
              <a:tr h="400465">
                <a:tc>
                  <a:txBody>
                    <a:bodyPr/>
                    <a:lstStyle/>
                    <a:p>
                      <a:pPr algn="ctr"/>
                      <a:endParaRPr kumimoji="1" lang="ja-JP" alt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p>
                      <a:pPr algn="ctr"/>
                      <a:r>
                        <a:rPr kumimoji="1" lang="en-US" altLang="ja-JP" dirty="0"/>
                        <a:t>9/17〜9/20</a:t>
                      </a:r>
                      <a:endParaRPr kumimoji="1" lang="ja-JP" alt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p>
                      <a:pPr algn="ctr"/>
                      <a:r>
                        <a:rPr kumimoji="1" lang="en-US" altLang="ja-JP" dirty="0"/>
                        <a:t>9/24〜9/27</a:t>
                      </a:r>
                      <a:endParaRPr kumimoji="1" lang="ja-JP" alt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a:r>
                        <a:rPr kumimoji="1" lang="en-US" altLang="ja-JP" dirty="0"/>
                        <a:t>9/30〜10/2</a:t>
                      </a:r>
                      <a:endParaRPr kumimoji="1" lang="ja-JP" alt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642672014"/>
                  </a:ext>
                </a:extLst>
              </a:tr>
              <a:tr h="482018">
                <a:tc>
                  <a:txBody>
                    <a:bodyPr/>
                    <a:lstStyle/>
                    <a:p>
                      <a:pPr algn="l"/>
                      <a:r>
                        <a:rPr kumimoji="1" lang="ja-JP" altLang="en-US"/>
                        <a:t>窒素吹き付けでのペプチド合成</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88361630"/>
                  </a:ext>
                </a:extLst>
              </a:tr>
              <a:tr h="530970">
                <a:tc>
                  <a:txBody>
                    <a:bodyPr/>
                    <a:lstStyle/>
                    <a:p>
                      <a:pPr algn="l"/>
                      <a:r>
                        <a:rPr kumimoji="1" lang="ja-JP" altLang="en-US"/>
                        <a:t>雑誌会準備</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05393681"/>
                  </a:ext>
                </a:extLst>
              </a:tr>
              <a:tr h="530970">
                <a:tc>
                  <a:txBody>
                    <a:bodyPr/>
                    <a:lstStyle/>
                    <a:p>
                      <a:pPr algn="l"/>
                      <a:r>
                        <a:rPr kumimoji="1" lang="en-US" altLang="ja-JP" dirty="0"/>
                        <a:t>(</a:t>
                      </a:r>
                      <a:r>
                        <a:rPr kumimoji="1" lang="ja-JP" altLang="en-US"/>
                        <a:t>合成できたら</a:t>
                      </a:r>
                      <a:r>
                        <a:rPr kumimoji="1" lang="en-US" altLang="ja-JP" dirty="0"/>
                        <a:t>)TGR5</a:t>
                      </a:r>
                      <a:r>
                        <a:rPr kumimoji="1" lang="ja-JP" altLang="en-US"/>
                        <a:t>活性評価</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35299942"/>
                  </a:ext>
                </a:extLst>
              </a:tr>
            </a:tbl>
          </a:graphicData>
        </a:graphic>
      </p:graphicFrame>
      <p:sp>
        <p:nvSpPr>
          <p:cNvPr id="15" name="コンテンツ プレースホルダー 2">
            <a:extLst>
              <a:ext uri="{FF2B5EF4-FFF2-40B4-BE49-F238E27FC236}">
                <a16:creationId xmlns:a16="http://schemas.microsoft.com/office/drawing/2014/main" id="{D0B811FE-8E4F-9370-B4A4-9EF0C74C17BB}"/>
              </a:ext>
            </a:extLst>
          </p:cNvPr>
          <p:cNvSpPr txBox="1">
            <a:spLocks/>
          </p:cNvSpPr>
          <p:nvPr/>
        </p:nvSpPr>
        <p:spPr>
          <a:xfrm>
            <a:off x="546100" y="3912072"/>
            <a:ext cx="11099800" cy="2809238"/>
          </a:xfrm>
          <a:prstGeom prst="rect">
            <a:avLst/>
          </a:prstGeom>
        </p:spPr>
        <p:txBody>
          <a:bodyPr vert="horz" lIns="91440" tIns="45720" rIns="91440" bIns="45720" rtlCol="0">
            <a:normAutofit/>
          </a:bodyPr>
          <a:lstStyle>
            <a:lvl1pPr marL="457200" indent="-457200" algn="l" defTabSz="914400" rtl="0" eaLnBrk="1" latinLnBrk="0" hangingPunct="1">
              <a:lnSpc>
                <a:spcPct val="110000"/>
              </a:lnSpc>
              <a:spcBef>
                <a:spcPts val="1800"/>
              </a:spcBef>
              <a:buClr>
                <a:schemeClr val="accent4"/>
              </a:buClr>
              <a:buFont typeface="Wingdings" panose="05000000000000000000" pitchFamily="2" charset="2"/>
              <a:buChar char="l"/>
              <a:defRPr kumimoji="1" sz="2000" b="1" kern="1200">
                <a:solidFill>
                  <a:schemeClr val="tx1"/>
                </a:solidFill>
                <a:latin typeface="游ゴシック" panose="020B0400000000000000" pitchFamily="50" charset="-128"/>
                <a:ea typeface="游ゴシック" panose="020B0400000000000000" pitchFamily="50" charset="-128"/>
                <a:cs typeface="+mn-cs"/>
              </a:defRPr>
            </a:lvl1pPr>
            <a:lvl2pPr marL="800100" marR="0" indent="-342900" algn="l" defTabSz="914400" rtl="0" eaLnBrk="1" fontAlgn="auto" latinLnBrk="0" hangingPunct="1">
              <a:lnSpc>
                <a:spcPct val="110000"/>
              </a:lnSpc>
              <a:spcBef>
                <a:spcPts val="0"/>
              </a:spcBef>
              <a:spcAft>
                <a:spcPts val="0"/>
              </a:spcAft>
              <a:buClrTx/>
              <a:buSzTx/>
              <a:buFont typeface="Wingdings" panose="05000000000000000000" pitchFamily="2" charset="2"/>
              <a:buChar char="l"/>
              <a:tabLst/>
              <a:defRPr kumimoji="1" sz="1800" kern="1200">
                <a:solidFill>
                  <a:schemeClr val="tx1"/>
                </a:solidFill>
                <a:latin typeface="游ゴシック Medium" panose="020B0500000000000000" pitchFamily="50" charset="-128"/>
                <a:ea typeface="游ゴシック Medium" panose="020B0500000000000000" pitchFamily="50" charset="-128"/>
                <a:cs typeface="+mn-cs"/>
              </a:defRPr>
            </a:lvl2pPr>
            <a:lvl3pPr marL="1252538" indent="-338138"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3pPr>
            <a:lvl4pPr marL="1706563" indent="-334963"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4pPr>
            <a:lvl5pPr marL="2151063" indent="-322263"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Wingdings" panose="05000000000000000000" pitchFamily="2" charset="2"/>
              <a:buNone/>
            </a:pPr>
            <a:r>
              <a:rPr lang="ja-JP" altLang="en-US"/>
              <a:t>長期</a:t>
            </a:r>
            <a:r>
              <a:rPr lang="ja-JP" altLang="en-US">
                <a:latin typeface="+mn-ea"/>
                <a:ea typeface="+mn-ea"/>
              </a:rPr>
              <a:t>予定</a:t>
            </a:r>
            <a:endParaRPr lang="en-US" altLang="ja-JP" dirty="0">
              <a:latin typeface="+mn-ea"/>
              <a:ea typeface="+mn-ea"/>
            </a:endParaRPr>
          </a:p>
          <a:p>
            <a:r>
              <a:rPr lang="en-US" altLang="ja-JP" dirty="0">
                <a:latin typeface="+mn-ea"/>
                <a:ea typeface="+mn-ea"/>
              </a:rPr>
              <a:t>TGR5</a:t>
            </a:r>
            <a:r>
              <a:rPr lang="ja-JP" altLang="en-US">
                <a:latin typeface="+mn-ea"/>
                <a:ea typeface="+mn-ea"/>
              </a:rPr>
              <a:t>活性予測モデルの改善</a:t>
            </a:r>
            <a:endParaRPr lang="en-US" altLang="ja-JP" dirty="0">
              <a:latin typeface="+mn-ea"/>
              <a:ea typeface="+mn-ea"/>
            </a:endParaRPr>
          </a:p>
        </p:txBody>
      </p:sp>
      <p:grpSp>
        <p:nvGrpSpPr>
          <p:cNvPr id="16" name="グループ化 15">
            <a:extLst>
              <a:ext uri="{FF2B5EF4-FFF2-40B4-BE49-F238E27FC236}">
                <a16:creationId xmlns:a16="http://schemas.microsoft.com/office/drawing/2014/main" id="{95B5B3D5-8931-E5D6-5DA7-65DBB2E90259}"/>
              </a:ext>
            </a:extLst>
          </p:cNvPr>
          <p:cNvGrpSpPr/>
          <p:nvPr/>
        </p:nvGrpSpPr>
        <p:grpSpPr>
          <a:xfrm rot="5400000">
            <a:off x="7631053" y="510132"/>
            <a:ext cx="353858" cy="4241897"/>
            <a:chOff x="7800489" y="2818451"/>
            <a:chExt cx="840658" cy="2492477"/>
          </a:xfrm>
        </p:grpSpPr>
        <p:sp>
          <p:nvSpPr>
            <p:cNvPr id="17" name="二等辺三角形 23">
              <a:extLst>
                <a:ext uri="{FF2B5EF4-FFF2-40B4-BE49-F238E27FC236}">
                  <a16:creationId xmlns:a16="http://schemas.microsoft.com/office/drawing/2014/main" id="{4D638BC3-D6EB-C369-8F06-41F31AB1094A}"/>
                </a:ext>
              </a:extLst>
            </p:cNvPr>
            <p:cNvSpPr/>
            <p:nvPr/>
          </p:nvSpPr>
          <p:spPr>
            <a:xfrm>
              <a:off x="7800489" y="2818451"/>
              <a:ext cx="840658" cy="412955"/>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二等辺三角形 24">
              <a:extLst>
                <a:ext uri="{FF2B5EF4-FFF2-40B4-BE49-F238E27FC236}">
                  <a16:creationId xmlns:a16="http://schemas.microsoft.com/office/drawing/2014/main" id="{6720C1A0-8C65-0CED-28FD-57BEF7172545}"/>
                </a:ext>
              </a:extLst>
            </p:cNvPr>
            <p:cNvSpPr/>
            <p:nvPr/>
          </p:nvSpPr>
          <p:spPr>
            <a:xfrm rot="10800000">
              <a:off x="8070268" y="3224031"/>
              <a:ext cx="274331" cy="2086897"/>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9" name="グループ化 18">
            <a:extLst>
              <a:ext uri="{FF2B5EF4-FFF2-40B4-BE49-F238E27FC236}">
                <a16:creationId xmlns:a16="http://schemas.microsoft.com/office/drawing/2014/main" id="{45DF8A0C-F77F-DA00-250B-88A0BEF26505}"/>
              </a:ext>
            </a:extLst>
          </p:cNvPr>
          <p:cNvGrpSpPr/>
          <p:nvPr/>
        </p:nvGrpSpPr>
        <p:grpSpPr>
          <a:xfrm rot="5400000">
            <a:off x="7638199" y="14026"/>
            <a:ext cx="339565" cy="4241896"/>
            <a:chOff x="7800489" y="2818451"/>
            <a:chExt cx="840658" cy="2492477"/>
          </a:xfrm>
        </p:grpSpPr>
        <p:sp>
          <p:nvSpPr>
            <p:cNvPr id="20" name="二等辺三角形 23">
              <a:extLst>
                <a:ext uri="{FF2B5EF4-FFF2-40B4-BE49-F238E27FC236}">
                  <a16:creationId xmlns:a16="http://schemas.microsoft.com/office/drawing/2014/main" id="{345C67FD-E417-F7FB-EA5B-16E93B85B8BD}"/>
                </a:ext>
              </a:extLst>
            </p:cNvPr>
            <p:cNvSpPr/>
            <p:nvPr/>
          </p:nvSpPr>
          <p:spPr>
            <a:xfrm>
              <a:off x="7800489" y="2818451"/>
              <a:ext cx="840658" cy="412955"/>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二等辺三角形 24">
              <a:extLst>
                <a:ext uri="{FF2B5EF4-FFF2-40B4-BE49-F238E27FC236}">
                  <a16:creationId xmlns:a16="http://schemas.microsoft.com/office/drawing/2014/main" id="{A9A971C1-C327-1B98-1A22-2167D02D163F}"/>
                </a:ext>
              </a:extLst>
            </p:cNvPr>
            <p:cNvSpPr/>
            <p:nvPr/>
          </p:nvSpPr>
          <p:spPr>
            <a:xfrm rot="10800000">
              <a:off x="8070268" y="3224031"/>
              <a:ext cx="274331" cy="2086897"/>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22" name="グループ化 21">
            <a:extLst>
              <a:ext uri="{FF2B5EF4-FFF2-40B4-BE49-F238E27FC236}">
                <a16:creationId xmlns:a16="http://schemas.microsoft.com/office/drawing/2014/main" id="{E6025408-6E19-1D4F-5E28-4A0798C7C1EA}"/>
              </a:ext>
            </a:extLst>
          </p:cNvPr>
          <p:cNvGrpSpPr/>
          <p:nvPr/>
        </p:nvGrpSpPr>
        <p:grpSpPr>
          <a:xfrm rot="5400000">
            <a:off x="10610486" y="2320585"/>
            <a:ext cx="353858" cy="1716970"/>
            <a:chOff x="7800489" y="2818451"/>
            <a:chExt cx="840658" cy="2492477"/>
          </a:xfrm>
        </p:grpSpPr>
        <p:sp>
          <p:nvSpPr>
            <p:cNvPr id="23" name="二等辺三角形 23">
              <a:extLst>
                <a:ext uri="{FF2B5EF4-FFF2-40B4-BE49-F238E27FC236}">
                  <a16:creationId xmlns:a16="http://schemas.microsoft.com/office/drawing/2014/main" id="{2DE3125C-DB43-7B86-4ABD-5EAD1EF631D3}"/>
                </a:ext>
              </a:extLst>
            </p:cNvPr>
            <p:cNvSpPr/>
            <p:nvPr/>
          </p:nvSpPr>
          <p:spPr>
            <a:xfrm>
              <a:off x="7800489" y="2818451"/>
              <a:ext cx="840658" cy="412955"/>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二等辺三角形 24">
              <a:extLst>
                <a:ext uri="{FF2B5EF4-FFF2-40B4-BE49-F238E27FC236}">
                  <a16:creationId xmlns:a16="http://schemas.microsoft.com/office/drawing/2014/main" id="{AB5866F8-5695-9758-EF88-F74CD4CEA10D}"/>
                </a:ext>
              </a:extLst>
            </p:cNvPr>
            <p:cNvSpPr/>
            <p:nvPr/>
          </p:nvSpPr>
          <p:spPr>
            <a:xfrm rot="10800000">
              <a:off x="8070268" y="3224031"/>
              <a:ext cx="274331" cy="2086897"/>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Tree>
    <p:extLst>
      <p:ext uri="{BB962C8B-B14F-4D97-AF65-F5344CB8AC3E}">
        <p14:creationId xmlns:p14="http://schemas.microsoft.com/office/powerpoint/2010/main" val="20537810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テキスト プレースホルダー 3">
            <a:extLst>
              <a:ext uri="{FF2B5EF4-FFF2-40B4-BE49-F238E27FC236}">
                <a16:creationId xmlns:a16="http://schemas.microsoft.com/office/drawing/2014/main" id="{7573968E-BF17-4017-AA59-5326CD607CE0}"/>
              </a:ext>
            </a:extLst>
          </p:cNvPr>
          <p:cNvSpPr>
            <a:spLocks noGrp="1"/>
          </p:cNvSpPr>
          <p:nvPr>
            <p:ph type="body" sz="quarter" idx="11"/>
          </p:nvPr>
        </p:nvSpPr>
        <p:spPr/>
        <p:txBody>
          <a:bodyPr>
            <a:normAutofit lnSpcReduction="10000"/>
          </a:bodyPr>
          <a:lstStyle/>
          <a:p>
            <a:r>
              <a:rPr kumimoji="1" lang="ja-JP" altLang="en-US"/>
              <a:t>素材集</a:t>
            </a:r>
          </a:p>
        </p:txBody>
      </p:sp>
      <p:pic>
        <p:nvPicPr>
          <p:cNvPr id="16" name="図 15" descr="巣蜜, 建物, ミラー が含まれている画像&#10;&#10;自動的に生成された説明">
            <a:extLst>
              <a:ext uri="{FF2B5EF4-FFF2-40B4-BE49-F238E27FC236}">
                <a16:creationId xmlns:a16="http://schemas.microsoft.com/office/drawing/2014/main" id="{1D2721EE-CDF6-2723-5F42-7A778A6E52AC}"/>
              </a:ext>
            </a:extLst>
          </p:cNvPr>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5676222" y="1459222"/>
            <a:ext cx="1587500" cy="939800"/>
          </a:xfrm>
          <a:prstGeom prst="rect">
            <a:avLst/>
          </a:prstGeom>
        </p:spPr>
      </p:pic>
      <p:pic>
        <p:nvPicPr>
          <p:cNvPr id="18" name="図 17" descr="図形, 矢印&#10;&#10;自動的に生成された説明">
            <a:extLst>
              <a:ext uri="{FF2B5EF4-FFF2-40B4-BE49-F238E27FC236}">
                <a16:creationId xmlns:a16="http://schemas.microsoft.com/office/drawing/2014/main" id="{EC0A1FA9-5D5B-58B5-1E97-DE2015A4BF81}"/>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357611" y="2466286"/>
            <a:ext cx="492637" cy="469900"/>
          </a:xfrm>
          <a:prstGeom prst="rect">
            <a:avLst/>
          </a:prstGeom>
        </p:spPr>
      </p:pic>
      <p:pic>
        <p:nvPicPr>
          <p:cNvPr id="20" name="図 19">
            <a:extLst>
              <a:ext uri="{FF2B5EF4-FFF2-40B4-BE49-F238E27FC236}">
                <a16:creationId xmlns:a16="http://schemas.microsoft.com/office/drawing/2014/main" id="{C5FF0AA2-CB5C-D0DD-F01B-9F662F522922}"/>
              </a:ext>
            </a:extLst>
          </p:cNvPr>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401227" y="2914574"/>
            <a:ext cx="513124" cy="1026247"/>
          </a:xfrm>
          <a:prstGeom prst="rect">
            <a:avLst/>
          </a:prstGeom>
        </p:spPr>
      </p:pic>
      <p:pic>
        <p:nvPicPr>
          <p:cNvPr id="22" name="図 21" descr="背景パターン&#10;&#10;自動的に生成された説明">
            <a:extLst>
              <a:ext uri="{FF2B5EF4-FFF2-40B4-BE49-F238E27FC236}">
                <a16:creationId xmlns:a16="http://schemas.microsoft.com/office/drawing/2014/main" id="{5434239A-8B98-543D-152A-8C832CF2FE6F}"/>
              </a:ext>
            </a:extLst>
          </p:cNvPr>
          <p:cNvPicPr>
            <a:picLocks noChangeAspect="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8310182" y="1876690"/>
            <a:ext cx="676214" cy="1983054"/>
          </a:xfrm>
          <a:prstGeom prst="rect">
            <a:avLst/>
          </a:prstGeom>
        </p:spPr>
      </p:pic>
      <p:pic>
        <p:nvPicPr>
          <p:cNvPr id="26" name="図 25" descr="ダイアグラム&#10;&#10;低い精度で自動的に生成された説明">
            <a:extLst>
              <a:ext uri="{FF2B5EF4-FFF2-40B4-BE49-F238E27FC236}">
                <a16:creationId xmlns:a16="http://schemas.microsoft.com/office/drawing/2014/main" id="{A51E6FAD-F4B6-D44D-3059-D5006F095FA9}"/>
              </a:ext>
            </a:extLst>
          </p:cNvPr>
          <p:cNvPicPr>
            <a:picLocks noChangeAspect="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86564" y="1067113"/>
            <a:ext cx="2305783" cy="1611569"/>
          </a:xfrm>
          <a:prstGeom prst="rect">
            <a:avLst/>
          </a:prstGeom>
        </p:spPr>
      </p:pic>
      <p:pic>
        <p:nvPicPr>
          <p:cNvPr id="28" name="図 27" descr="洗面道具 が含まれている画像&#10;&#10;自動的に生成された説明">
            <a:extLst>
              <a:ext uri="{FF2B5EF4-FFF2-40B4-BE49-F238E27FC236}">
                <a16:creationId xmlns:a16="http://schemas.microsoft.com/office/drawing/2014/main" id="{B4245E6D-394C-C910-C428-32CB856ED7C4}"/>
              </a:ext>
            </a:extLst>
          </p:cNvPr>
          <p:cNvPicPr>
            <a:picLocks noChangeAspect="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817433" y="1157008"/>
            <a:ext cx="2209434" cy="1544228"/>
          </a:xfrm>
          <a:prstGeom prst="rect">
            <a:avLst/>
          </a:prstGeom>
        </p:spPr>
      </p:pic>
      <p:pic>
        <p:nvPicPr>
          <p:cNvPr id="30" name="図 29" descr="ダイアグラム&#10;&#10;自動的に生成された説明">
            <a:extLst>
              <a:ext uri="{FF2B5EF4-FFF2-40B4-BE49-F238E27FC236}">
                <a16:creationId xmlns:a16="http://schemas.microsoft.com/office/drawing/2014/main" id="{F7BB396B-089F-6019-752C-C7EF107744DD}"/>
              </a:ext>
            </a:extLst>
          </p:cNvPr>
          <p:cNvPicPr>
            <a:picLocks noChangeAspect="1"/>
          </p:cNvPicPr>
          <p:nvPr/>
        </p:nvPicPr>
        <p:blipFill>
          <a:blip r:embed="rId8">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54374" y="2914574"/>
            <a:ext cx="2391961" cy="1802276"/>
          </a:xfrm>
          <a:prstGeom prst="rect">
            <a:avLst/>
          </a:prstGeom>
        </p:spPr>
      </p:pic>
      <p:pic>
        <p:nvPicPr>
          <p:cNvPr id="32" name="図 31" descr="洗面道具 が含まれている画像&#10;&#10;自動的に生成された説明">
            <a:extLst>
              <a:ext uri="{FF2B5EF4-FFF2-40B4-BE49-F238E27FC236}">
                <a16:creationId xmlns:a16="http://schemas.microsoft.com/office/drawing/2014/main" id="{983C9901-2A7E-0A6B-4270-306CF53D1F17}"/>
              </a:ext>
            </a:extLst>
          </p:cNvPr>
          <p:cNvPicPr>
            <a:picLocks noChangeAspect="1"/>
          </p:cNvPicPr>
          <p:nvPr/>
        </p:nvPicPr>
        <p:blipFill>
          <a:blip r:embed="rId9">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962806" y="2630557"/>
            <a:ext cx="2391961" cy="1802276"/>
          </a:xfrm>
          <a:prstGeom prst="rect">
            <a:avLst/>
          </a:prstGeom>
        </p:spPr>
      </p:pic>
      <p:pic>
        <p:nvPicPr>
          <p:cNvPr id="3" name="図 2" descr="図形, 円&#10;&#10;自動的に生成された説明">
            <a:extLst>
              <a:ext uri="{FF2B5EF4-FFF2-40B4-BE49-F238E27FC236}">
                <a16:creationId xmlns:a16="http://schemas.microsoft.com/office/drawing/2014/main" id="{AE5E1DC3-04D7-8A10-2314-17AE2BED30F6}"/>
              </a:ext>
            </a:extLst>
          </p:cNvPr>
          <p:cNvPicPr>
            <a:picLocks noChangeAspect="1"/>
          </p:cNvPicPr>
          <p:nvPr/>
        </p:nvPicPr>
        <p:blipFill>
          <a:blip r:embed="rId10">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469972" y="5369457"/>
            <a:ext cx="1587500" cy="1140317"/>
          </a:xfrm>
          <a:prstGeom prst="rect">
            <a:avLst/>
          </a:prstGeom>
        </p:spPr>
      </p:pic>
      <p:sp>
        <p:nvSpPr>
          <p:cNvPr id="2" name="山形 1">
            <a:extLst>
              <a:ext uri="{FF2B5EF4-FFF2-40B4-BE49-F238E27FC236}">
                <a16:creationId xmlns:a16="http://schemas.microsoft.com/office/drawing/2014/main" id="{57F379B0-6B86-480F-CE5C-EE6CD4B817E1}"/>
              </a:ext>
            </a:extLst>
          </p:cNvPr>
          <p:cNvSpPr/>
          <p:nvPr/>
        </p:nvSpPr>
        <p:spPr>
          <a:xfrm>
            <a:off x="9550307" y="3554671"/>
            <a:ext cx="263384" cy="332252"/>
          </a:xfrm>
          <a:prstGeom prst="chevron">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accent4"/>
              </a:solidFill>
            </a:endParaRPr>
          </a:p>
        </p:txBody>
      </p:sp>
      <p:sp>
        <p:nvSpPr>
          <p:cNvPr id="5" name="円/楕円 4">
            <a:extLst>
              <a:ext uri="{FF2B5EF4-FFF2-40B4-BE49-F238E27FC236}">
                <a16:creationId xmlns:a16="http://schemas.microsoft.com/office/drawing/2014/main" id="{A8C07547-E8E0-D81E-39D1-0781AFCBA57A}"/>
              </a:ext>
            </a:extLst>
          </p:cNvPr>
          <p:cNvSpPr>
            <a:spLocks noChangeAspect="1"/>
          </p:cNvSpPr>
          <p:nvPr/>
        </p:nvSpPr>
        <p:spPr>
          <a:xfrm>
            <a:off x="7468688" y="1323193"/>
            <a:ext cx="144000" cy="144000"/>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円/楕円 5">
            <a:extLst>
              <a:ext uri="{FF2B5EF4-FFF2-40B4-BE49-F238E27FC236}">
                <a16:creationId xmlns:a16="http://schemas.microsoft.com/office/drawing/2014/main" id="{13DF3B36-46D7-5F19-E254-C48487CB4B47}"/>
              </a:ext>
            </a:extLst>
          </p:cNvPr>
          <p:cNvSpPr>
            <a:spLocks noChangeAspect="1"/>
          </p:cNvSpPr>
          <p:nvPr/>
        </p:nvSpPr>
        <p:spPr>
          <a:xfrm>
            <a:off x="7563454" y="1234974"/>
            <a:ext cx="144000" cy="144000"/>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円/楕円 6">
            <a:extLst>
              <a:ext uri="{FF2B5EF4-FFF2-40B4-BE49-F238E27FC236}">
                <a16:creationId xmlns:a16="http://schemas.microsoft.com/office/drawing/2014/main" id="{36048A23-EDC5-A5E2-B44A-F263FDB892BE}"/>
              </a:ext>
            </a:extLst>
          </p:cNvPr>
          <p:cNvSpPr>
            <a:spLocks noChangeAspect="1"/>
          </p:cNvSpPr>
          <p:nvPr/>
        </p:nvSpPr>
        <p:spPr>
          <a:xfrm>
            <a:off x="7695938" y="1267412"/>
            <a:ext cx="144000" cy="144000"/>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円/楕円 7">
            <a:extLst>
              <a:ext uri="{FF2B5EF4-FFF2-40B4-BE49-F238E27FC236}">
                <a16:creationId xmlns:a16="http://schemas.microsoft.com/office/drawing/2014/main" id="{58A7EAF2-E71F-BBD9-A258-2710F568D617}"/>
              </a:ext>
            </a:extLst>
          </p:cNvPr>
          <p:cNvSpPr>
            <a:spLocks noChangeAspect="1"/>
          </p:cNvSpPr>
          <p:nvPr/>
        </p:nvSpPr>
        <p:spPr>
          <a:xfrm>
            <a:off x="7801941" y="1172785"/>
            <a:ext cx="144000" cy="144000"/>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円/楕円 8">
            <a:extLst>
              <a:ext uri="{FF2B5EF4-FFF2-40B4-BE49-F238E27FC236}">
                <a16:creationId xmlns:a16="http://schemas.microsoft.com/office/drawing/2014/main" id="{FC24DCA8-5AAC-9E8B-8AB5-4C9BF49FF420}"/>
              </a:ext>
            </a:extLst>
          </p:cNvPr>
          <p:cNvSpPr>
            <a:spLocks noChangeAspect="1"/>
          </p:cNvSpPr>
          <p:nvPr/>
        </p:nvSpPr>
        <p:spPr>
          <a:xfrm>
            <a:off x="7931468" y="1201821"/>
            <a:ext cx="144000" cy="144000"/>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円/楕円 9">
            <a:extLst>
              <a:ext uri="{FF2B5EF4-FFF2-40B4-BE49-F238E27FC236}">
                <a16:creationId xmlns:a16="http://schemas.microsoft.com/office/drawing/2014/main" id="{DCCD1A78-C6EB-F0B0-FEBB-5484AB3D0051}"/>
              </a:ext>
            </a:extLst>
          </p:cNvPr>
          <p:cNvSpPr>
            <a:spLocks noChangeAspect="1"/>
          </p:cNvSpPr>
          <p:nvPr/>
        </p:nvSpPr>
        <p:spPr>
          <a:xfrm>
            <a:off x="8037471" y="1112655"/>
            <a:ext cx="144000" cy="144000"/>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1" name="図 10" descr="電子機器, コンパクトディスク が含まれている画像&#10;&#10;自動的に生成された説明">
            <a:extLst>
              <a:ext uri="{FF2B5EF4-FFF2-40B4-BE49-F238E27FC236}">
                <a16:creationId xmlns:a16="http://schemas.microsoft.com/office/drawing/2014/main" id="{9B2CB778-4614-47B1-AFA0-EC1FF6084832}"/>
              </a:ext>
            </a:extLst>
          </p:cNvPr>
          <p:cNvPicPr>
            <a:picLocks noChangeAspect="1"/>
          </p:cNvPicPr>
          <p:nvPr/>
        </p:nvPicPr>
        <p:blipFill rotWithShape="1">
          <a:blip r:embed="rId11">
            <a:clrChange>
              <a:clrFrom>
                <a:srgbClr val="FFFFFF"/>
              </a:clrFrom>
              <a:clrTo>
                <a:srgbClr val="FFFFFF">
                  <a:alpha val="0"/>
                </a:srgbClr>
              </a:clrTo>
            </a:clrChange>
            <a:extLst>
              <a:ext uri="{28A0092B-C50C-407E-A947-70E740481C1C}">
                <a14:useLocalDpi xmlns:a14="http://schemas.microsoft.com/office/drawing/2010/main" val="0"/>
              </a:ext>
            </a:extLst>
          </a:blip>
          <a:srcRect l="5428" t="3148" r="3607" b="3180"/>
          <a:stretch/>
        </p:blipFill>
        <p:spPr>
          <a:xfrm>
            <a:off x="4412197" y="4833930"/>
            <a:ext cx="1572768" cy="1323144"/>
          </a:xfrm>
          <a:prstGeom prst="rect">
            <a:avLst/>
          </a:prstGeom>
        </p:spPr>
      </p:pic>
      <p:pic>
        <p:nvPicPr>
          <p:cNvPr id="12" name="図 11" descr="アイコン&#10;&#10;自動的に生成された説明">
            <a:extLst>
              <a:ext uri="{FF2B5EF4-FFF2-40B4-BE49-F238E27FC236}">
                <a16:creationId xmlns:a16="http://schemas.microsoft.com/office/drawing/2014/main" id="{B4CB8EA3-D32E-96DF-9C95-69D5C39CF3EA}"/>
              </a:ext>
            </a:extLst>
          </p:cNvPr>
          <p:cNvPicPr>
            <a:picLocks noChangeAspect="1"/>
          </p:cNvPicPr>
          <p:nvPr/>
        </p:nvPicPr>
        <p:blipFill rotWithShape="1">
          <a:blip r:embed="rId12">
            <a:clrChange>
              <a:clrFrom>
                <a:srgbClr val="FFFFFF"/>
              </a:clrFrom>
              <a:clrTo>
                <a:srgbClr val="FFFFFF">
                  <a:alpha val="0"/>
                </a:srgbClr>
              </a:clrTo>
            </a:clrChange>
            <a:extLst>
              <a:ext uri="{28A0092B-C50C-407E-A947-70E740481C1C}">
                <a14:useLocalDpi xmlns:a14="http://schemas.microsoft.com/office/drawing/2010/main" val="0"/>
              </a:ext>
            </a:extLst>
          </a:blip>
          <a:srcRect l="4229" t="5254" r="3904" b="4055"/>
          <a:stretch/>
        </p:blipFill>
        <p:spPr>
          <a:xfrm>
            <a:off x="2427575" y="4909277"/>
            <a:ext cx="1499615" cy="1251060"/>
          </a:xfrm>
          <a:prstGeom prst="rect">
            <a:avLst/>
          </a:prstGeom>
        </p:spPr>
      </p:pic>
      <p:pic>
        <p:nvPicPr>
          <p:cNvPr id="14" name="図 13" descr="テキスト&#10;&#10;低い精度で自動的に生成された説明">
            <a:extLst>
              <a:ext uri="{FF2B5EF4-FFF2-40B4-BE49-F238E27FC236}">
                <a16:creationId xmlns:a16="http://schemas.microsoft.com/office/drawing/2014/main" id="{18F334E7-BFC8-C655-2F90-A77A7905F56E}"/>
              </a:ext>
            </a:extLst>
          </p:cNvPr>
          <p:cNvPicPr>
            <a:picLocks noChangeAspect="1"/>
          </p:cNvPicPr>
          <p:nvPr/>
        </p:nvPicPr>
        <p:blipFill>
          <a:blip r:embed="rId1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0032856" y="1903944"/>
            <a:ext cx="406027" cy="1389514"/>
          </a:xfrm>
          <a:prstGeom prst="rect">
            <a:avLst/>
          </a:prstGeom>
        </p:spPr>
      </p:pic>
      <p:pic>
        <p:nvPicPr>
          <p:cNvPr id="17" name="図 16" descr="ダイアグラム&#10;&#10;中程度の精度で自動的に生成された説明">
            <a:extLst>
              <a:ext uri="{FF2B5EF4-FFF2-40B4-BE49-F238E27FC236}">
                <a16:creationId xmlns:a16="http://schemas.microsoft.com/office/drawing/2014/main" id="{4AFFB5F2-4324-5286-8FFD-7177A294F664}"/>
              </a:ext>
            </a:extLst>
          </p:cNvPr>
          <p:cNvPicPr>
            <a:picLocks noChangeAspect="1"/>
          </p:cNvPicPr>
          <p:nvPr/>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0095983" y="3709980"/>
            <a:ext cx="685800" cy="2247900"/>
          </a:xfrm>
          <a:prstGeom prst="rect">
            <a:avLst/>
          </a:prstGeom>
        </p:spPr>
      </p:pic>
      <p:pic>
        <p:nvPicPr>
          <p:cNvPr id="21" name="図 20" descr="ピアノ が含まれている画像&#10;&#10;自動的に生成された説明">
            <a:extLst>
              <a:ext uri="{FF2B5EF4-FFF2-40B4-BE49-F238E27FC236}">
                <a16:creationId xmlns:a16="http://schemas.microsoft.com/office/drawing/2014/main" id="{BDA15C8A-F4C1-17D6-94FD-FD5727E54513}"/>
              </a:ext>
            </a:extLst>
          </p:cNvPr>
          <p:cNvPicPr>
            <a:picLocks noChangeAspect="1"/>
          </p:cNvPicPr>
          <p:nvPr/>
        </p:nvPicPr>
        <p:blipFill>
          <a:blip r:embed="rId15">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8109471" y="4187229"/>
            <a:ext cx="1878437" cy="2229623"/>
          </a:xfrm>
          <a:prstGeom prst="rect">
            <a:avLst/>
          </a:prstGeom>
        </p:spPr>
      </p:pic>
    </p:spTree>
    <p:extLst>
      <p:ext uri="{BB962C8B-B14F-4D97-AF65-F5344CB8AC3E}">
        <p14:creationId xmlns:p14="http://schemas.microsoft.com/office/powerpoint/2010/main" val="10699805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1BAE509-1F5F-44D7-895B-AADA5EB0124C}"/>
              </a:ext>
            </a:extLst>
          </p:cNvPr>
          <p:cNvSpPr>
            <a:spLocks noGrp="1"/>
          </p:cNvSpPr>
          <p:nvPr>
            <p:ph type="title"/>
          </p:nvPr>
        </p:nvSpPr>
        <p:spPr/>
        <p:txBody>
          <a:bodyPr/>
          <a:lstStyle/>
          <a:p>
            <a:r>
              <a:rPr kumimoji="1" lang="ja-JP" altLang="en-US" dirty="0"/>
              <a:t>寸法や色は場合に応じて調整しましょう</a:t>
            </a:r>
          </a:p>
        </p:txBody>
      </p:sp>
      <p:sp>
        <p:nvSpPr>
          <p:cNvPr id="4" name="テキスト プレースホルダー 3">
            <a:extLst>
              <a:ext uri="{FF2B5EF4-FFF2-40B4-BE49-F238E27FC236}">
                <a16:creationId xmlns:a16="http://schemas.microsoft.com/office/drawing/2014/main" id="{5DCA4200-D082-429B-A7B9-20EDE7036BD0}"/>
              </a:ext>
            </a:extLst>
          </p:cNvPr>
          <p:cNvSpPr>
            <a:spLocks noGrp="1"/>
          </p:cNvSpPr>
          <p:nvPr>
            <p:ph type="body" sz="quarter" idx="11"/>
          </p:nvPr>
        </p:nvSpPr>
        <p:spPr/>
        <p:txBody>
          <a:bodyPr>
            <a:normAutofit lnSpcReduction="10000"/>
          </a:bodyPr>
          <a:lstStyle/>
          <a:p>
            <a:r>
              <a:rPr kumimoji="1" lang="ja-JP" altLang="en-US" dirty="0"/>
              <a:t>よく使う図形のパターン</a:t>
            </a:r>
          </a:p>
        </p:txBody>
      </p:sp>
      <p:grpSp>
        <p:nvGrpSpPr>
          <p:cNvPr id="11" name="グループ化 10">
            <a:extLst>
              <a:ext uri="{FF2B5EF4-FFF2-40B4-BE49-F238E27FC236}">
                <a16:creationId xmlns:a16="http://schemas.microsoft.com/office/drawing/2014/main" id="{1600F27F-842D-4A09-9876-4F4D6FED49D4}"/>
              </a:ext>
            </a:extLst>
          </p:cNvPr>
          <p:cNvGrpSpPr/>
          <p:nvPr/>
        </p:nvGrpSpPr>
        <p:grpSpPr>
          <a:xfrm rot="3516666">
            <a:off x="1083666" y="2853387"/>
            <a:ext cx="1201975" cy="1567649"/>
            <a:chOff x="2664127" y="3374455"/>
            <a:chExt cx="1201975" cy="1567649"/>
          </a:xfrm>
        </p:grpSpPr>
        <p:sp>
          <p:nvSpPr>
            <p:cNvPr id="5" name="二等辺三角形 4">
              <a:extLst>
                <a:ext uri="{FF2B5EF4-FFF2-40B4-BE49-F238E27FC236}">
                  <a16:creationId xmlns:a16="http://schemas.microsoft.com/office/drawing/2014/main" id="{031DCB67-E3C0-40A6-82FC-F3A99614C50C}"/>
                </a:ext>
              </a:extLst>
            </p:cNvPr>
            <p:cNvSpPr/>
            <p:nvPr/>
          </p:nvSpPr>
          <p:spPr>
            <a:xfrm rot="21516842">
              <a:off x="3025444" y="3374455"/>
              <a:ext cx="840658" cy="471949"/>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0" name="フリーフォーム: 図形 9">
              <a:extLst>
                <a:ext uri="{FF2B5EF4-FFF2-40B4-BE49-F238E27FC236}">
                  <a16:creationId xmlns:a16="http://schemas.microsoft.com/office/drawing/2014/main" id="{8F1F7A27-5455-4318-B9EB-F5DC2E371C80}"/>
                </a:ext>
              </a:extLst>
            </p:cNvPr>
            <p:cNvSpPr/>
            <p:nvPr/>
          </p:nvSpPr>
          <p:spPr>
            <a:xfrm>
              <a:off x="2664127" y="3827205"/>
              <a:ext cx="956601" cy="1114899"/>
            </a:xfrm>
            <a:custGeom>
              <a:avLst/>
              <a:gdLst>
                <a:gd name="connsiteX0" fmla="*/ 649311 w 956601"/>
                <a:gd name="connsiteY0" fmla="*/ 0 h 1114899"/>
                <a:gd name="connsiteX1" fmla="*/ 956601 w 956601"/>
                <a:gd name="connsiteY1" fmla="*/ 0 h 1114899"/>
                <a:gd name="connsiteX2" fmla="*/ 951973 w 956601"/>
                <a:gd name="connsiteY2" fmla="*/ 97117 h 1114899"/>
                <a:gd name="connsiteX3" fmla="*/ 5472 w 956601"/>
                <a:gd name="connsiteY3" fmla="*/ 1113687 h 1114899"/>
                <a:gd name="connsiteX4" fmla="*/ 0 w 956601"/>
                <a:gd name="connsiteY4" fmla="*/ 1114899 h 1114899"/>
                <a:gd name="connsiteX5" fmla="*/ 40056 w 956601"/>
                <a:gd name="connsiteY5" fmla="*/ 1089636 h 1114899"/>
                <a:gd name="connsiteX6" fmla="*/ 638394 w 956601"/>
                <a:gd name="connsiteY6" fmla="*/ 162145 h 111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6601" h="1114899">
                  <a:moveTo>
                    <a:pt x="649311" y="0"/>
                  </a:moveTo>
                  <a:lnTo>
                    <a:pt x="956601" y="0"/>
                  </a:lnTo>
                  <a:lnTo>
                    <a:pt x="951973" y="97117"/>
                  </a:lnTo>
                  <a:cubicBezTo>
                    <a:pt x="906000" y="577465"/>
                    <a:pt x="522068" y="975272"/>
                    <a:pt x="5472" y="1113687"/>
                  </a:cubicBezTo>
                  <a:lnTo>
                    <a:pt x="0" y="1114899"/>
                  </a:lnTo>
                  <a:lnTo>
                    <a:pt x="40056" y="1089636"/>
                  </a:lnTo>
                  <a:cubicBezTo>
                    <a:pt x="365632" y="863013"/>
                    <a:pt x="587911" y="534591"/>
                    <a:pt x="638394" y="162145"/>
                  </a:cubicBezTo>
                  <a:close/>
                </a:path>
              </a:pathLst>
            </a:cu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grpSp>
        <p:nvGrpSpPr>
          <p:cNvPr id="19" name="グループ化 18">
            <a:extLst>
              <a:ext uri="{FF2B5EF4-FFF2-40B4-BE49-F238E27FC236}">
                <a16:creationId xmlns:a16="http://schemas.microsoft.com/office/drawing/2014/main" id="{A84CB4AB-8E74-474F-8F79-B603B9235B46}"/>
              </a:ext>
            </a:extLst>
          </p:cNvPr>
          <p:cNvGrpSpPr/>
          <p:nvPr/>
        </p:nvGrpSpPr>
        <p:grpSpPr>
          <a:xfrm>
            <a:off x="3762700" y="2453659"/>
            <a:ext cx="851900" cy="2201196"/>
            <a:chOff x="4004187" y="2684206"/>
            <a:chExt cx="851900" cy="2201196"/>
          </a:xfrm>
        </p:grpSpPr>
        <p:sp>
          <p:nvSpPr>
            <p:cNvPr id="16" name="二等辺三角形 15">
              <a:extLst>
                <a:ext uri="{FF2B5EF4-FFF2-40B4-BE49-F238E27FC236}">
                  <a16:creationId xmlns:a16="http://schemas.microsoft.com/office/drawing/2014/main" id="{77F25128-43F7-4D7B-A506-7861040EA63C}"/>
                </a:ext>
              </a:extLst>
            </p:cNvPr>
            <p:cNvSpPr/>
            <p:nvPr/>
          </p:nvSpPr>
          <p:spPr>
            <a:xfrm>
              <a:off x="4004187" y="2684206"/>
              <a:ext cx="851900" cy="405581"/>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二等辺三角形 16">
              <a:extLst>
                <a:ext uri="{FF2B5EF4-FFF2-40B4-BE49-F238E27FC236}">
                  <a16:creationId xmlns:a16="http://schemas.microsoft.com/office/drawing/2014/main" id="{425DA271-AEFA-45AB-AD52-737DB7EF67C8}"/>
                </a:ext>
              </a:extLst>
            </p:cNvPr>
            <p:cNvSpPr/>
            <p:nvPr/>
          </p:nvSpPr>
          <p:spPr>
            <a:xfrm rot="10800000">
              <a:off x="4172039" y="4653111"/>
              <a:ext cx="516194" cy="232291"/>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台形 17">
              <a:extLst>
                <a:ext uri="{FF2B5EF4-FFF2-40B4-BE49-F238E27FC236}">
                  <a16:creationId xmlns:a16="http://schemas.microsoft.com/office/drawing/2014/main" id="{0BE03671-A77A-4398-9395-69D34E2C8634}"/>
                </a:ext>
              </a:extLst>
            </p:cNvPr>
            <p:cNvSpPr/>
            <p:nvPr/>
          </p:nvSpPr>
          <p:spPr>
            <a:xfrm rot="10800000">
              <a:off x="4274402" y="3082408"/>
              <a:ext cx="311469" cy="1570703"/>
            </a:xfrm>
            <a:prstGeom prst="trapezoid">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23" name="グループ化 22">
            <a:extLst>
              <a:ext uri="{FF2B5EF4-FFF2-40B4-BE49-F238E27FC236}">
                <a16:creationId xmlns:a16="http://schemas.microsoft.com/office/drawing/2014/main" id="{53DA5DF4-9734-4A8B-B3F2-EB432821614A}"/>
              </a:ext>
            </a:extLst>
          </p:cNvPr>
          <p:cNvGrpSpPr/>
          <p:nvPr/>
        </p:nvGrpSpPr>
        <p:grpSpPr>
          <a:xfrm>
            <a:off x="5262743" y="3209365"/>
            <a:ext cx="2359742" cy="1445491"/>
            <a:chOff x="4837472" y="2490841"/>
            <a:chExt cx="2359742" cy="1445491"/>
          </a:xfrm>
        </p:grpSpPr>
        <p:sp>
          <p:nvSpPr>
            <p:cNvPr id="20" name="四角形: 角を丸くする 19">
              <a:extLst>
                <a:ext uri="{FF2B5EF4-FFF2-40B4-BE49-F238E27FC236}">
                  <a16:creationId xmlns:a16="http://schemas.microsoft.com/office/drawing/2014/main" id="{161AF5DB-A2D8-495C-B795-7003573DFCCF}"/>
                </a:ext>
              </a:extLst>
            </p:cNvPr>
            <p:cNvSpPr/>
            <p:nvPr/>
          </p:nvSpPr>
          <p:spPr>
            <a:xfrm>
              <a:off x="4837472" y="2490841"/>
              <a:ext cx="2359742" cy="938159"/>
            </a:xfrm>
            <a:prstGeom prst="roundRect">
              <a:avLst>
                <a:gd name="adj" fmla="val 10379"/>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2" name="二等辺三角形 21">
              <a:extLst>
                <a:ext uri="{FF2B5EF4-FFF2-40B4-BE49-F238E27FC236}">
                  <a16:creationId xmlns:a16="http://schemas.microsoft.com/office/drawing/2014/main" id="{C811F06F-2D36-4904-A2A9-7CD991856DA0}"/>
                </a:ext>
              </a:extLst>
            </p:cNvPr>
            <p:cNvSpPr/>
            <p:nvPr/>
          </p:nvSpPr>
          <p:spPr>
            <a:xfrm rot="11901755">
              <a:off x="4948538" y="3335420"/>
              <a:ext cx="213186" cy="600912"/>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26" name="グループ化 25">
            <a:extLst>
              <a:ext uri="{FF2B5EF4-FFF2-40B4-BE49-F238E27FC236}">
                <a16:creationId xmlns:a16="http://schemas.microsoft.com/office/drawing/2014/main" id="{12B12945-4562-4CBA-BD30-EF9F8726FCD9}"/>
              </a:ext>
            </a:extLst>
          </p:cNvPr>
          <p:cNvGrpSpPr/>
          <p:nvPr/>
        </p:nvGrpSpPr>
        <p:grpSpPr>
          <a:xfrm>
            <a:off x="2672807" y="2453659"/>
            <a:ext cx="840658" cy="2492477"/>
            <a:chOff x="7800489" y="2818451"/>
            <a:chExt cx="840658" cy="2492477"/>
          </a:xfrm>
        </p:grpSpPr>
        <p:sp>
          <p:nvSpPr>
            <p:cNvPr id="24" name="二等辺三角形 23">
              <a:extLst>
                <a:ext uri="{FF2B5EF4-FFF2-40B4-BE49-F238E27FC236}">
                  <a16:creationId xmlns:a16="http://schemas.microsoft.com/office/drawing/2014/main" id="{5972915F-3F25-4048-8F16-22D7D6656CAA}"/>
                </a:ext>
              </a:extLst>
            </p:cNvPr>
            <p:cNvSpPr/>
            <p:nvPr/>
          </p:nvSpPr>
          <p:spPr>
            <a:xfrm>
              <a:off x="7800489" y="2818451"/>
              <a:ext cx="840658" cy="412955"/>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二等辺三角形 24">
              <a:extLst>
                <a:ext uri="{FF2B5EF4-FFF2-40B4-BE49-F238E27FC236}">
                  <a16:creationId xmlns:a16="http://schemas.microsoft.com/office/drawing/2014/main" id="{FC3592AF-4DD9-481B-AE7D-C444443CA44E}"/>
                </a:ext>
              </a:extLst>
            </p:cNvPr>
            <p:cNvSpPr/>
            <p:nvPr/>
          </p:nvSpPr>
          <p:spPr>
            <a:xfrm rot="10800000">
              <a:off x="8070268" y="3224031"/>
              <a:ext cx="274331" cy="2086897"/>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cxnSp>
        <p:nvCxnSpPr>
          <p:cNvPr id="31" name="直線コネクタ 30">
            <a:extLst>
              <a:ext uri="{FF2B5EF4-FFF2-40B4-BE49-F238E27FC236}">
                <a16:creationId xmlns:a16="http://schemas.microsoft.com/office/drawing/2014/main" id="{E692BBDB-6806-49B7-9241-7D2B547F185E}"/>
              </a:ext>
            </a:extLst>
          </p:cNvPr>
          <p:cNvCxnSpPr>
            <a:cxnSpLocks/>
          </p:cNvCxnSpPr>
          <p:nvPr/>
        </p:nvCxnSpPr>
        <p:spPr>
          <a:xfrm flipV="1">
            <a:off x="7466643" y="2683751"/>
            <a:ext cx="525780" cy="791898"/>
          </a:xfrm>
          <a:prstGeom prst="line">
            <a:avLst/>
          </a:prstGeom>
          <a:ln>
            <a:headEnd type="oval" w="lg" len="lg"/>
          </a:ln>
          <a:effectLst>
            <a:glow rad="88900">
              <a:srgbClr val="FFFFFF">
                <a:alpha val="87000"/>
              </a:srgbClr>
            </a:glow>
          </a:effectLst>
        </p:spPr>
        <p:style>
          <a:lnRef idx="3">
            <a:schemeClr val="accent4"/>
          </a:lnRef>
          <a:fillRef idx="0">
            <a:schemeClr val="accent4"/>
          </a:fillRef>
          <a:effectRef idx="2">
            <a:schemeClr val="accent4"/>
          </a:effectRef>
          <a:fontRef idx="minor">
            <a:schemeClr val="tx1"/>
          </a:fontRef>
        </p:style>
      </p:cxnSp>
      <p:sp>
        <p:nvSpPr>
          <p:cNvPr id="29" name="楕円 28">
            <a:extLst>
              <a:ext uri="{FF2B5EF4-FFF2-40B4-BE49-F238E27FC236}">
                <a16:creationId xmlns:a16="http://schemas.microsoft.com/office/drawing/2014/main" id="{602DA899-F613-4B35-A569-DACF6D76EEA5}"/>
              </a:ext>
            </a:extLst>
          </p:cNvPr>
          <p:cNvSpPr/>
          <p:nvPr/>
        </p:nvSpPr>
        <p:spPr>
          <a:xfrm>
            <a:off x="7831288" y="2120241"/>
            <a:ext cx="648000" cy="648000"/>
          </a:xfrm>
          <a:prstGeom prst="ellips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800" b="1" dirty="0">
                <a:latin typeface="游ゴシック" panose="020B0400000000000000" pitchFamily="50" charset="-128"/>
                <a:ea typeface="游ゴシック" panose="020B0400000000000000" pitchFamily="50" charset="-128"/>
              </a:rPr>
              <a:t>1</a:t>
            </a:r>
            <a:endParaRPr kumimoji="1" lang="ja-JP" altLang="en-US" sz="2800" b="1" dirty="0">
              <a:latin typeface="游ゴシック" panose="020B0400000000000000" pitchFamily="50" charset="-128"/>
              <a:ea typeface="游ゴシック" panose="020B0400000000000000" pitchFamily="50" charset="-128"/>
            </a:endParaRPr>
          </a:p>
        </p:txBody>
      </p:sp>
      <p:grpSp>
        <p:nvGrpSpPr>
          <p:cNvPr id="6" name="グループ化 5">
            <a:extLst>
              <a:ext uri="{FF2B5EF4-FFF2-40B4-BE49-F238E27FC236}">
                <a16:creationId xmlns:a16="http://schemas.microsoft.com/office/drawing/2014/main" id="{D97239CB-D2F7-464C-85F9-58EE17B7D302}"/>
              </a:ext>
            </a:extLst>
          </p:cNvPr>
          <p:cNvGrpSpPr/>
          <p:nvPr/>
        </p:nvGrpSpPr>
        <p:grpSpPr>
          <a:xfrm>
            <a:off x="1308118" y="4654856"/>
            <a:ext cx="938304" cy="840658"/>
            <a:chOff x="1572269" y="4816089"/>
            <a:chExt cx="938304" cy="840658"/>
          </a:xfrm>
        </p:grpSpPr>
        <p:sp>
          <p:nvSpPr>
            <p:cNvPr id="27" name="二等辺三角形 26">
              <a:extLst>
                <a:ext uri="{FF2B5EF4-FFF2-40B4-BE49-F238E27FC236}">
                  <a16:creationId xmlns:a16="http://schemas.microsoft.com/office/drawing/2014/main" id="{3B6F705D-F04B-4DBD-8C41-9BCBF909BE34}"/>
                </a:ext>
              </a:extLst>
            </p:cNvPr>
            <p:cNvSpPr/>
            <p:nvPr/>
          </p:nvSpPr>
          <p:spPr>
            <a:xfrm rot="4051206">
              <a:off x="1854270" y="5000443"/>
              <a:ext cx="840658" cy="471949"/>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0" name="フリーフォーム: 図形 29">
              <a:extLst>
                <a:ext uri="{FF2B5EF4-FFF2-40B4-BE49-F238E27FC236}">
                  <a16:creationId xmlns:a16="http://schemas.microsoft.com/office/drawing/2014/main" id="{3076F6E7-0F39-40A8-B28D-938F6D40299C}"/>
                </a:ext>
              </a:extLst>
            </p:cNvPr>
            <p:cNvSpPr/>
            <p:nvPr/>
          </p:nvSpPr>
          <p:spPr>
            <a:xfrm rot="4134364">
              <a:off x="1636592" y="5135506"/>
              <a:ext cx="382670" cy="511315"/>
            </a:xfrm>
            <a:custGeom>
              <a:avLst/>
              <a:gdLst>
                <a:gd name="connsiteX0" fmla="*/ 75380 w 382670"/>
                <a:gd name="connsiteY0" fmla="*/ 0 h 511315"/>
                <a:gd name="connsiteX1" fmla="*/ 382670 w 382670"/>
                <a:gd name="connsiteY1" fmla="*/ 0 h 511315"/>
                <a:gd name="connsiteX2" fmla="*/ 378042 w 382670"/>
                <a:gd name="connsiteY2" fmla="*/ 97117 h 511315"/>
                <a:gd name="connsiteX3" fmla="*/ 283402 w 382670"/>
                <a:gd name="connsiteY3" fmla="*/ 439138 h 511315"/>
                <a:gd name="connsiteX4" fmla="*/ 241829 w 382670"/>
                <a:gd name="connsiteY4" fmla="*/ 511315 h 511315"/>
                <a:gd name="connsiteX5" fmla="*/ 0 w 382670"/>
                <a:gd name="connsiteY5" fmla="*/ 418030 h 511315"/>
                <a:gd name="connsiteX6" fmla="*/ 37613 w 382670"/>
                <a:gd name="connsiteY6" fmla="*/ 299636 h 511315"/>
                <a:gd name="connsiteX7" fmla="*/ 64463 w 382670"/>
                <a:gd name="connsiteY7" fmla="*/ 162145 h 511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2670" h="511315">
                  <a:moveTo>
                    <a:pt x="75380" y="0"/>
                  </a:moveTo>
                  <a:lnTo>
                    <a:pt x="382670" y="0"/>
                  </a:lnTo>
                  <a:lnTo>
                    <a:pt x="378042" y="97117"/>
                  </a:lnTo>
                  <a:cubicBezTo>
                    <a:pt x="366549" y="217204"/>
                    <a:pt x="333933" y="332132"/>
                    <a:pt x="283402" y="439138"/>
                  </a:cubicBezTo>
                  <a:lnTo>
                    <a:pt x="241829" y="511315"/>
                  </a:lnTo>
                  <a:lnTo>
                    <a:pt x="0" y="418030"/>
                  </a:lnTo>
                  <a:lnTo>
                    <a:pt x="37613" y="299636"/>
                  </a:lnTo>
                  <a:cubicBezTo>
                    <a:pt x="49158" y="254569"/>
                    <a:pt x="58153" y="208701"/>
                    <a:pt x="64463" y="162145"/>
                  </a:cubicBezTo>
                  <a:close/>
                </a:path>
              </a:pathLst>
            </a:cu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dirty="0"/>
            </a:p>
          </p:txBody>
        </p:sp>
      </p:grpSp>
      <p:sp>
        <p:nvSpPr>
          <p:cNvPr id="7" name="フリーフォーム: 図形 6">
            <a:extLst>
              <a:ext uri="{FF2B5EF4-FFF2-40B4-BE49-F238E27FC236}">
                <a16:creationId xmlns:a16="http://schemas.microsoft.com/office/drawing/2014/main" id="{5183F042-B05B-8313-D916-4D435BA05131}"/>
              </a:ext>
            </a:extLst>
          </p:cNvPr>
          <p:cNvSpPr/>
          <p:nvPr/>
        </p:nvSpPr>
        <p:spPr>
          <a:xfrm>
            <a:off x="1256388" y="6352685"/>
            <a:ext cx="1380066" cy="202200"/>
          </a:xfrm>
          <a:custGeom>
            <a:avLst/>
            <a:gdLst>
              <a:gd name="connsiteX0" fmla="*/ 0 w 1380066"/>
              <a:gd name="connsiteY0" fmla="*/ 202199 h 202200"/>
              <a:gd name="connsiteX1" fmla="*/ 1380066 w 1380066"/>
              <a:gd name="connsiteY1" fmla="*/ 0 h 202200"/>
            </a:gdLst>
            <a:ahLst/>
            <a:cxnLst>
              <a:cxn ang="0">
                <a:pos x="connsiteX0" y="connsiteY0"/>
              </a:cxn>
              <a:cxn ang="0">
                <a:pos x="connsiteX1" y="connsiteY1"/>
              </a:cxn>
            </a:cxnLst>
            <a:rect l="l" t="t" r="r" b="b"/>
            <a:pathLst>
              <a:path w="1380066" h="202200" extrusionOk="0">
                <a:moveTo>
                  <a:pt x="0" y="202199"/>
                </a:moveTo>
                <a:cubicBezTo>
                  <a:pt x="579868" y="55242"/>
                  <a:pt x="825186" y="128242"/>
                  <a:pt x="1380066" y="0"/>
                </a:cubicBezTo>
              </a:path>
            </a:pathLst>
          </a:custGeom>
          <a:noFill/>
          <a:ln cap="rnd">
            <a:solidFill>
              <a:schemeClr val="accent4"/>
            </a:solidFill>
            <a:round/>
            <a:headEnd type="none" w="med" len="med"/>
            <a:tailEnd type="arrow" w="lg" len="lg"/>
            <a:extLst>
              <a:ext uri="{C807C97D-BFC1-408E-A445-0C87EB9F89A2}">
                <ask:lineSketchStyleProps xmlns:ask="http://schemas.microsoft.com/office/drawing/2018/sketchyshapes" sd="697022472">
                  <a:custGeom>
                    <a:avLst/>
                    <a:gdLst>
                      <a:gd name="connsiteX0" fmla="*/ 0 w 2709333"/>
                      <a:gd name="connsiteY0" fmla="*/ 321732 h 321733"/>
                      <a:gd name="connsiteX1" fmla="*/ 1245419 w 2709333"/>
                      <a:gd name="connsiteY1" fmla="*/ 105712 h 321733"/>
                      <a:gd name="connsiteX2" fmla="*/ 2709333 w 2709333"/>
                      <a:gd name="connsiteY2" fmla="*/ 0 h 321733"/>
                      <a:gd name="connsiteX0" fmla="*/ 0 w 2709333"/>
                      <a:gd name="connsiteY0" fmla="*/ 321732 h 321732"/>
                      <a:gd name="connsiteX1" fmla="*/ 2709333 w 2709333"/>
                      <a:gd name="connsiteY1" fmla="*/ 0 h 321732"/>
                    </a:gdLst>
                    <a:ahLst/>
                    <a:cxnLst>
                      <a:cxn ang="0">
                        <a:pos x="connsiteX0" y="connsiteY0"/>
                      </a:cxn>
                      <a:cxn ang="0">
                        <a:pos x="connsiteX1" y="connsiteY1"/>
                      </a:cxn>
                    </a:cxnLst>
                    <a:rect l="l" t="t" r="r" b="b"/>
                    <a:pathLst>
                      <a:path w="2709333" h="321732" extrusionOk="0">
                        <a:moveTo>
                          <a:pt x="0" y="321732"/>
                        </a:moveTo>
                        <a:lnTo>
                          <a:pt x="2709333" y="0"/>
                        </a:lnTo>
                      </a:path>
                    </a:pathLst>
                  </a:cu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右大かっこ 7">
            <a:extLst>
              <a:ext uri="{FF2B5EF4-FFF2-40B4-BE49-F238E27FC236}">
                <a16:creationId xmlns:a16="http://schemas.microsoft.com/office/drawing/2014/main" id="{B56DB7F2-BBFC-B498-CF1C-E6E32288AFD5}"/>
              </a:ext>
            </a:extLst>
          </p:cNvPr>
          <p:cNvSpPr/>
          <p:nvPr/>
        </p:nvSpPr>
        <p:spPr>
          <a:xfrm>
            <a:off x="10875218" y="3429000"/>
            <a:ext cx="75875" cy="2144636"/>
          </a:xfrm>
          <a:custGeom>
            <a:avLst/>
            <a:gdLst>
              <a:gd name="connsiteX0" fmla="*/ 0 w 75875"/>
              <a:gd name="connsiteY0" fmla="*/ 0 h 2144636"/>
              <a:gd name="connsiteX1" fmla="*/ 75875 w 75875"/>
              <a:gd name="connsiteY1" fmla="*/ 6323 h 2144636"/>
              <a:gd name="connsiteX2" fmla="*/ 75875 w 75875"/>
              <a:gd name="connsiteY2" fmla="*/ 2138313 h 2144636"/>
              <a:gd name="connsiteX3" fmla="*/ 0 w 75875"/>
              <a:gd name="connsiteY3" fmla="*/ 2144636 h 2144636"/>
              <a:gd name="connsiteX4" fmla="*/ 0 w 75875"/>
              <a:gd name="connsiteY4" fmla="*/ 0 h 2144636"/>
              <a:gd name="connsiteX0" fmla="*/ 0 w 75875"/>
              <a:gd name="connsiteY0" fmla="*/ 0 h 2144636"/>
              <a:gd name="connsiteX1" fmla="*/ 75875 w 75875"/>
              <a:gd name="connsiteY1" fmla="*/ 6323 h 2144636"/>
              <a:gd name="connsiteX2" fmla="*/ 75875 w 75875"/>
              <a:gd name="connsiteY2" fmla="*/ 2138313 h 2144636"/>
              <a:gd name="connsiteX3" fmla="*/ 0 w 75875"/>
              <a:gd name="connsiteY3" fmla="*/ 2144636 h 2144636"/>
            </a:gdLst>
            <a:ahLst/>
            <a:cxnLst>
              <a:cxn ang="0">
                <a:pos x="connsiteX0" y="connsiteY0"/>
              </a:cxn>
              <a:cxn ang="0">
                <a:pos x="connsiteX1" y="connsiteY1"/>
              </a:cxn>
              <a:cxn ang="0">
                <a:pos x="connsiteX2" y="connsiteY2"/>
              </a:cxn>
              <a:cxn ang="0">
                <a:pos x="connsiteX3" y="connsiteY3"/>
              </a:cxn>
            </a:cxnLst>
            <a:rect l="l" t="t" r="r" b="b"/>
            <a:pathLst>
              <a:path w="75875" h="2144636" stroke="0" extrusionOk="0">
                <a:moveTo>
                  <a:pt x="0" y="0"/>
                </a:moveTo>
                <a:cubicBezTo>
                  <a:pt x="42231" y="260"/>
                  <a:pt x="75694" y="3473"/>
                  <a:pt x="75875" y="6323"/>
                </a:cubicBezTo>
                <a:cubicBezTo>
                  <a:pt x="36033" y="809005"/>
                  <a:pt x="117564" y="1463863"/>
                  <a:pt x="75875" y="2138313"/>
                </a:cubicBezTo>
                <a:cubicBezTo>
                  <a:pt x="75472" y="2141552"/>
                  <a:pt x="38285" y="2141821"/>
                  <a:pt x="0" y="2144636"/>
                </a:cubicBezTo>
                <a:cubicBezTo>
                  <a:pt x="132240" y="1282501"/>
                  <a:pt x="-92512" y="751834"/>
                  <a:pt x="0" y="0"/>
                </a:cubicBezTo>
                <a:close/>
              </a:path>
              <a:path w="75875" h="2144636" fill="none" extrusionOk="0">
                <a:moveTo>
                  <a:pt x="0" y="0"/>
                </a:moveTo>
                <a:cubicBezTo>
                  <a:pt x="42382" y="80"/>
                  <a:pt x="76249" y="3222"/>
                  <a:pt x="75875" y="6323"/>
                </a:cubicBezTo>
                <a:cubicBezTo>
                  <a:pt x="-24092" y="939947"/>
                  <a:pt x="-16176" y="1075997"/>
                  <a:pt x="75875" y="2138313"/>
                </a:cubicBezTo>
                <a:cubicBezTo>
                  <a:pt x="70834" y="2143479"/>
                  <a:pt x="44604" y="2144902"/>
                  <a:pt x="0" y="2144636"/>
                </a:cubicBezTo>
              </a:path>
              <a:path w="75875" h="2144636" fill="none" stroke="0" extrusionOk="0">
                <a:moveTo>
                  <a:pt x="0" y="0"/>
                </a:moveTo>
                <a:cubicBezTo>
                  <a:pt x="42098" y="-180"/>
                  <a:pt x="76088" y="3017"/>
                  <a:pt x="75875" y="6323"/>
                </a:cubicBezTo>
                <a:cubicBezTo>
                  <a:pt x="233756" y="726300"/>
                  <a:pt x="144075" y="1627586"/>
                  <a:pt x="75875" y="2138313"/>
                </a:cubicBezTo>
                <a:cubicBezTo>
                  <a:pt x="81323" y="2141035"/>
                  <a:pt x="43270" y="2142597"/>
                  <a:pt x="0" y="2144636"/>
                </a:cubicBezTo>
              </a:path>
            </a:pathLst>
          </a:custGeom>
          <a:ln w="19050">
            <a:solidFill>
              <a:schemeClr val="accent4"/>
            </a:solidFill>
            <a:extLst>
              <a:ext uri="{C807C97D-BFC1-408E-A445-0C87EB9F89A2}">
                <ask:lineSketchStyleProps xmlns:ask="http://schemas.microsoft.com/office/drawing/2018/sketchyshapes" sd="43512134">
                  <a:prstGeom prst="rightBracket">
                    <a:avLst/>
                  </a:prstGeom>
                  <ask:type>
                    <ask:lineSketchCurved/>
                  </ask:type>
                </ask:lineSketchStyleProps>
              </a:ext>
            </a:extLst>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34" name="テキスト ボックス 33">
            <a:extLst>
              <a:ext uri="{FF2B5EF4-FFF2-40B4-BE49-F238E27FC236}">
                <a16:creationId xmlns:a16="http://schemas.microsoft.com/office/drawing/2014/main" id="{379F5105-2867-CCBC-D635-B09EBEC74DE8}"/>
              </a:ext>
            </a:extLst>
          </p:cNvPr>
          <p:cNvSpPr txBox="1"/>
          <p:nvPr/>
        </p:nvSpPr>
        <p:spPr>
          <a:xfrm>
            <a:off x="8613397" y="3987244"/>
            <a:ext cx="1716014" cy="369332"/>
          </a:xfrm>
          <a:prstGeom prst="rect">
            <a:avLst/>
          </a:prstGeom>
          <a:solidFill>
            <a:srgbClr val="46877B"/>
          </a:solidFill>
        </p:spPr>
        <p:txBody>
          <a:bodyPr wrap="square">
            <a:spAutoFit/>
          </a:bodyPr>
          <a:lstStyle/>
          <a:p>
            <a:r>
              <a:rPr lang="en-US" altLang="ja-JP" b="1" dirty="0">
                <a:solidFill>
                  <a:schemeClr val="bg1"/>
                </a:solidFill>
                <a:latin typeface="游ゴシック" panose="020B0400000000000000" pitchFamily="50" charset="-128"/>
                <a:ea typeface="游ゴシック" panose="020B0400000000000000" pitchFamily="50" charset="-128"/>
              </a:rPr>
              <a:t> </a:t>
            </a:r>
            <a:r>
              <a:rPr lang="ja-JP" altLang="en-US" b="1" dirty="0">
                <a:solidFill>
                  <a:schemeClr val="bg1"/>
                </a:solidFill>
                <a:latin typeface="游ゴシック" panose="020B0400000000000000" pitchFamily="50" charset="-128"/>
                <a:ea typeface="游ゴシック" panose="020B0400000000000000" pitchFamily="50" charset="-128"/>
              </a:rPr>
              <a:t>何かの見出し</a:t>
            </a:r>
          </a:p>
        </p:txBody>
      </p:sp>
      <p:sp>
        <p:nvSpPr>
          <p:cNvPr id="36" name="フリーフォーム: 図形 35">
            <a:extLst>
              <a:ext uri="{FF2B5EF4-FFF2-40B4-BE49-F238E27FC236}">
                <a16:creationId xmlns:a16="http://schemas.microsoft.com/office/drawing/2014/main" id="{EFD584C9-55DF-601C-DC7A-86517FFDB48C}"/>
              </a:ext>
            </a:extLst>
          </p:cNvPr>
          <p:cNvSpPr/>
          <p:nvPr/>
        </p:nvSpPr>
        <p:spPr>
          <a:xfrm rot="2149832">
            <a:off x="1232946" y="5356494"/>
            <a:ext cx="1116215" cy="1248435"/>
          </a:xfrm>
          <a:custGeom>
            <a:avLst/>
            <a:gdLst>
              <a:gd name="connsiteX0" fmla="*/ 0 w 6381750"/>
              <a:gd name="connsiteY0" fmla="*/ 87460 h 350919"/>
              <a:gd name="connsiteX1" fmla="*/ 508000 w 6381750"/>
              <a:gd name="connsiteY1" fmla="*/ 258910 h 350919"/>
              <a:gd name="connsiteX2" fmla="*/ 908050 w 6381750"/>
              <a:gd name="connsiteY2" fmla="*/ 125560 h 350919"/>
              <a:gd name="connsiteX3" fmla="*/ 1314450 w 6381750"/>
              <a:gd name="connsiteY3" fmla="*/ 252560 h 350919"/>
              <a:gd name="connsiteX4" fmla="*/ 2032000 w 6381750"/>
              <a:gd name="connsiteY4" fmla="*/ 4910 h 350919"/>
              <a:gd name="connsiteX5" fmla="*/ 2635250 w 6381750"/>
              <a:gd name="connsiteY5" fmla="*/ 100160 h 350919"/>
              <a:gd name="connsiteX6" fmla="*/ 3943350 w 6381750"/>
              <a:gd name="connsiteY6" fmla="*/ 252560 h 350919"/>
              <a:gd name="connsiteX7" fmla="*/ 4648200 w 6381750"/>
              <a:gd name="connsiteY7" fmla="*/ 347810 h 350919"/>
              <a:gd name="connsiteX8" fmla="*/ 5308600 w 6381750"/>
              <a:gd name="connsiteY8" fmla="*/ 138260 h 350919"/>
              <a:gd name="connsiteX9" fmla="*/ 6381750 w 6381750"/>
              <a:gd name="connsiteY9" fmla="*/ 87460 h 350919"/>
              <a:gd name="connsiteX0" fmla="*/ 0 w 6381750"/>
              <a:gd name="connsiteY0" fmla="*/ 84727 h 347987"/>
              <a:gd name="connsiteX1" fmla="*/ 508000 w 6381750"/>
              <a:gd name="connsiteY1" fmla="*/ 256177 h 347987"/>
              <a:gd name="connsiteX2" fmla="*/ 908050 w 6381750"/>
              <a:gd name="connsiteY2" fmla="*/ 122827 h 347987"/>
              <a:gd name="connsiteX3" fmla="*/ 1314450 w 6381750"/>
              <a:gd name="connsiteY3" fmla="*/ 249827 h 347987"/>
              <a:gd name="connsiteX4" fmla="*/ 2032000 w 6381750"/>
              <a:gd name="connsiteY4" fmla="*/ 2177 h 347987"/>
              <a:gd name="connsiteX5" fmla="*/ 2876550 w 6381750"/>
              <a:gd name="connsiteY5" fmla="*/ 135527 h 347987"/>
              <a:gd name="connsiteX6" fmla="*/ 3943350 w 6381750"/>
              <a:gd name="connsiteY6" fmla="*/ 249827 h 347987"/>
              <a:gd name="connsiteX7" fmla="*/ 4648200 w 6381750"/>
              <a:gd name="connsiteY7" fmla="*/ 345077 h 347987"/>
              <a:gd name="connsiteX8" fmla="*/ 5308600 w 6381750"/>
              <a:gd name="connsiteY8" fmla="*/ 135527 h 347987"/>
              <a:gd name="connsiteX9" fmla="*/ 6381750 w 6381750"/>
              <a:gd name="connsiteY9" fmla="*/ 84727 h 347987"/>
              <a:gd name="connsiteX0" fmla="*/ 0 w 6381750"/>
              <a:gd name="connsiteY0" fmla="*/ 84727 h 347987"/>
              <a:gd name="connsiteX1" fmla="*/ 508000 w 6381750"/>
              <a:gd name="connsiteY1" fmla="*/ 256177 h 347987"/>
              <a:gd name="connsiteX2" fmla="*/ 908050 w 6381750"/>
              <a:gd name="connsiteY2" fmla="*/ 122827 h 347987"/>
              <a:gd name="connsiteX3" fmla="*/ 1314450 w 6381750"/>
              <a:gd name="connsiteY3" fmla="*/ 249827 h 347987"/>
              <a:gd name="connsiteX4" fmla="*/ 2032000 w 6381750"/>
              <a:gd name="connsiteY4" fmla="*/ 2177 h 347987"/>
              <a:gd name="connsiteX5" fmla="*/ 2876550 w 6381750"/>
              <a:gd name="connsiteY5" fmla="*/ 135527 h 347987"/>
              <a:gd name="connsiteX6" fmla="*/ 3943350 w 6381750"/>
              <a:gd name="connsiteY6" fmla="*/ 249827 h 347987"/>
              <a:gd name="connsiteX7" fmla="*/ 4648200 w 6381750"/>
              <a:gd name="connsiteY7" fmla="*/ 345077 h 347987"/>
              <a:gd name="connsiteX8" fmla="*/ 5308600 w 6381750"/>
              <a:gd name="connsiteY8" fmla="*/ 135527 h 347987"/>
              <a:gd name="connsiteX9" fmla="*/ 6381750 w 6381750"/>
              <a:gd name="connsiteY9" fmla="*/ 143994 h 347987"/>
              <a:gd name="connsiteX0" fmla="*/ 0 w 6381750"/>
              <a:gd name="connsiteY0" fmla="*/ 84727 h 347987"/>
              <a:gd name="connsiteX1" fmla="*/ 508000 w 6381750"/>
              <a:gd name="connsiteY1" fmla="*/ 256177 h 347987"/>
              <a:gd name="connsiteX2" fmla="*/ 908050 w 6381750"/>
              <a:gd name="connsiteY2" fmla="*/ 122827 h 347987"/>
              <a:gd name="connsiteX3" fmla="*/ 1314450 w 6381750"/>
              <a:gd name="connsiteY3" fmla="*/ 249827 h 347987"/>
              <a:gd name="connsiteX4" fmla="*/ 2032000 w 6381750"/>
              <a:gd name="connsiteY4" fmla="*/ 2177 h 347987"/>
              <a:gd name="connsiteX5" fmla="*/ 2876550 w 6381750"/>
              <a:gd name="connsiteY5" fmla="*/ 135527 h 347987"/>
              <a:gd name="connsiteX6" fmla="*/ 3943350 w 6381750"/>
              <a:gd name="connsiteY6" fmla="*/ 249827 h 347987"/>
              <a:gd name="connsiteX7" fmla="*/ 4648200 w 6381750"/>
              <a:gd name="connsiteY7" fmla="*/ 345077 h 347987"/>
              <a:gd name="connsiteX8" fmla="*/ 5308600 w 6381750"/>
              <a:gd name="connsiteY8" fmla="*/ 135527 h 347987"/>
              <a:gd name="connsiteX9" fmla="*/ 6381750 w 6381750"/>
              <a:gd name="connsiteY9" fmla="*/ 143994 h 347987"/>
              <a:gd name="connsiteX0" fmla="*/ 0 w 6381750"/>
              <a:gd name="connsiteY0" fmla="*/ 84727 h 347987"/>
              <a:gd name="connsiteX1" fmla="*/ 908050 w 6381750"/>
              <a:gd name="connsiteY1" fmla="*/ 122827 h 347987"/>
              <a:gd name="connsiteX2" fmla="*/ 1314450 w 6381750"/>
              <a:gd name="connsiteY2" fmla="*/ 249827 h 347987"/>
              <a:gd name="connsiteX3" fmla="*/ 2032000 w 6381750"/>
              <a:gd name="connsiteY3" fmla="*/ 2177 h 347987"/>
              <a:gd name="connsiteX4" fmla="*/ 2876550 w 6381750"/>
              <a:gd name="connsiteY4" fmla="*/ 135527 h 347987"/>
              <a:gd name="connsiteX5" fmla="*/ 3943350 w 6381750"/>
              <a:gd name="connsiteY5" fmla="*/ 249827 h 347987"/>
              <a:gd name="connsiteX6" fmla="*/ 4648200 w 6381750"/>
              <a:gd name="connsiteY6" fmla="*/ 345077 h 347987"/>
              <a:gd name="connsiteX7" fmla="*/ 5308600 w 6381750"/>
              <a:gd name="connsiteY7" fmla="*/ 135527 h 347987"/>
              <a:gd name="connsiteX8" fmla="*/ 6381750 w 6381750"/>
              <a:gd name="connsiteY8" fmla="*/ 143994 h 347987"/>
              <a:gd name="connsiteX0" fmla="*/ 0 w 6381750"/>
              <a:gd name="connsiteY0" fmla="*/ 84727 h 347987"/>
              <a:gd name="connsiteX1" fmla="*/ 1314450 w 6381750"/>
              <a:gd name="connsiteY1" fmla="*/ 249827 h 347987"/>
              <a:gd name="connsiteX2" fmla="*/ 2032000 w 6381750"/>
              <a:gd name="connsiteY2" fmla="*/ 2177 h 347987"/>
              <a:gd name="connsiteX3" fmla="*/ 2876550 w 6381750"/>
              <a:gd name="connsiteY3" fmla="*/ 135527 h 347987"/>
              <a:gd name="connsiteX4" fmla="*/ 3943350 w 6381750"/>
              <a:gd name="connsiteY4" fmla="*/ 249827 h 347987"/>
              <a:gd name="connsiteX5" fmla="*/ 4648200 w 6381750"/>
              <a:gd name="connsiteY5" fmla="*/ 345077 h 347987"/>
              <a:gd name="connsiteX6" fmla="*/ 5308600 w 6381750"/>
              <a:gd name="connsiteY6" fmla="*/ 135527 h 347987"/>
              <a:gd name="connsiteX7" fmla="*/ 6381750 w 6381750"/>
              <a:gd name="connsiteY7" fmla="*/ 143994 h 347987"/>
              <a:gd name="connsiteX0" fmla="*/ 0 w 6381750"/>
              <a:gd name="connsiteY0" fmla="*/ 83224 h 346484"/>
              <a:gd name="connsiteX1" fmla="*/ 2032000 w 6381750"/>
              <a:gd name="connsiteY1" fmla="*/ 674 h 346484"/>
              <a:gd name="connsiteX2" fmla="*/ 2876550 w 6381750"/>
              <a:gd name="connsiteY2" fmla="*/ 134024 h 346484"/>
              <a:gd name="connsiteX3" fmla="*/ 3943350 w 6381750"/>
              <a:gd name="connsiteY3" fmla="*/ 248324 h 346484"/>
              <a:gd name="connsiteX4" fmla="*/ 4648200 w 6381750"/>
              <a:gd name="connsiteY4" fmla="*/ 343574 h 346484"/>
              <a:gd name="connsiteX5" fmla="*/ 5308600 w 6381750"/>
              <a:gd name="connsiteY5" fmla="*/ 134024 h 346484"/>
              <a:gd name="connsiteX6" fmla="*/ 6381750 w 6381750"/>
              <a:gd name="connsiteY6" fmla="*/ 142491 h 346484"/>
              <a:gd name="connsiteX0" fmla="*/ 0 w 6381750"/>
              <a:gd name="connsiteY0" fmla="*/ 0 h 263260"/>
              <a:gd name="connsiteX1" fmla="*/ 2876550 w 6381750"/>
              <a:gd name="connsiteY1" fmla="*/ 50800 h 263260"/>
              <a:gd name="connsiteX2" fmla="*/ 3943350 w 6381750"/>
              <a:gd name="connsiteY2" fmla="*/ 165100 h 263260"/>
              <a:gd name="connsiteX3" fmla="*/ 4648200 w 6381750"/>
              <a:gd name="connsiteY3" fmla="*/ 260350 h 263260"/>
              <a:gd name="connsiteX4" fmla="*/ 5308600 w 6381750"/>
              <a:gd name="connsiteY4" fmla="*/ 50800 h 263260"/>
              <a:gd name="connsiteX5" fmla="*/ 6381750 w 6381750"/>
              <a:gd name="connsiteY5" fmla="*/ 59267 h 263260"/>
              <a:gd name="connsiteX0" fmla="*/ 0 w 6381750"/>
              <a:gd name="connsiteY0" fmla="*/ 0 h 263260"/>
              <a:gd name="connsiteX1" fmla="*/ 3943350 w 6381750"/>
              <a:gd name="connsiteY1" fmla="*/ 165100 h 263260"/>
              <a:gd name="connsiteX2" fmla="*/ 4648200 w 6381750"/>
              <a:gd name="connsiteY2" fmla="*/ 260350 h 263260"/>
              <a:gd name="connsiteX3" fmla="*/ 5308600 w 6381750"/>
              <a:gd name="connsiteY3" fmla="*/ 50800 h 263260"/>
              <a:gd name="connsiteX4" fmla="*/ 6381750 w 6381750"/>
              <a:gd name="connsiteY4" fmla="*/ 59267 h 263260"/>
              <a:gd name="connsiteX0" fmla="*/ 0 w 6381750"/>
              <a:gd name="connsiteY0" fmla="*/ 0 h 260350"/>
              <a:gd name="connsiteX1" fmla="*/ 4648200 w 6381750"/>
              <a:gd name="connsiteY1" fmla="*/ 260350 h 260350"/>
              <a:gd name="connsiteX2" fmla="*/ 5308600 w 6381750"/>
              <a:gd name="connsiteY2" fmla="*/ 50800 h 260350"/>
              <a:gd name="connsiteX3" fmla="*/ 6381750 w 6381750"/>
              <a:gd name="connsiteY3" fmla="*/ 59267 h 260350"/>
              <a:gd name="connsiteX0" fmla="*/ 0 w 6381750"/>
              <a:gd name="connsiteY0" fmla="*/ 0 h 59267"/>
              <a:gd name="connsiteX1" fmla="*/ 5308600 w 6381750"/>
              <a:gd name="connsiteY1" fmla="*/ 50800 h 59267"/>
              <a:gd name="connsiteX2" fmla="*/ 6381750 w 6381750"/>
              <a:gd name="connsiteY2" fmla="*/ 59267 h 59267"/>
              <a:gd name="connsiteX0" fmla="*/ 0 w 6381750"/>
              <a:gd name="connsiteY0" fmla="*/ 0 h 1124584"/>
              <a:gd name="connsiteX1" fmla="*/ 4528057 w 6381750"/>
              <a:gd name="connsiteY1" fmla="*/ 1124584 h 1124584"/>
              <a:gd name="connsiteX2" fmla="*/ 6381750 w 6381750"/>
              <a:gd name="connsiteY2" fmla="*/ 59267 h 1124584"/>
              <a:gd name="connsiteX0" fmla="*/ 0 w 3161177"/>
              <a:gd name="connsiteY0" fmla="*/ 2112889 h 2112889"/>
              <a:gd name="connsiteX1" fmla="*/ 1307484 w 3161177"/>
              <a:gd name="connsiteY1" fmla="*/ 1067394 h 2112889"/>
              <a:gd name="connsiteX2" fmla="*/ 3161177 w 3161177"/>
              <a:gd name="connsiteY2" fmla="*/ 2077 h 2112889"/>
              <a:gd name="connsiteX0" fmla="*/ 0 w 3161177"/>
              <a:gd name="connsiteY0" fmla="*/ 2110812 h 2110812"/>
              <a:gd name="connsiteX1" fmla="*/ 3161177 w 3161177"/>
              <a:gd name="connsiteY1" fmla="*/ 0 h 2110812"/>
              <a:gd name="connsiteX0" fmla="*/ 0 w 1482258"/>
              <a:gd name="connsiteY0" fmla="*/ 903680 h 903680"/>
              <a:gd name="connsiteX1" fmla="*/ 1482258 w 1482258"/>
              <a:gd name="connsiteY1" fmla="*/ 0 h 903680"/>
            </a:gdLst>
            <a:ahLst/>
            <a:cxnLst>
              <a:cxn ang="0">
                <a:pos x="connsiteX0" y="connsiteY0"/>
              </a:cxn>
              <a:cxn ang="0">
                <a:pos x="connsiteX1" y="connsiteY1"/>
              </a:cxn>
            </a:cxnLst>
            <a:rect l="l" t="t" r="r" b="b"/>
            <a:pathLst>
              <a:path w="1482258" h="903680">
                <a:moveTo>
                  <a:pt x="0" y="903680"/>
                </a:moveTo>
                <a:lnTo>
                  <a:pt x="1482258" y="0"/>
                </a:lnTo>
              </a:path>
            </a:pathLst>
          </a:custGeom>
          <a:noFill/>
          <a:ln w="57150">
            <a:solidFill>
              <a:schemeClr val="accent2"/>
            </a:solidFill>
            <a:tailEnd type="triangle"/>
          </a:ln>
          <a:effectLst>
            <a:glow rad="63500">
              <a:schemeClr val="accent2">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4" name="矢印: 右 43">
            <a:extLst>
              <a:ext uri="{FF2B5EF4-FFF2-40B4-BE49-F238E27FC236}">
                <a16:creationId xmlns:a16="http://schemas.microsoft.com/office/drawing/2014/main" id="{0A2734DE-E047-CC2D-F3E2-E701DEBB69AE}"/>
              </a:ext>
            </a:extLst>
          </p:cNvPr>
          <p:cNvSpPr/>
          <p:nvPr/>
        </p:nvSpPr>
        <p:spPr>
          <a:xfrm>
            <a:off x="3724405" y="5310395"/>
            <a:ext cx="1797864" cy="1126627"/>
          </a:xfrm>
          <a:custGeom>
            <a:avLst/>
            <a:gdLst>
              <a:gd name="connsiteX0" fmla="*/ 0 w 1797864"/>
              <a:gd name="connsiteY0" fmla="*/ 281657 h 1126627"/>
              <a:gd name="connsiteX1" fmla="*/ 1234551 w 1797864"/>
              <a:gd name="connsiteY1" fmla="*/ 281657 h 1126627"/>
              <a:gd name="connsiteX2" fmla="*/ 1234551 w 1797864"/>
              <a:gd name="connsiteY2" fmla="*/ 0 h 1126627"/>
              <a:gd name="connsiteX3" fmla="*/ 1797864 w 1797864"/>
              <a:gd name="connsiteY3" fmla="*/ 563314 h 1126627"/>
              <a:gd name="connsiteX4" fmla="*/ 1234551 w 1797864"/>
              <a:gd name="connsiteY4" fmla="*/ 1126627 h 1126627"/>
              <a:gd name="connsiteX5" fmla="*/ 1234551 w 1797864"/>
              <a:gd name="connsiteY5" fmla="*/ 844970 h 1126627"/>
              <a:gd name="connsiteX6" fmla="*/ 0 w 1797864"/>
              <a:gd name="connsiteY6" fmla="*/ 844970 h 1126627"/>
              <a:gd name="connsiteX7" fmla="*/ 0 w 1797864"/>
              <a:gd name="connsiteY7" fmla="*/ 281657 h 1126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97864" h="1126627" fill="none" extrusionOk="0">
                <a:moveTo>
                  <a:pt x="0" y="281657"/>
                </a:moveTo>
                <a:cubicBezTo>
                  <a:pt x="441140" y="341876"/>
                  <a:pt x="815292" y="313239"/>
                  <a:pt x="1234551" y="281657"/>
                </a:cubicBezTo>
                <a:cubicBezTo>
                  <a:pt x="1258466" y="194755"/>
                  <a:pt x="1214082" y="130057"/>
                  <a:pt x="1234551" y="0"/>
                </a:cubicBezTo>
                <a:cubicBezTo>
                  <a:pt x="1321461" y="170749"/>
                  <a:pt x="1683272" y="515097"/>
                  <a:pt x="1797864" y="563314"/>
                </a:cubicBezTo>
                <a:cubicBezTo>
                  <a:pt x="1683170" y="648249"/>
                  <a:pt x="1372263" y="1063564"/>
                  <a:pt x="1234551" y="1126627"/>
                </a:cubicBezTo>
                <a:cubicBezTo>
                  <a:pt x="1228919" y="1080683"/>
                  <a:pt x="1223293" y="925170"/>
                  <a:pt x="1234551" y="844970"/>
                </a:cubicBezTo>
                <a:cubicBezTo>
                  <a:pt x="625859" y="796345"/>
                  <a:pt x="503036" y="798970"/>
                  <a:pt x="0" y="844970"/>
                </a:cubicBezTo>
                <a:cubicBezTo>
                  <a:pt x="12149" y="711576"/>
                  <a:pt x="-34350" y="429484"/>
                  <a:pt x="0" y="281657"/>
                </a:cubicBezTo>
                <a:close/>
              </a:path>
              <a:path w="1797864" h="1126627" stroke="0" extrusionOk="0">
                <a:moveTo>
                  <a:pt x="0" y="281657"/>
                </a:moveTo>
                <a:cubicBezTo>
                  <a:pt x="501690" y="291445"/>
                  <a:pt x="664348" y="302673"/>
                  <a:pt x="1234551" y="281657"/>
                </a:cubicBezTo>
                <a:cubicBezTo>
                  <a:pt x="1244995" y="149561"/>
                  <a:pt x="1246456" y="46048"/>
                  <a:pt x="1234551" y="0"/>
                </a:cubicBezTo>
                <a:cubicBezTo>
                  <a:pt x="1416517" y="201720"/>
                  <a:pt x="1516224" y="323140"/>
                  <a:pt x="1797864" y="563314"/>
                </a:cubicBezTo>
                <a:cubicBezTo>
                  <a:pt x="1604474" y="781173"/>
                  <a:pt x="1263864" y="996785"/>
                  <a:pt x="1234551" y="1126627"/>
                </a:cubicBezTo>
                <a:cubicBezTo>
                  <a:pt x="1244859" y="1090226"/>
                  <a:pt x="1246547" y="961132"/>
                  <a:pt x="1234551" y="844970"/>
                </a:cubicBezTo>
                <a:cubicBezTo>
                  <a:pt x="826782" y="735023"/>
                  <a:pt x="170652" y="758181"/>
                  <a:pt x="0" y="844970"/>
                </a:cubicBezTo>
                <a:cubicBezTo>
                  <a:pt x="-923" y="604596"/>
                  <a:pt x="-16096" y="399535"/>
                  <a:pt x="0" y="281657"/>
                </a:cubicBezTo>
                <a:close/>
              </a:path>
            </a:pathLst>
          </a:custGeom>
          <a:solidFill>
            <a:schemeClr val="accent4"/>
          </a:solidFill>
          <a:ln>
            <a:solidFill>
              <a:schemeClr val="accent4"/>
            </a:solidFill>
            <a:extLst>
              <a:ext uri="{C807C97D-BFC1-408E-A445-0C87EB9F89A2}">
                <ask:lineSketchStyleProps xmlns:ask="http://schemas.microsoft.com/office/drawing/2018/sketchyshapes" sd="3864781296">
                  <a:prstGeom prst="rightArrow">
                    <a:avLst/>
                  </a:pr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6" name="フリーフォーム: 図形 45">
            <a:extLst>
              <a:ext uri="{FF2B5EF4-FFF2-40B4-BE49-F238E27FC236}">
                <a16:creationId xmlns:a16="http://schemas.microsoft.com/office/drawing/2014/main" id="{6C0FD5AB-5B5F-7AA0-6FBC-206214218608}"/>
              </a:ext>
            </a:extLst>
          </p:cNvPr>
          <p:cNvSpPr/>
          <p:nvPr/>
        </p:nvSpPr>
        <p:spPr>
          <a:xfrm>
            <a:off x="529301" y="2977937"/>
            <a:ext cx="2457450" cy="553401"/>
          </a:xfrm>
          <a:custGeom>
            <a:avLst/>
            <a:gdLst>
              <a:gd name="connsiteX0" fmla="*/ 0 w 2457450"/>
              <a:gd name="connsiteY0" fmla="*/ 553401 h 553401"/>
              <a:gd name="connsiteX1" fmla="*/ 1066800 w 2457450"/>
              <a:gd name="connsiteY1" fmla="*/ 48576 h 553401"/>
              <a:gd name="connsiteX2" fmla="*/ 2457450 w 2457450"/>
              <a:gd name="connsiteY2" fmla="*/ 48576 h 553401"/>
            </a:gdLst>
            <a:ahLst/>
            <a:cxnLst>
              <a:cxn ang="0">
                <a:pos x="connsiteX0" y="connsiteY0"/>
              </a:cxn>
              <a:cxn ang="0">
                <a:pos x="connsiteX1" y="connsiteY1"/>
              </a:cxn>
              <a:cxn ang="0">
                <a:pos x="connsiteX2" y="connsiteY2"/>
              </a:cxn>
            </a:cxnLst>
            <a:rect l="l" t="t" r="r" b="b"/>
            <a:pathLst>
              <a:path w="2457450" h="553401">
                <a:moveTo>
                  <a:pt x="0" y="553401"/>
                </a:moveTo>
                <a:cubicBezTo>
                  <a:pt x="328612" y="343057"/>
                  <a:pt x="657225" y="132713"/>
                  <a:pt x="1066800" y="48576"/>
                </a:cubicBezTo>
                <a:cubicBezTo>
                  <a:pt x="1476375" y="-35561"/>
                  <a:pt x="1966912" y="6507"/>
                  <a:pt x="2457450" y="48576"/>
                </a:cubicBezTo>
              </a:path>
            </a:pathLst>
          </a:custGeom>
          <a:noFill/>
          <a:ln w="38100">
            <a:solidFill>
              <a:schemeClr val="accent4"/>
            </a:solidFill>
            <a:headEnd type="none" w="med" len="med"/>
            <a:tailEnd type="triangle" w="med" len="med"/>
          </a:ln>
          <a:effectLst>
            <a:glow rad="152400">
              <a:schemeClr val="bg1"/>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9" name="グループ化 8">
            <a:extLst>
              <a:ext uri="{FF2B5EF4-FFF2-40B4-BE49-F238E27FC236}">
                <a16:creationId xmlns:a16="http://schemas.microsoft.com/office/drawing/2014/main" id="{79366D17-C6F6-2F7E-0C8E-D7CA4265F094}"/>
              </a:ext>
            </a:extLst>
          </p:cNvPr>
          <p:cNvGrpSpPr/>
          <p:nvPr/>
        </p:nvGrpSpPr>
        <p:grpSpPr>
          <a:xfrm>
            <a:off x="7701975" y="5031844"/>
            <a:ext cx="866523" cy="923145"/>
            <a:chOff x="5897144" y="3284788"/>
            <a:chExt cx="866523" cy="923145"/>
          </a:xfrm>
        </p:grpSpPr>
        <p:sp>
          <p:nvSpPr>
            <p:cNvPr id="47" name="フリーフォーム: 図形 46">
              <a:extLst>
                <a:ext uri="{FF2B5EF4-FFF2-40B4-BE49-F238E27FC236}">
                  <a16:creationId xmlns:a16="http://schemas.microsoft.com/office/drawing/2014/main" id="{128A1380-4083-A4AF-A9AF-53345AAABDF1}"/>
                </a:ext>
              </a:extLst>
            </p:cNvPr>
            <p:cNvSpPr/>
            <p:nvPr/>
          </p:nvSpPr>
          <p:spPr>
            <a:xfrm>
              <a:off x="5897698" y="3332166"/>
              <a:ext cx="842754" cy="500765"/>
            </a:xfrm>
            <a:custGeom>
              <a:avLst/>
              <a:gdLst>
                <a:gd name="connsiteX0" fmla="*/ 562582 w 768994"/>
                <a:gd name="connsiteY0" fmla="*/ 446438 h 495392"/>
                <a:gd name="connsiteX1" fmla="*/ 62068 w 768994"/>
                <a:gd name="connsiteY1" fmla="*/ 119179 h 495392"/>
                <a:gd name="connsiteX2" fmla="*/ 23567 w 768994"/>
                <a:gd name="connsiteY2" fmla="*/ 311684 h 495392"/>
                <a:gd name="connsiteX3" fmla="*/ 206447 w 768994"/>
                <a:gd name="connsiteY3" fmla="*/ 99928 h 495392"/>
                <a:gd name="connsiteX4" fmla="*/ 312325 w 768994"/>
                <a:gd name="connsiteY4" fmla="*/ 176930 h 495392"/>
                <a:gd name="connsiteX5" fmla="*/ 100569 w 768994"/>
                <a:gd name="connsiteY5" fmla="*/ 494564 h 495392"/>
                <a:gd name="connsiteX6" fmla="*/ 764712 w 768994"/>
                <a:gd name="connsiteY6" fmla="*/ 71052 h 495392"/>
                <a:gd name="connsiteX7" fmla="*/ 398952 w 768994"/>
                <a:gd name="connsiteY7" fmla="*/ 176930 h 495392"/>
                <a:gd name="connsiteX8" fmla="*/ 668459 w 768994"/>
                <a:gd name="connsiteY8" fmla="*/ 388686 h 495392"/>
                <a:gd name="connsiteX9" fmla="*/ 312325 w 768994"/>
                <a:gd name="connsiteY9" fmla="*/ 427187 h 495392"/>
                <a:gd name="connsiteX10" fmla="*/ 360451 w 768994"/>
                <a:gd name="connsiteY10" fmla="*/ 71052 h 495392"/>
                <a:gd name="connsiteX11" fmla="*/ 283449 w 768994"/>
                <a:gd name="connsiteY11" fmla="*/ 13301 h 495392"/>
                <a:gd name="connsiteX12" fmla="*/ 302699 w 768994"/>
                <a:gd name="connsiteY12" fmla="*/ 244307 h 495392"/>
                <a:gd name="connsiteX13" fmla="*/ 639584 w 768994"/>
                <a:gd name="connsiteY13" fmla="*/ 196181 h 495392"/>
                <a:gd name="connsiteX14" fmla="*/ 418203 w 768994"/>
                <a:gd name="connsiteY14" fmla="*/ 80678 h 495392"/>
                <a:gd name="connsiteX15" fmla="*/ 206447 w 768994"/>
                <a:gd name="connsiteY15" fmla="*/ 330935 h 495392"/>
                <a:gd name="connsiteX16" fmla="*/ 235323 w 768994"/>
                <a:gd name="connsiteY16" fmla="*/ 475314 h 495392"/>
                <a:gd name="connsiteX17" fmla="*/ 562582 w 768994"/>
                <a:gd name="connsiteY17" fmla="*/ 446438 h 49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68994" h="495392">
                  <a:moveTo>
                    <a:pt x="562582" y="446438"/>
                  </a:moveTo>
                  <a:cubicBezTo>
                    <a:pt x="533706" y="387082"/>
                    <a:pt x="151904" y="141638"/>
                    <a:pt x="62068" y="119179"/>
                  </a:cubicBezTo>
                  <a:cubicBezTo>
                    <a:pt x="-27768" y="96720"/>
                    <a:pt x="-496" y="314892"/>
                    <a:pt x="23567" y="311684"/>
                  </a:cubicBezTo>
                  <a:cubicBezTo>
                    <a:pt x="47630" y="308476"/>
                    <a:pt x="158321" y="122387"/>
                    <a:pt x="206447" y="99928"/>
                  </a:cubicBezTo>
                  <a:cubicBezTo>
                    <a:pt x="254573" y="77469"/>
                    <a:pt x="329971" y="111157"/>
                    <a:pt x="312325" y="176930"/>
                  </a:cubicBezTo>
                  <a:cubicBezTo>
                    <a:pt x="294679" y="242703"/>
                    <a:pt x="25171" y="512210"/>
                    <a:pt x="100569" y="494564"/>
                  </a:cubicBezTo>
                  <a:cubicBezTo>
                    <a:pt x="175967" y="476918"/>
                    <a:pt x="714982" y="123991"/>
                    <a:pt x="764712" y="71052"/>
                  </a:cubicBezTo>
                  <a:cubicBezTo>
                    <a:pt x="814442" y="18113"/>
                    <a:pt x="414994" y="123991"/>
                    <a:pt x="398952" y="176930"/>
                  </a:cubicBezTo>
                  <a:cubicBezTo>
                    <a:pt x="382910" y="229869"/>
                    <a:pt x="682897" y="346977"/>
                    <a:pt x="668459" y="388686"/>
                  </a:cubicBezTo>
                  <a:cubicBezTo>
                    <a:pt x="654021" y="430395"/>
                    <a:pt x="363660" y="480126"/>
                    <a:pt x="312325" y="427187"/>
                  </a:cubicBezTo>
                  <a:cubicBezTo>
                    <a:pt x="260990" y="374248"/>
                    <a:pt x="365264" y="140033"/>
                    <a:pt x="360451" y="71052"/>
                  </a:cubicBezTo>
                  <a:cubicBezTo>
                    <a:pt x="355638" y="2071"/>
                    <a:pt x="293074" y="-15575"/>
                    <a:pt x="283449" y="13301"/>
                  </a:cubicBezTo>
                  <a:cubicBezTo>
                    <a:pt x="273824" y="42177"/>
                    <a:pt x="243343" y="213827"/>
                    <a:pt x="302699" y="244307"/>
                  </a:cubicBezTo>
                  <a:cubicBezTo>
                    <a:pt x="362055" y="274787"/>
                    <a:pt x="620333" y="223453"/>
                    <a:pt x="639584" y="196181"/>
                  </a:cubicBezTo>
                  <a:cubicBezTo>
                    <a:pt x="658835" y="168909"/>
                    <a:pt x="490393" y="58219"/>
                    <a:pt x="418203" y="80678"/>
                  </a:cubicBezTo>
                  <a:cubicBezTo>
                    <a:pt x="346013" y="103137"/>
                    <a:pt x="236927" y="265162"/>
                    <a:pt x="206447" y="330935"/>
                  </a:cubicBezTo>
                  <a:cubicBezTo>
                    <a:pt x="175967" y="396708"/>
                    <a:pt x="172759" y="462480"/>
                    <a:pt x="235323" y="475314"/>
                  </a:cubicBezTo>
                  <a:cubicBezTo>
                    <a:pt x="297887" y="488148"/>
                    <a:pt x="591458" y="505794"/>
                    <a:pt x="562582" y="446438"/>
                  </a:cubicBezTo>
                  <a:close/>
                </a:path>
              </a:pathLst>
            </a:cu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8" name="フリーフォーム: 図形 47">
              <a:extLst>
                <a:ext uri="{FF2B5EF4-FFF2-40B4-BE49-F238E27FC236}">
                  <a16:creationId xmlns:a16="http://schemas.microsoft.com/office/drawing/2014/main" id="{0F60FF85-8B94-7CA7-28BD-EE9A8905975E}"/>
                </a:ext>
              </a:extLst>
            </p:cNvPr>
            <p:cNvSpPr/>
            <p:nvPr/>
          </p:nvSpPr>
          <p:spPr>
            <a:xfrm rot="4964407">
              <a:off x="5961743" y="3402000"/>
              <a:ext cx="777334" cy="542909"/>
            </a:xfrm>
            <a:custGeom>
              <a:avLst/>
              <a:gdLst>
                <a:gd name="connsiteX0" fmla="*/ 562582 w 768994"/>
                <a:gd name="connsiteY0" fmla="*/ 446438 h 495392"/>
                <a:gd name="connsiteX1" fmla="*/ 62068 w 768994"/>
                <a:gd name="connsiteY1" fmla="*/ 119179 h 495392"/>
                <a:gd name="connsiteX2" fmla="*/ 23567 w 768994"/>
                <a:gd name="connsiteY2" fmla="*/ 311684 h 495392"/>
                <a:gd name="connsiteX3" fmla="*/ 206447 w 768994"/>
                <a:gd name="connsiteY3" fmla="*/ 99928 h 495392"/>
                <a:gd name="connsiteX4" fmla="*/ 312325 w 768994"/>
                <a:gd name="connsiteY4" fmla="*/ 176930 h 495392"/>
                <a:gd name="connsiteX5" fmla="*/ 100569 w 768994"/>
                <a:gd name="connsiteY5" fmla="*/ 494564 h 495392"/>
                <a:gd name="connsiteX6" fmla="*/ 764712 w 768994"/>
                <a:gd name="connsiteY6" fmla="*/ 71052 h 495392"/>
                <a:gd name="connsiteX7" fmla="*/ 398952 w 768994"/>
                <a:gd name="connsiteY7" fmla="*/ 176930 h 495392"/>
                <a:gd name="connsiteX8" fmla="*/ 668459 w 768994"/>
                <a:gd name="connsiteY8" fmla="*/ 388686 h 495392"/>
                <a:gd name="connsiteX9" fmla="*/ 312325 w 768994"/>
                <a:gd name="connsiteY9" fmla="*/ 427187 h 495392"/>
                <a:gd name="connsiteX10" fmla="*/ 360451 w 768994"/>
                <a:gd name="connsiteY10" fmla="*/ 71052 h 495392"/>
                <a:gd name="connsiteX11" fmla="*/ 283449 w 768994"/>
                <a:gd name="connsiteY11" fmla="*/ 13301 h 495392"/>
                <a:gd name="connsiteX12" fmla="*/ 302699 w 768994"/>
                <a:gd name="connsiteY12" fmla="*/ 244307 h 495392"/>
                <a:gd name="connsiteX13" fmla="*/ 639584 w 768994"/>
                <a:gd name="connsiteY13" fmla="*/ 196181 h 495392"/>
                <a:gd name="connsiteX14" fmla="*/ 418203 w 768994"/>
                <a:gd name="connsiteY14" fmla="*/ 80678 h 495392"/>
                <a:gd name="connsiteX15" fmla="*/ 206447 w 768994"/>
                <a:gd name="connsiteY15" fmla="*/ 330935 h 495392"/>
                <a:gd name="connsiteX16" fmla="*/ 235323 w 768994"/>
                <a:gd name="connsiteY16" fmla="*/ 475314 h 495392"/>
                <a:gd name="connsiteX17" fmla="*/ 562582 w 768994"/>
                <a:gd name="connsiteY17" fmla="*/ 446438 h 49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68994" h="495392">
                  <a:moveTo>
                    <a:pt x="562582" y="446438"/>
                  </a:moveTo>
                  <a:cubicBezTo>
                    <a:pt x="533706" y="387082"/>
                    <a:pt x="151904" y="141638"/>
                    <a:pt x="62068" y="119179"/>
                  </a:cubicBezTo>
                  <a:cubicBezTo>
                    <a:pt x="-27768" y="96720"/>
                    <a:pt x="-496" y="314892"/>
                    <a:pt x="23567" y="311684"/>
                  </a:cubicBezTo>
                  <a:cubicBezTo>
                    <a:pt x="47630" y="308476"/>
                    <a:pt x="158321" y="122387"/>
                    <a:pt x="206447" y="99928"/>
                  </a:cubicBezTo>
                  <a:cubicBezTo>
                    <a:pt x="254573" y="77469"/>
                    <a:pt x="329971" y="111157"/>
                    <a:pt x="312325" y="176930"/>
                  </a:cubicBezTo>
                  <a:cubicBezTo>
                    <a:pt x="294679" y="242703"/>
                    <a:pt x="25171" y="512210"/>
                    <a:pt x="100569" y="494564"/>
                  </a:cubicBezTo>
                  <a:cubicBezTo>
                    <a:pt x="175967" y="476918"/>
                    <a:pt x="714982" y="123991"/>
                    <a:pt x="764712" y="71052"/>
                  </a:cubicBezTo>
                  <a:cubicBezTo>
                    <a:pt x="814442" y="18113"/>
                    <a:pt x="414994" y="123991"/>
                    <a:pt x="398952" y="176930"/>
                  </a:cubicBezTo>
                  <a:cubicBezTo>
                    <a:pt x="382910" y="229869"/>
                    <a:pt x="682897" y="346977"/>
                    <a:pt x="668459" y="388686"/>
                  </a:cubicBezTo>
                  <a:cubicBezTo>
                    <a:pt x="654021" y="430395"/>
                    <a:pt x="363660" y="480126"/>
                    <a:pt x="312325" y="427187"/>
                  </a:cubicBezTo>
                  <a:cubicBezTo>
                    <a:pt x="260990" y="374248"/>
                    <a:pt x="365264" y="140033"/>
                    <a:pt x="360451" y="71052"/>
                  </a:cubicBezTo>
                  <a:cubicBezTo>
                    <a:pt x="355638" y="2071"/>
                    <a:pt x="293074" y="-15575"/>
                    <a:pt x="283449" y="13301"/>
                  </a:cubicBezTo>
                  <a:cubicBezTo>
                    <a:pt x="273824" y="42177"/>
                    <a:pt x="243343" y="213827"/>
                    <a:pt x="302699" y="244307"/>
                  </a:cubicBezTo>
                  <a:cubicBezTo>
                    <a:pt x="362055" y="274787"/>
                    <a:pt x="620333" y="223453"/>
                    <a:pt x="639584" y="196181"/>
                  </a:cubicBezTo>
                  <a:cubicBezTo>
                    <a:pt x="658835" y="168909"/>
                    <a:pt x="490393" y="58219"/>
                    <a:pt x="418203" y="80678"/>
                  </a:cubicBezTo>
                  <a:cubicBezTo>
                    <a:pt x="346013" y="103137"/>
                    <a:pt x="236927" y="265162"/>
                    <a:pt x="206447" y="330935"/>
                  </a:cubicBezTo>
                  <a:cubicBezTo>
                    <a:pt x="175967" y="396708"/>
                    <a:pt x="172759" y="462480"/>
                    <a:pt x="235323" y="475314"/>
                  </a:cubicBezTo>
                  <a:cubicBezTo>
                    <a:pt x="297887" y="488148"/>
                    <a:pt x="591458" y="505794"/>
                    <a:pt x="562582" y="446438"/>
                  </a:cubicBezTo>
                  <a:close/>
                </a:path>
              </a:pathLst>
            </a:cu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9" name="フリーフォーム: 図形 48">
              <a:extLst>
                <a:ext uri="{FF2B5EF4-FFF2-40B4-BE49-F238E27FC236}">
                  <a16:creationId xmlns:a16="http://schemas.microsoft.com/office/drawing/2014/main" id="{C44C3672-6F4A-8A28-B2E1-FDAAD4B9653C}"/>
                </a:ext>
              </a:extLst>
            </p:cNvPr>
            <p:cNvSpPr/>
            <p:nvPr/>
          </p:nvSpPr>
          <p:spPr>
            <a:xfrm rot="8884375">
              <a:off x="5897144" y="3395723"/>
              <a:ext cx="842754" cy="500765"/>
            </a:xfrm>
            <a:custGeom>
              <a:avLst/>
              <a:gdLst>
                <a:gd name="connsiteX0" fmla="*/ 562582 w 768994"/>
                <a:gd name="connsiteY0" fmla="*/ 446438 h 495392"/>
                <a:gd name="connsiteX1" fmla="*/ 62068 w 768994"/>
                <a:gd name="connsiteY1" fmla="*/ 119179 h 495392"/>
                <a:gd name="connsiteX2" fmla="*/ 23567 w 768994"/>
                <a:gd name="connsiteY2" fmla="*/ 311684 h 495392"/>
                <a:gd name="connsiteX3" fmla="*/ 206447 w 768994"/>
                <a:gd name="connsiteY3" fmla="*/ 99928 h 495392"/>
                <a:gd name="connsiteX4" fmla="*/ 312325 w 768994"/>
                <a:gd name="connsiteY4" fmla="*/ 176930 h 495392"/>
                <a:gd name="connsiteX5" fmla="*/ 100569 w 768994"/>
                <a:gd name="connsiteY5" fmla="*/ 494564 h 495392"/>
                <a:gd name="connsiteX6" fmla="*/ 764712 w 768994"/>
                <a:gd name="connsiteY6" fmla="*/ 71052 h 495392"/>
                <a:gd name="connsiteX7" fmla="*/ 398952 w 768994"/>
                <a:gd name="connsiteY7" fmla="*/ 176930 h 495392"/>
                <a:gd name="connsiteX8" fmla="*/ 668459 w 768994"/>
                <a:gd name="connsiteY8" fmla="*/ 388686 h 495392"/>
                <a:gd name="connsiteX9" fmla="*/ 312325 w 768994"/>
                <a:gd name="connsiteY9" fmla="*/ 427187 h 495392"/>
                <a:gd name="connsiteX10" fmla="*/ 360451 w 768994"/>
                <a:gd name="connsiteY10" fmla="*/ 71052 h 495392"/>
                <a:gd name="connsiteX11" fmla="*/ 283449 w 768994"/>
                <a:gd name="connsiteY11" fmla="*/ 13301 h 495392"/>
                <a:gd name="connsiteX12" fmla="*/ 302699 w 768994"/>
                <a:gd name="connsiteY12" fmla="*/ 244307 h 495392"/>
                <a:gd name="connsiteX13" fmla="*/ 639584 w 768994"/>
                <a:gd name="connsiteY13" fmla="*/ 196181 h 495392"/>
                <a:gd name="connsiteX14" fmla="*/ 418203 w 768994"/>
                <a:gd name="connsiteY14" fmla="*/ 80678 h 495392"/>
                <a:gd name="connsiteX15" fmla="*/ 206447 w 768994"/>
                <a:gd name="connsiteY15" fmla="*/ 330935 h 495392"/>
                <a:gd name="connsiteX16" fmla="*/ 235323 w 768994"/>
                <a:gd name="connsiteY16" fmla="*/ 475314 h 495392"/>
                <a:gd name="connsiteX17" fmla="*/ 562582 w 768994"/>
                <a:gd name="connsiteY17" fmla="*/ 446438 h 49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68994" h="495392">
                  <a:moveTo>
                    <a:pt x="562582" y="446438"/>
                  </a:moveTo>
                  <a:cubicBezTo>
                    <a:pt x="533706" y="387082"/>
                    <a:pt x="151904" y="141638"/>
                    <a:pt x="62068" y="119179"/>
                  </a:cubicBezTo>
                  <a:cubicBezTo>
                    <a:pt x="-27768" y="96720"/>
                    <a:pt x="-496" y="314892"/>
                    <a:pt x="23567" y="311684"/>
                  </a:cubicBezTo>
                  <a:cubicBezTo>
                    <a:pt x="47630" y="308476"/>
                    <a:pt x="158321" y="122387"/>
                    <a:pt x="206447" y="99928"/>
                  </a:cubicBezTo>
                  <a:cubicBezTo>
                    <a:pt x="254573" y="77469"/>
                    <a:pt x="329971" y="111157"/>
                    <a:pt x="312325" y="176930"/>
                  </a:cubicBezTo>
                  <a:cubicBezTo>
                    <a:pt x="294679" y="242703"/>
                    <a:pt x="25171" y="512210"/>
                    <a:pt x="100569" y="494564"/>
                  </a:cubicBezTo>
                  <a:cubicBezTo>
                    <a:pt x="175967" y="476918"/>
                    <a:pt x="714982" y="123991"/>
                    <a:pt x="764712" y="71052"/>
                  </a:cubicBezTo>
                  <a:cubicBezTo>
                    <a:pt x="814442" y="18113"/>
                    <a:pt x="414994" y="123991"/>
                    <a:pt x="398952" y="176930"/>
                  </a:cubicBezTo>
                  <a:cubicBezTo>
                    <a:pt x="382910" y="229869"/>
                    <a:pt x="682897" y="346977"/>
                    <a:pt x="668459" y="388686"/>
                  </a:cubicBezTo>
                  <a:cubicBezTo>
                    <a:pt x="654021" y="430395"/>
                    <a:pt x="363660" y="480126"/>
                    <a:pt x="312325" y="427187"/>
                  </a:cubicBezTo>
                  <a:cubicBezTo>
                    <a:pt x="260990" y="374248"/>
                    <a:pt x="365264" y="140033"/>
                    <a:pt x="360451" y="71052"/>
                  </a:cubicBezTo>
                  <a:cubicBezTo>
                    <a:pt x="355638" y="2071"/>
                    <a:pt x="293074" y="-15575"/>
                    <a:pt x="283449" y="13301"/>
                  </a:cubicBezTo>
                  <a:cubicBezTo>
                    <a:pt x="273824" y="42177"/>
                    <a:pt x="243343" y="213827"/>
                    <a:pt x="302699" y="244307"/>
                  </a:cubicBezTo>
                  <a:cubicBezTo>
                    <a:pt x="362055" y="274787"/>
                    <a:pt x="620333" y="223453"/>
                    <a:pt x="639584" y="196181"/>
                  </a:cubicBezTo>
                  <a:cubicBezTo>
                    <a:pt x="658835" y="168909"/>
                    <a:pt x="490393" y="58219"/>
                    <a:pt x="418203" y="80678"/>
                  </a:cubicBezTo>
                  <a:cubicBezTo>
                    <a:pt x="346013" y="103137"/>
                    <a:pt x="236927" y="265162"/>
                    <a:pt x="206447" y="330935"/>
                  </a:cubicBezTo>
                  <a:cubicBezTo>
                    <a:pt x="175967" y="396708"/>
                    <a:pt x="172759" y="462480"/>
                    <a:pt x="235323" y="475314"/>
                  </a:cubicBezTo>
                  <a:cubicBezTo>
                    <a:pt x="297887" y="488148"/>
                    <a:pt x="591458" y="505794"/>
                    <a:pt x="562582" y="446438"/>
                  </a:cubicBezTo>
                  <a:close/>
                </a:path>
              </a:pathLst>
            </a:cu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フリーフォーム: 図形 49">
              <a:extLst>
                <a:ext uri="{FF2B5EF4-FFF2-40B4-BE49-F238E27FC236}">
                  <a16:creationId xmlns:a16="http://schemas.microsoft.com/office/drawing/2014/main" id="{21E955EA-67B5-7ECC-CB8F-3C3E4686AE8A}"/>
                </a:ext>
              </a:extLst>
            </p:cNvPr>
            <p:cNvSpPr/>
            <p:nvPr/>
          </p:nvSpPr>
          <p:spPr>
            <a:xfrm rot="12451915">
              <a:off x="5920913" y="3415024"/>
              <a:ext cx="842754" cy="500765"/>
            </a:xfrm>
            <a:custGeom>
              <a:avLst/>
              <a:gdLst>
                <a:gd name="connsiteX0" fmla="*/ 562582 w 768994"/>
                <a:gd name="connsiteY0" fmla="*/ 446438 h 495392"/>
                <a:gd name="connsiteX1" fmla="*/ 62068 w 768994"/>
                <a:gd name="connsiteY1" fmla="*/ 119179 h 495392"/>
                <a:gd name="connsiteX2" fmla="*/ 23567 w 768994"/>
                <a:gd name="connsiteY2" fmla="*/ 311684 h 495392"/>
                <a:gd name="connsiteX3" fmla="*/ 206447 w 768994"/>
                <a:gd name="connsiteY3" fmla="*/ 99928 h 495392"/>
                <a:gd name="connsiteX4" fmla="*/ 312325 w 768994"/>
                <a:gd name="connsiteY4" fmla="*/ 176930 h 495392"/>
                <a:gd name="connsiteX5" fmla="*/ 100569 w 768994"/>
                <a:gd name="connsiteY5" fmla="*/ 494564 h 495392"/>
                <a:gd name="connsiteX6" fmla="*/ 764712 w 768994"/>
                <a:gd name="connsiteY6" fmla="*/ 71052 h 495392"/>
                <a:gd name="connsiteX7" fmla="*/ 398952 w 768994"/>
                <a:gd name="connsiteY7" fmla="*/ 176930 h 495392"/>
                <a:gd name="connsiteX8" fmla="*/ 668459 w 768994"/>
                <a:gd name="connsiteY8" fmla="*/ 388686 h 495392"/>
                <a:gd name="connsiteX9" fmla="*/ 312325 w 768994"/>
                <a:gd name="connsiteY9" fmla="*/ 427187 h 495392"/>
                <a:gd name="connsiteX10" fmla="*/ 360451 w 768994"/>
                <a:gd name="connsiteY10" fmla="*/ 71052 h 495392"/>
                <a:gd name="connsiteX11" fmla="*/ 283449 w 768994"/>
                <a:gd name="connsiteY11" fmla="*/ 13301 h 495392"/>
                <a:gd name="connsiteX12" fmla="*/ 302699 w 768994"/>
                <a:gd name="connsiteY12" fmla="*/ 244307 h 495392"/>
                <a:gd name="connsiteX13" fmla="*/ 639584 w 768994"/>
                <a:gd name="connsiteY13" fmla="*/ 196181 h 495392"/>
                <a:gd name="connsiteX14" fmla="*/ 418203 w 768994"/>
                <a:gd name="connsiteY14" fmla="*/ 80678 h 495392"/>
                <a:gd name="connsiteX15" fmla="*/ 206447 w 768994"/>
                <a:gd name="connsiteY15" fmla="*/ 330935 h 495392"/>
                <a:gd name="connsiteX16" fmla="*/ 235323 w 768994"/>
                <a:gd name="connsiteY16" fmla="*/ 475314 h 495392"/>
                <a:gd name="connsiteX17" fmla="*/ 562582 w 768994"/>
                <a:gd name="connsiteY17" fmla="*/ 446438 h 49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68994" h="495392">
                  <a:moveTo>
                    <a:pt x="562582" y="446438"/>
                  </a:moveTo>
                  <a:cubicBezTo>
                    <a:pt x="533706" y="387082"/>
                    <a:pt x="151904" y="141638"/>
                    <a:pt x="62068" y="119179"/>
                  </a:cubicBezTo>
                  <a:cubicBezTo>
                    <a:pt x="-27768" y="96720"/>
                    <a:pt x="-496" y="314892"/>
                    <a:pt x="23567" y="311684"/>
                  </a:cubicBezTo>
                  <a:cubicBezTo>
                    <a:pt x="47630" y="308476"/>
                    <a:pt x="158321" y="122387"/>
                    <a:pt x="206447" y="99928"/>
                  </a:cubicBezTo>
                  <a:cubicBezTo>
                    <a:pt x="254573" y="77469"/>
                    <a:pt x="329971" y="111157"/>
                    <a:pt x="312325" y="176930"/>
                  </a:cubicBezTo>
                  <a:cubicBezTo>
                    <a:pt x="294679" y="242703"/>
                    <a:pt x="25171" y="512210"/>
                    <a:pt x="100569" y="494564"/>
                  </a:cubicBezTo>
                  <a:cubicBezTo>
                    <a:pt x="175967" y="476918"/>
                    <a:pt x="714982" y="123991"/>
                    <a:pt x="764712" y="71052"/>
                  </a:cubicBezTo>
                  <a:cubicBezTo>
                    <a:pt x="814442" y="18113"/>
                    <a:pt x="414994" y="123991"/>
                    <a:pt x="398952" y="176930"/>
                  </a:cubicBezTo>
                  <a:cubicBezTo>
                    <a:pt x="382910" y="229869"/>
                    <a:pt x="682897" y="346977"/>
                    <a:pt x="668459" y="388686"/>
                  </a:cubicBezTo>
                  <a:cubicBezTo>
                    <a:pt x="654021" y="430395"/>
                    <a:pt x="363660" y="480126"/>
                    <a:pt x="312325" y="427187"/>
                  </a:cubicBezTo>
                  <a:cubicBezTo>
                    <a:pt x="260990" y="374248"/>
                    <a:pt x="365264" y="140033"/>
                    <a:pt x="360451" y="71052"/>
                  </a:cubicBezTo>
                  <a:cubicBezTo>
                    <a:pt x="355638" y="2071"/>
                    <a:pt x="293074" y="-15575"/>
                    <a:pt x="283449" y="13301"/>
                  </a:cubicBezTo>
                  <a:cubicBezTo>
                    <a:pt x="273824" y="42177"/>
                    <a:pt x="243343" y="213827"/>
                    <a:pt x="302699" y="244307"/>
                  </a:cubicBezTo>
                  <a:cubicBezTo>
                    <a:pt x="362055" y="274787"/>
                    <a:pt x="620333" y="223453"/>
                    <a:pt x="639584" y="196181"/>
                  </a:cubicBezTo>
                  <a:cubicBezTo>
                    <a:pt x="658835" y="168909"/>
                    <a:pt x="490393" y="58219"/>
                    <a:pt x="418203" y="80678"/>
                  </a:cubicBezTo>
                  <a:cubicBezTo>
                    <a:pt x="346013" y="103137"/>
                    <a:pt x="236927" y="265162"/>
                    <a:pt x="206447" y="330935"/>
                  </a:cubicBezTo>
                  <a:cubicBezTo>
                    <a:pt x="175967" y="396708"/>
                    <a:pt x="172759" y="462480"/>
                    <a:pt x="235323" y="475314"/>
                  </a:cubicBezTo>
                  <a:cubicBezTo>
                    <a:pt x="297887" y="488148"/>
                    <a:pt x="591458" y="505794"/>
                    <a:pt x="562582" y="446438"/>
                  </a:cubicBezTo>
                  <a:close/>
                </a:path>
              </a:pathLst>
            </a:cu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1" name="フリーフォーム: 図形 50">
              <a:extLst>
                <a:ext uri="{FF2B5EF4-FFF2-40B4-BE49-F238E27FC236}">
                  <a16:creationId xmlns:a16="http://schemas.microsoft.com/office/drawing/2014/main" id="{BDF494D2-1DAE-AEB3-A146-38DB5558CB4C}"/>
                </a:ext>
              </a:extLst>
            </p:cNvPr>
            <p:cNvSpPr/>
            <p:nvPr/>
          </p:nvSpPr>
          <p:spPr>
            <a:xfrm rot="15479593">
              <a:off x="5960037" y="3712865"/>
              <a:ext cx="777334" cy="212802"/>
            </a:xfrm>
            <a:custGeom>
              <a:avLst/>
              <a:gdLst>
                <a:gd name="connsiteX0" fmla="*/ 562582 w 768994"/>
                <a:gd name="connsiteY0" fmla="*/ 446438 h 495392"/>
                <a:gd name="connsiteX1" fmla="*/ 62068 w 768994"/>
                <a:gd name="connsiteY1" fmla="*/ 119179 h 495392"/>
                <a:gd name="connsiteX2" fmla="*/ 23567 w 768994"/>
                <a:gd name="connsiteY2" fmla="*/ 311684 h 495392"/>
                <a:gd name="connsiteX3" fmla="*/ 206447 w 768994"/>
                <a:gd name="connsiteY3" fmla="*/ 99928 h 495392"/>
                <a:gd name="connsiteX4" fmla="*/ 312325 w 768994"/>
                <a:gd name="connsiteY4" fmla="*/ 176930 h 495392"/>
                <a:gd name="connsiteX5" fmla="*/ 100569 w 768994"/>
                <a:gd name="connsiteY5" fmla="*/ 494564 h 495392"/>
                <a:gd name="connsiteX6" fmla="*/ 764712 w 768994"/>
                <a:gd name="connsiteY6" fmla="*/ 71052 h 495392"/>
                <a:gd name="connsiteX7" fmla="*/ 398952 w 768994"/>
                <a:gd name="connsiteY7" fmla="*/ 176930 h 495392"/>
                <a:gd name="connsiteX8" fmla="*/ 668459 w 768994"/>
                <a:gd name="connsiteY8" fmla="*/ 388686 h 495392"/>
                <a:gd name="connsiteX9" fmla="*/ 312325 w 768994"/>
                <a:gd name="connsiteY9" fmla="*/ 427187 h 495392"/>
                <a:gd name="connsiteX10" fmla="*/ 360451 w 768994"/>
                <a:gd name="connsiteY10" fmla="*/ 71052 h 495392"/>
                <a:gd name="connsiteX11" fmla="*/ 283449 w 768994"/>
                <a:gd name="connsiteY11" fmla="*/ 13301 h 495392"/>
                <a:gd name="connsiteX12" fmla="*/ 302699 w 768994"/>
                <a:gd name="connsiteY12" fmla="*/ 244307 h 495392"/>
                <a:gd name="connsiteX13" fmla="*/ 639584 w 768994"/>
                <a:gd name="connsiteY13" fmla="*/ 196181 h 495392"/>
                <a:gd name="connsiteX14" fmla="*/ 418203 w 768994"/>
                <a:gd name="connsiteY14" fmla="*/ 80678 h 495392"/>
                <a:gd name="connsiteX15" fmla="*/ 206447 w 768994"/>
                <a:gd name="connsiteY15" fmla="*/ 330935 h 495392"/>
                <a:gd name="connsiteX16" fmla="*/ 235323 w 768994"/>
                <a:gd name="connsiteY16" fmla="*/ 475314 h 495392"/>
                <a:gd name="connsiteX17" fmla="*/ 562582 w 768994"/>
                <a:gd name="connsiteY17" fmla="*/ 446438 h 49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68994" h="495392">
                  <a:moveTo>
                    <a:pt x="562582" y="446438"/>
                  </a:moveTo>
                  <a:cubicBezTo>
                    <a:pt x="533706" y="387082"/>
                    <a:pt x="151904" y="141638"/>
                    <a:pt x="62068" y="119179"/>
                  </a:cubicBezTo>
                  <a:cubicBezTo>
                    <a:pt x="-27768" y="96720"/>
                    <a:pt x="-496" y="314892"/>
                    <a:pt x="23567" y="311684"/>
                  </a:cubicBezTo>
                  <a:cubicBezTo>
                    <a:pt x="47630" y="308476"/>
                    <a:pt x="158321" y="122387"/>
                    <a:pt x="206447" y="99928"/>
                  </a:cubicBezTo>
                  <a:cubicBezTo>
                    <a:pt x="254573" y="77469"/>
                    <a:pt x="329971" y="111157"/>
                    <a:pt x="312325" y="176930"/>
                  </a:cubicBezTo>
                  <a:cubicBezTo>
                    <a:pt x="294679" y="242703"/>
                    <a:pt x="25171" y="512210"/>
                    <a:pt x="100569" y="494564"/>
                  </a:cubicBezTo>
                  <a:cubicBezTo>
                    <a:pt x="175967" y="476918"/>
                    <a:pt x="714982" y="123991"/>
                    <a:pt x="764712" y="71052"/>
                  </a:cubicBezTo>
                  <a:cubicBezTo>
                    <a:pt x="814442" y="18113"/>
                    <a:pt x="414994" y="123991"/>
                    <a:pt x="398952" y="176930"/>
                  </a:cubicBezTo>
                  <a:cubicBezTo>
                    <a:pt x="382910" y="229869"/>
                    <a:pt x="682897" y="346977"/>
                    <a:pt x="668459" y="388686"/>
                  </a:cubicBezTo>
                  <a:cubicBezTo>
                    <a:pt x="654021" y="430395"/>
                    <a:pt x="363660" y="480126"/>
                    <a:pt x="312325" y="427187"/>
                  </a:cubicBezTo>
                  <a:cubicBezTo>
                    <a:pt x="260990" y="374248"/>
                    <a:pt x="365264" y="140033"/>
                    <a:pt x="360451" y="71052"/>
                  </a:cubicBezTo>
                  <a:cubicBezTo>
                    <a:pt x="355638" y="2071"/>
                    <a:pt x="293074" y="-15575"/>
                    <a:pt x="283449" y="13301"/>
                  </a:cubicBezTo>
                  <a:cubicBezTo>
                    <a:pt x="273824" y="42177"/>
                    <a:pt x="243343" y="213827"/>
                    <a:pt x="302699" y="244307"/>
                  </a:cubicBezTo>
                  <a:cubicBezTo>
                    <a:pt x="362055" y="274787"/>
                    <a:pt x="620333" y="223453"/>
                    <a:pt x="639584" y="196181"/>
                  </a:cubicBezTo>
                  <a:cubicBezTo>
                    <a:pt x="658835" y="168909"/>
                    <a:pt x="490393" y="58219"/>
                    <a:pt x="418203" y="80678"/>
                  </a:cubicBezTo>
                  <a:cubicBezTo>
                    <a:pt x="346013" y="103137"/>
                    <a:pt x="236927" y="265162"/>
                    <a:pt x="206447" y="330935"/>
                  </a:cubicBezTo>
                  <a:cubicBezTo>
                    <a:pt x="175967" y="396708"/>
                    <a:pt x="172759" y="462480"/>
                    <a:pt x="235323" y="475314"/>
                  </a:cubicBezTo>
                  <a:cubicBezTo>
                    <a:pt x="297887" y="488148"/>
                    <a:pt x="591458" y="505794"/>
                    <a:pt x="562582" y="446438"/>
                  </a:cubicBezTo>
                  <a:close/>
                </a:path>
              </a:pathLst>
            </a:cu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Tree>
    <p:extLst>
      <p:ext uri="{BB962C8B-B14F-4D97-AF65-F5344CB8AC3E}">
        <p14:creationId xmlns:p14="http://schemas.microsoft.com/office/powerpoint/2010/main" val="17990791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テキスト プレースホルダー 3">
            <a:extLst>
              <a:ext uri="{FF2B5EF4-FFF2-40B4-BE49-F238E27FC236}">
                <a16:creationId xmlns:a16="http://schemas.microsoft.com/office/drawing/2014/main" id="{DA62966E-E008-9DDC-DD95-31FEDECDAB7B}"/>
              </a:ext>
            </a:extLst>
          </p:cNvPr>
          <p:cNvSpPr>
            <a:spLocks noGrp="1"/>
          </p:cNvSpPr>
          <p:nvPr>
            <p:ph type="body" sz="quarter" idx="11"/>
          </p:nvPr>
        </p:nvSpPr>
        <p:spPr/>
        <p:txBody>
          <a:bodyPr>
            <a:normAutofit lnSpcReduction="10000"/>
          </a:bodyPr>
          <a:lstStyle/>
          <a:p>
            <a:r>
              <a:rPr kumimoji="1" lang="ja-JP" altLang="en-US" dirty="0"/>
              <a:t>良く使う図形パターン</a:t>
            </a:r>
          </a:p>
        </p:txBody>
      </p:sp>
      <p:grpSp>
        <p:nvGrpSpPr>
          <p:cNvPr id="24" name="グループ化 23">
            <a:extLst>
              <a:ext uri="{FF2B5EF4-FFF2-40B4-BE49-F238E27FC236}">
                <a16:creationId xmlns:a16="http://schemas.microsoft.com/office/drawing/2014/main" id="{29108725-9831-27F9-3FD3-71FC27129266}"/>
              </a:ext>
            </a:extLst>
          </p:cNvPr>
          <p:cNvGrpSpPr/>
          <p:nvPr/>
        </p:nvGrpSpPr>
        <p:grpSpPr>
          <a:xfrm>
            <a:off x="616017" y="1348268"/>
            <a:ext cx="6533120" cy="4938925"/>
            <a:chOff x="0" y="1396394"/>
            <a:chExt cx="6533120" cy="4938925"/>
          </a:xfrm>
        </p:grpSpPr>
        <p:sp>
          <p:nvSpPr>
            <p:cNvPr id="5" name="楕円 4">
              <a:extLst>
                <a:ext uri="{FF2B5EF4-FFF2-40B4-BE49-F238E27FC236}">
                  <a16:creationId xmlns:a16="http://schemas.microsoft.com/office/drawing/2014/main" id="{A0811D00-B639-7D58-D363-8290AD29E62C}"/>
                </a:ext>
              </a:extLst>
            </p:cNvPr>
            <p:cNvSpPr/>
            <p:nvPr/>
          </p:nvSpPr>
          <p:spPr>
            <a:xfrm>
              <a:off x="2173905" y="1396394"/>
              <a:ext cx="2232000" cy="2232000"/>
            </a:xfrm>
            <a:prstGeom prst="ellipse">
              <a:avLst/>
            </a:prstGeom>
            <a:solidFill>
              <a:schemeClr val="accent4"/>
            </a:solidFill>
            <a:ln>
              <a:solidFill>
                <a:schemeClr val="accent4"/>
              </a:solidFill>
              <a:extLst>
                <a:ext uri="{C807C97D-BFC1-408E-A445-0C87EB9F89A2}">
                  <ask:lineSketchStyleProps xmlns:ask="http://schemas.microsoft.com/office/drawing/2018/sketchyshapes" sd="138476517">
                    <a:custGeom>
                      <a:avLst/>
                      <a:gdLst>
                        <a:gd name="connsiteX0" fmla="*/ 0 w 2396691"/>
                        <a:gd name="connsiteY0" fmla="*/ 1176574 h 2353148"/>
                        <a:gd name="connsiteX1" fmla="*/ 1198346 w 2396691"/>
                        <a:gd name="connsiteY1" fmla="*/ 0 h 2353148"/>
                        <a:gd name="connsiteX2" fmla="*/ 2396692 w 2396691"/>
                        <a:gd name="connsiteY2" fmla="*/ 1176574 h 2353148"/>
                        <a:gd name="connsiteX3" fmla="*/ 1198346 w 2396691"/>
                        <a:gd name="connsiteY3" fmla="*/ 2353148 h 2353148"/>
                        <a:gd name="connsiteX4" fmla="*/ 0 w 2396691"/>
                        <a:gd name="connsiteY4" fmla="*/ 1176574 h 23531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6691" h="2353148" fill="none" extrusionOk="0">
                          <a:moveTo>
                            <a:pt x="0" y="1176574"/>
                          </a:moveTo>
                          <a:cubicBezTo>
                            <a:pt x="17053" y="544093"/>
                            <a:pt x="596455" y="78735"/>
                            <a:pt x="1198346" y="0"/>
                          </a:cubicBezTo>
                          <a:cubicBezTo>
                            <a:pt x="1834464" y="-42937"/>
                            <a:pt x="2341220" y="491711"/>
                            <a:pt x="2396692" y="1176574"/>
                          </a:cubicBezTo>
                          <a:cubicBezTo>
                            <a:pt x="2434753" y="1879535"/>
                            <a:pt x="1880410" y="2333741"/>
                            <a:pt x="1198346" y="2353148"/>
                          </a:cubicBezTo>
                          <a:cubicBezTo>
                            <a:pt x="503664" y="2298627"/>
                            <a:pt x="14412" y="1848257"/>
                            <a:pt x="0" y="1176574"/>
                          </a:cubicBezTo>
                          <a:close/>
                        </a:path>
                        <a:path w="2396691" h="2353148" stroke="0" extrusionOk="0">
                          <a:moveTo>
                            <a:pt x="0" y="1176574"/>
                          </a:moveTo>
                          <a:cubicBezTo>
                            <a:pt x="22017" y="512503"/>
                            <a:pt x="554245" y="-126587"/>
                            <a:pt x="1198346" y="0"/>
                          </a:cubicBezTo>
                          <a:cubicBezTo>
                            <a:pt x="1782464" y="-71399"/>
                            <a:pt x="2410063" y="501058"/>
                            <a:pt x="2396692" y="1176574"/>
                          </a:cubicBezTo>
                          <a:cubicBezTo>
                            <a:pt x="2422326" y="1889440"/>
                            <a:pt x="1843165" y="2478575"/>
                            <a:pt x="1198346" y="2353148"/>
                          </a:cubicBezTo>
                          <a:cubicBezTo>
                            <a:pt x="488789" y="2321300"/>
                            <a:pt x="-48884" y="1872731"/>
                            <a:pt x="0" y="1176574"/>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6" name="テキスト ボックス 5">
              <a:extLst>
                <a:ext uri="{FF2B5EF4-FFF2-40B4-BE49-F238E27FC236}">
                  <a16:creationId xmlns:a16="http://schemas.microsoft.com/office/drawing/2014/main" id="{CEE3C2FA-C4E2-9188-98AB-D6750654E01E}"/>
                </a:ext>
              </a:extLst>
            </p:cNvPr>
            <p:cNvSpPr txBox="1"/>
            <p:nvPr/>
          </p:nvSpPr>
          <p:spPr>
            <a:xfrm>
              <a:off x="2139601" y="1944955"/>
              <a:ext cx="2396691" cy="954107"/>
            </a:xfrm>
            <a:prstGeom prst="rect">
              <a:avLst/>
            </a:prstGeom>
            <a:noFill/>
          </p:spPr>
          <p:txBody>
            <a:bodyPr wrap="square" rtlCol="0">
              <a:spAutoFit/>
            </a:bodyPr>
            <a:lstStyle/>
            <a:p>
              <a:pPr algn="ctr"/>
              <a:r>
                <a:rPr lang="ja-JP" altLang="en-US" sz="2800" b="1" dirty="0">
                  <a:solidFill>
                    <a:schemeClr val="bg1"/>
                  </a:solidFill>
                  <a:latin typeface="游ゴシック" panose="020B0400000000000000" pitchFamily="50" charset="-128"/>
                  <a:ea typeface="游ゴシック" panose="020B0400000000000000" pitchFamily="50" charset="-128"/>
                </a:rPr>
                <a:t>①</a:t>
              </a:r>
              <a:endParaRPr lang="en-US" altLang="ja-JP" sz="2800" b="1" dirty="0">
                <a:solidFill>
                  <a:schemeClr val="bg1"/>
                </a:solidFill>
                <a:latin typeface="游ゴシック" panose="020B0400000000000000" pitchFamily="50" charset="-128"/>
                <a:ea typeface="游ゴシック" panose="020B0400000000000000" pitchFamily="50" charset="-128"/>
              </a:endParaRPr>
            </a:p>
            <a:p>
              <a:pPr algn="ctr"/>
              <a:r>
                <a:rPr lang="ja-JP" altLang="en-US" sz="2800" b="1" dirty="0">
                  <a:solidFill>
                    <a:schemeClr val="bg1"/>
                  </a:solidFill>
                  <a:latin typeface="游ゴシック" panose="020B0400000000000000" pitchFamily="50" charset="-128"/>
                  <a:ea typeface="游ゴシック" panose="020B0400000000000000" pitchFamily="50" charset="-128"/>
                </a:rPr>
                <a:t>ひとつめ</a:t>
              </a:r>
              <a:endParaRPr kumimoji="1" lang="ja-JP" altLang="en-US" sz="2800" b="1" dirty="0">
                <a:solidFill>
                  <a:schemeClr val="bg1"/>
                </a:solidFill>
                <a:latin typeface="游ゴシック" panose="020B0400000000000000" pitchFamily="50" charset="-128"/>
                <a:ea typeface="游ゴシック" panose="020B0400000000000000" pitchFamily="50" charset="-128"/>
              </a:endParaRPr>
            </a:p>
          </p:txBody>
        </p:sp>
        <p:sp>
          <p:nvSpPr>
            <p:cNvPr id="7" name="楕円 6">
              <a:extLst>
                <a:ext uri="{FF2B5EF4-FFF2-40B4-BE49-F238E27FC236}">
                  <a16:creationId xmlns:a16="http://schemas.microsoft.com/office/drawing/2014/main" id="{F600B182-1E03-FE3F-38CF-BE77E0F38AC6}"/>
                </a:ext>
              </a:extLst>
            </p:cNvPr>
            <p:cNvSpPr/>
            <p:nvPr/>
          </p:nvSpPr>
          <p:spPr>
            <a:xfrm>
              <a:off x="815779" y="3666494"/>
              <a:ext cx="2232000" cy="2232000"/>
            </a:xfrm>
            <a:prstGeom prst="ellipse">
              <a:avLst/>
            </a:prstGeom>
            <a:solidFill>
              <a:schemeClr val="accent4"/>
            </a:solidFill>
            <a:ln>
              <a:solidFill>
                <a:schemeClr val="accent4"/>
              </a:solidFill>
              <a:extLst>
                <a:ext uri="{C807C97D-BFC1-408E-A445-0C87EB9F89A2}">
                  <ask:lineSketchStyleProps xmlns:ask="http://schemas.microsoft.com/office/drawing/2018/sketchyshapes" sd="138476517">
                    <a:custGeom>
                      <a:avLst/>
                      <a:gdLst>
                        <a:gd name="connsiteX0" fmla="*/ 0 w 2396691"/>
                        <a:gd name="connsiteY0" fmla="*/ 1176574 h 2353148"/>
                        <a:gd name="connsiteX1" fmla="*/ 1198346 w 2396691"/>
                        <a:gd name="connsiteY1" fmla="*/ 0 h 2353148"/>
                        <a:gd name="connsiteX2" fmla="*/ 2396692 w 2396691"/>
                        <a:gd name="connsiteY2" fmla="*/ 1176574 h 2353148"/>
                        <a:gd name="connsiteX3" fmla="*/ 1198346 w 2396691"/>
                        <a:gd name="connsiteY3" fmla="*/ 2353148 h 2353148"/>
                        <a:gd name="connsiteX4" fmla="*/ 0 w 2396691"/>
                        <a:gd name="connsiteY4" fmla="*/ 1176574 h 23531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6691" h="2353148" fill="none" extrusionOk="0">
                          <a:moveTo>
                            <a:pt x="0" y="1176574"/>
                          </a:moveTo>
                          <a:cubicBezTo>
                            <a:pt x="17053" y="544093"/>
                            <a:pt x="596455" y="78735"/>
                            <a:pt x="1198346" y="0"/>
                          </a:cubicBezTo>
                          <a:cubicBezTo>
                            <a:pt x="1834464" y="-42937"/>
                            <a:pt x="2341220" y="491711"/>
                            <a:pt x="2396692" y="1176574"/>
                          </a:cubicBezTo>
                          <a:cubicBezTo>
                            <a:pt x="2434753" y="1879535"/>
                            <a:pt x="1880410" y="2333741"/>
                            <a:pt x="1198346" y="2353148"/>
                          </a:cubicBezTo>
                          <a:cubicBezTo>
                            <a:pt x="503664" y="2298627"/>
                            <a:pt x="14412" y="1848257"/>
                            <a:pt x="0" y="1176574"/>
                          </a:cubicBezTo>
                          <a:close/>
                        </a:path>
                        <a:path w="2396691" h="2353148" stroke="0" extrusionOk="0">
                          <a:moveTo>
                            <a:pt x="0" y="1176574"/>
                          </a:moveTo>
                          <a:cubicBezTo>
                            <a:pt x="22017" y="512503"/>
                            <a:pt x="554245" y="-126587"/>
                            <a:pt x="1198346" y="0"/>
                          </a:cubicBezTo>
                          <a:cubicBezTo>
                            <a:pt x="1782464" y="-71399"/>
                            <a:pt x="2410063" y="501058"/>
                            <a:pt x="2396692" y="1176574"/>
                          </a:cubicBezTo>
                          <a:cubicBezTo>
                            <a:pt x="2422326" y="1889440"/>
                            <a:pt x="1843165" y="2478575"/>
                            <a:pt x="1198346" y="2353148"/>
                          </a:cubicBezTo>
                          <a:cubicBezTo>
                            <a:pt x="488789" y="2321300"/>
                            <a:pt x="-48884" y="1872731"/>
                            <a:pt x="0" y="1176574"/>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8" name="テキスト ボックス 7">
              <a:extLst>
                <a:ext uri="{FF2B5EF4-FFF2-40B4-BE49-F238E27FC236}">
                  <a16:creationId xmlns:a16="http://schemas.microsoft.com/office/drawing/2014/main" id="{80636C0C-4196-FBC8-E6B1-2A2B6B9C99B7}"/>
                </a:ext>
              </a:extLst>
            </p:cNvPr>
            <p:cNvSpPr txBox="1"/>
            <p:nvPr/>
          </p:nvSpPr>
          <p:spPr>
            <a:xfrm>
              <a:off x="733433" y="4231597"/>
              <a:ext cx="2396691" cy="954107"/>
            </a:xfrm>
            <a:prstGeom prst="rect">
              <a:avLst/>
            </a:prstGeom>
            <a:noFill/>
          </p:spPr>
          <p:txBody>
            <a:bodyPr wrap="square" rtlCol="0">
              <a:spAutoFit/>
            </a:bodyPr>
            <a:lstStyle/>
            <a:p>
              <a:pPr algn="ctr"/>
              <a:r>
                <a:rPr lang="ja-JP" altLang="en-US" sz="2800" b="1" dirty="0">
                  <a:solidFill>
                    <a:schemeClr val="bg1"/>
                  </a:solidFill>
                  <a:latin typeface="游ゴシック" panose="020B0400000000000000" pitchFamily="50" charset="-128"/>
                  <a:ea typeface="游ゴシック" panose="020B0400000000000000" pitchFamily="50" charset="-128"/>
                </a:rPr>
                <a:t>③</a:t>
              </a:r>
              <a:endParaRPr lang="en-US" altLang="ja-JP" sz="2800" b="1" dirty="0">
                <a:solidFill>
                  <a:schemeClr val="bg1"/>
                </a:solidFill>
                <a:latin typeface="游ゴシック" panose="020B0400000000000000" pitchFamily="50" charset="-128"/>
                <a:ea typeface="游ゴシック" panose="020B0400000000000000" pitchFamily="50" charset="-128"/>
              </a:endParaRPr>
            </a:p>
            <a:p>
              <a:pPr algn="ctr"/>
              <a:r>
                <a:rPr lang="ja-JP" altLang="en-US" sz="2800" b="1" dirty="0">
                  <a:solidFill>
                    <a:schemeClr val="bg1"/>
                  </a:solidFill>
                  <a:latin typeface="游ゴシック" panose="020B0400000000000000" pitchFamily="50" charset="-128"/>
                  <a:ea typeface="游ゴシック" panose="020B0400000000000000" pitchFamily="50" charset="-128"/>
                </a:rPr>
                <a:t>みっつめ</a:t>
              </a:r>
              <a:endParaRPr kumimoji="1" lang="ja-JP" altLang="en-US" sz="2800" b="1" dirty="0">
                <a:solidFill>
                  <a:schemeClr val="bg1"/>
                </a:solidFill>
                <a:latin typeface="游ゴシック" panose="020B0400000000000000" pitchFamily="50" charset="-128"/>
                <a:ea typeface="游ゴシック" panose="020B0400000000000000" pitchFamily="50" charset="-128"/>
              </a:endParaRPr>
            </a:p>
          </p:txBody>
        </p:sp>
        <p:sp>
          <p:nvSpPr>
            <p:cNvPr id="9" name="楕円 8">
              <a:extLst>
                <a:ext uri="{FF2B5EF4-FFF2-40B4-BE49-F238E27FC236}">
                  <a16:creationId xmlns:a16="http://schemas.microsoft.com/office/drawing/2014/main" id="{11B58024-0DF9-700C-3393-339C7F03622C}"/>
                </a:ext>
              </a:extLst>
            </p:cNvPr>
            <p:cNvSpPr/>
            <p:nvPr/>
          </p:nvSpPr>
          <p:spPr>
            <a:xfrm>
              <a:off x="3565643" y="3653794"/>
              <a:ext cx="2232000" cy="2232000"/>
            </a:xfrm>
            <a:prstGeom prst="ellipse">
              <a:avLst/>
            </a:prstGeom>
            <a:solidFill>
              <a:schemeClr val="accent4"/>
            </a:solidFill>
            <a:ln>
              <a:solidFill>
                <a:schemeClr val="accent4"/>
              </a:solidFill>
              <a:extLst>
                <a:ext uri="{C807C97D-BFC1-408E-A445-0C87EB9F89A2}">
                  <ask:lineSketchStyleProps xmlns:ask="http://schemas.microsoft.com/office/drawing/2018/sketchyshapes" sd="138476517">
                    <a:custGeom>
                      <a:avLst/>
                      <a:gdLst>
                        <a:gd name="connsiteX0" fmla="*/ 0 w 2396691"/>
                        <a:gd name="connsiteY0" fmla="*/ 1176574 h 2353148"/>
                        <a:gd name="connsiteX1" fmla="*/ 1198346 w 2396691"/>
                        <a:gd name="connsiteY1" fmla="*/ 0 h 2353148"/>
                        <a:gd name="connsiteX2" fmla="*/ 2396692 w 2396691"/>
                        <a:gd name="connsiteY2" fmla="*/ 1176574 h 2353148"/>
                        <a:gd name="connsiteX3" fmla="*/ 1198346 w 2396691"/>
                        <a:gd name="connsiteY3" fmla="*/ 2353148 h 2353148"/>
                        <a:gd name="connsiteX4" fmla="*/ 0 w 2396691"/>
                        <a:gd name="connsiteY4" fmla="*/ 1176574 h 23531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6691" h="2353148" fill="none" extrusionOk="0">
                          <a:moveTo>
                            <a:pt x="0" y="1176574"/>
                          </a:moveTo>
                          <a:cubicBezTo>
                            <a:pt x="17053" y="544093"/>
                            <a:pt x="596455" y="78735"/>
                            <a:pt x="1198346" y="0"/>
                          </a:cubicBezTo>
                          <a:cubicBezTo>
                            <a:pt x="1834464" y="-42937"/>
                            <a:pt x="2341220" y="491711"/>
                            <a:pt x="2396692" y="1176574"/>
                          </a:cubicBezTo>
                          <a:cubicBezTo>
                            <a:pt x="2434753" y="1879535"/>
                            <a:pt x="1880410" y="2333741"/>
                            <a:pt x="1198346" y="2353148"/>
                          </a:cubicBezTo>
                          <a:cubicBezTo>
                            <a:pt x="503664" y="2298627"/>
                            <a:pt x="14412" y="1848257"/>
                            <a:pt x="0" y="1176574"/>
                          </a:cubicBezTo>
                          <a:close/>
                        </a:path>
                        <a:path w="2396691" h="2353148" stroke="0" extrusionOk="0">
                          <a:moveTo>
                            <a:pt x="0" y="1176574"/>
                          </a:moveTo>
                          <a:cubicBezTo>
                            <a:pt x="22017" y="512503"/>
                            <a:pt x="554245" y="-126587"/>
                            <a:pt x="1198346" y="0"/>
                          </a:cubicBezTo>
                          <a:cubicBezTo>
                            <a:pt x="1782464" y="-71399"/>
                            <a:pt x="2410063" y="501058"/>
                            <a:pt x="2396692" y="1176574"/>
                          </a:cubicBezTo>
                          <a:cubicBezTo>
                            <a:pt x="2422326" y="1889440"/>
                            <a:pt x="1843165" y="2478575"/>
                            <a:pt x="1198346" y="2353148"/>
                          </a:cubicBezTo>
                          <a:cubicBezTo>
                            <a:pt x="488789" y="2321300"/>
                            <a:pt x="-48884" y="1872731"/>
                            <a:pt x="0" y="1176574"/>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0" name="テキスト ボックス 9">
              <a:extLst>
                <a:ext uri="{FF2B5EF4-FFF2-40B4-BE49-F238E27FC236}">
                  <a16:creationId xmlns:a16="http://schemas.microsoft.com/office/drawing/2014/main" id="{7E243A9B-ED86-339C-E2EB-EFDFA00CF9EF}"/>
                </a:ext>
              </a:extLst>
            </p:cNvPr>
            <p:cNvSpPr txBox="1"/>
            <p:nvPr/>
          </p:nvSpPr>
          <p:spPr>
            <a:xfrm>
              <a:off x="3511913" y="4222775"/>
              <a:ext cx="2396691" cy="954107"/>
            </a:xfrm>
            <a:prstGeom prst="rect">
              <a:avLst/>
            </a:prstGeom>
            <a:noFill/>
          </p:spPr>
          <p:txBody>
            <a:bodyPr wrap="square" rtlCol="0">
              <a:spAutoFit/>
            </a:bodyPr>
            <a:lstStyle/>
            <a:p>
              <a:pPr algn="ctr"/>
              <a:r>
                <a:rPr lang="ja-JP" altLang="en-US" sz="2800" b="1" dirty="0">
                  <a:solidFill>
                    <a:schemeClr val="bg1"/>
                  </a:solidFill>
                  <a:latin typeface="游ゴシック" panose="020B0400000000000000" pitchFamily="50" charset="-128"/>
                  <a:ea typeface="游ゴシック" panose="020B0400000000000000" pitchFamily="50" charset="-128"/>
                </a:rPr>
                <a:t>➁</a:t>
              </a:r>
              <a:endParaRPr lang="en-US" altLang="ja-JP" sz="2800" b="1" dirty="0">
                <a:solidFill>
                  <a:schemeClr val="bg1"/>
                </a:solidFill>
                <a:latin typeface="游ゴシック" panose="020B0400000000000000" pitchFamily="50" charset="-128"/>
                <a:ea typeface="游ゴシック" panose="020B0400000000000000" pitchFamily="50" charset="-128"/>
              </a:endParaRPr>
            </a:p>
            <a:p>
              <a:pPr algn="ctr"/>
              <a:r>
                <a:rPr lang="ja-JP" altLang="en-US" sz="2800" b="1" dirty="0">
                  <a:solidFill>
                    <a:schemeClr val="bg1"/>
                  </a:solidFill>
                  <a:latin typeface="游ゴシック" panose="020B0400000000000000" pitchFamily="50" charset="-128"/>
                  <a:ea typeface="游ゴシック" panose="020B0400000000000000" pitchFamily="50" charset="-128"/>
                </a:rPr>
                <a:t>ふたつめ</a:t>
              </a:r>
              <a:endParaRPr kumimoji="1" lang="ja-JP" altLang="en-US" sz="2800" b="1" dirty="0">
                <a:solidFill>
                  <a:schemeClr val="bg1"/>
                </a:solidFill>
                <a:latin typeface="游ゴシック" panose="020B0400000000000000" pitchFamily="50" charset="-128"/>
                <a:ea typeface="游ゴシック" panose="020B0400000000000000" pitchFamily="50" charset="-128"/>
              </a:endParaRPr>
            </a:p>
          </p:txBody>
        </p:sp>
        <p:grpSp>
          <p:nvGrpSpPr>
            <p:cNvPr id="11" name="グループ化 10">
              <a:extLst>
                <a:ext uri="{FF2B5EF4-FFF2-40B4-BE49-F238E27FC236}">
                  <a16:creationId xmlns:a16="http://schemas.microsoft.com/office/drawing/2014/main" id="{27510278-8BCC-2772-B7D4-6900CC651828}"/>
                </a:ext>
              </a:extLst>
            </p:cNvPr>
            <p:cNvGrpSpPr/>
            <p:nvPr/>
          </p:nvGrpSpPr>
          <p:grpSpPr>
            <a:xfrm flipV="1">
              <a:off x="4488250" y="2706875"/>
              <a:ext cx="800237" cy="959619"/>
              <a:chOff x="2664127" y="3374455"/>
              <a:chExt cx="1201975" cy="1567649"/>
            </a:xfrm>
          </p:grpSpPr>
          <p:sp>
            <p:nvSpPr>
              <p:cNvPr id="12" name="二等辺三角形 11">
                <a:extLst>
                  <a:ext uri="{FF2B5EF4-FFF2-40B4-BE49-F238E27FC236}">
                    <a16:creationId xmlns:a16="http://schemas.microsoft.com/office/drawing/2014/main" id="{88C38720-FF04-C2D5-1BFB-D6E04C389897}"/>
                  </a:ext>
                </a:extLst>
              </p:cNvPr>
              <p:cNvSpPr/>
              <p:nvPr/>
            </p:nvSpPr>
            <p:spPr>
              <a:xfrm rot="21516842">
                <a:off x="3025444" y="3374455"/>
                <a:ext cx="840658" cy="471949"/>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3" name="フリーフォーム: 図形 12">
                <a:extLst>
                  <a:ext uri="{FF2B5EF4-FFF2-40B4-BE49-F238E27FC236}">
                    <a16:creationId xmlns:a16="http://schemas.microsoft.com/office/drawing/2014/main" id="{DCA25AA5-6EC2-3A91-C987-1FA6D6720F6A}"/>
                  </a:ext>
                </a:extLst>
              </p:cNvPr>
              <p:cNvSpPr/>
              <p:nvPr/>
            </p:nvSpPr>
            <p:spPr>
              <a:xfrm>
                <a:off x="2664127" y="3827205"/>
                <a:ext cx="956601" cy="1114899"/>
              </a:xfrm>
              <a:custGeom>
                <a:avLst/>
                <a:gdLst>
                  <a:gd name="connsiteX0" fmla="*/ 649311 w 956601"/>
                  <a:gd name="connsiteY0" fmla="*/ 0 h 1114899"/>
                  <a:gd name="connsiteX1" fmla="*/ 956601 w 956601"/>
                  <a:gd name="connsiteY1" fmla="*/ 0 h 1114899"/>
                  <a:gd name="connsiteX2" fmla="*/ 951973 w 956601"/>
                  <a:gd name="connsiteY2" fmla="*/ 97117 h 1114899"/>
                  <a:gd name="connsiteX3" fmla="*/ 5472 w 956601"/>
                  <a:gd name="connsiteY3" fmla="*/ 1113687 h 1114899"/>
                  <a:gd name="connsiteX4" fmla="*/ 0 w 956601"/>
                  <a:gd name="connsiteY4" fmla="*/ 1114899 h 1114899"/>
                  <a:gd name="connsiteX5" fmla="*/ 40056 w 956601"/>
                  <a:gd name="connsiteY5" fmla="*/ 1089636 h 1114899"/>
                  <a:gd name="connsiteX6" fmla="*/ 638394 w 956601"/>
                  <a:gd name="connsiteY6" fmla="*/ 162145 h 111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6601" h="1114899">
                    <a:moveTo>
                      <a:pt x="649311" y="0"/>
                    </a:moveTo>
                    <a:lnTo>
                      <a:pt x="956601" y="0"/>
                    </a:lnTo>
                    <a:lnTo>
                      <a:pt x="951973" y="97117"/>
                    </a:lnTo>
                    <a:cubicBezTo>
                      <a:pt x="906000" y="577465"/>
                      <a:pt x="522068" y="975272"/>
                      <a:pt x="5472" y="1113687"/>
                    </a:cubicBezTo>
                    <a:lnTo>
                      <a:pt x="0" y="1114899"/>
                    </a:lnTo>
                    <a:lnTo>
                      <a:pt x="40056" y="1089636"/>
                    </a:lnTo>
                    <a:cubicBezTo>
                      <a:pt x="365632" y="863013"/>
                      <a:pt x="587911" y="534591"/>
                      <a:pt x="638394" y="162145"/>
                    </a:cubicBezTo>
                    <a:close/>
                  </a:path>
                </a:pathLst>
              </a:cu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grpSp>
          <p:nvGrpSpPr>
            <p:cNvPr id="14" name="グループ化 13">
              <a:extLst>
                <a:ext uri="{FF2B5EF4-FFF2-40B4-BE49-F238E27FC236}">
                  <a16:creationId xmlns:a16="http://schemas.microsoft.com/office/drawing/2014/main" id="{39545FA0-67FF-9A70-C888-13A69A398782}"/>
                </a:ext>
              </a:extLst>
            </p:cNvPr>
            <p:cNvGrpSpPr/>
            <p:nvPr/>
          </p:nvGrpSpPr>
          <p:grpSpPr>
            <a:xfrm rot="7241964" flipV="1">
              <a:off x="2843255" y="5233792"/>
              <a:ext cx="800237" cy="959619"/>
              <a:chOff x="2664127" y="3374455"/>
              <a:chExt cx="1201975" cy="1567649"/>
            </a:xfrm>
          </p:grpSpPr>
          <p:sp>
            <p:nvSpPr>
              <p:cNvPr id="15" name="二等辺三角形 14">
                <a:extLst>
                  <a:ext uri="{FF2B5EF4-FFF2-40B4-BE49-F238E27FC236}">
                    <a16:creationId xmlns:a16="http://schemas.microsoft.com/office/drawing/2014/main" id="{3767BD8E-FB78-2A44-9179-41A94C34D17A}"/>
                  </a:ext>
                </a:extLst>
              </p:cNvPr>
              <p:cNvSpPr/>
              <p:nvPr/>
            </p:nvSpPr>
            <p:spPr>
              <a:xfrm rot="21516842">
                <a:off x="3025444" y="3374455"/>
                <a:ext cx="840658" cy="471949"/>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6" name="フリーフォーム: 図形 15">
                <a:extLst>
                  <a:ext uri="{FF2B5EF4-FFF2-40B4-BE49-F238E27FC236}">
                    <a16:creationId xmlns:a16="http://schemas.microsoft.com/office/drawing/2014/main" id="{55A6798D-20C7-E00B-7A02-153B6F17D077}"/>
                  </a:ext>
                </a:extLst>
              </p:cNvPr>
              <p:cNvSpPr/>
              <p:nvPr/>
            </p:nvSpPr>
            <p:spPr>
              <a:xfrm>
                <a:off x="2664127" y="3827205"/>
                <a:ext cx="956601" cy="1114899"/>
              </a:xfrm>
              <a:custGeom>
                <a:avLst/>
                <a:gdLst>
                  <a:gd name="connsiteX0" fmla="*/ 649311 w 956601"/>
                  <a:gd name="connsiteY0" fmla="*/ 0 h 1114899"/>
                  <a:gd name="connsiteX1" fmla="*/ 956601 w 956601"/>
                  <a:gd name="connsiteY1" fmla="*/ 0 h 1114899"/>
                  <a:gd name="connsiteX2" fmla="*/ 951973 w 956601"/>
                  <a:gd name="connsiteY2" fmla="*/ 97117 h 1114899"/>
                  <a:gd name="connsiteX3" fmla="*/ 5472 w 956601"/>
                  <a:gd name="connsiteY3" fmla="*/ 1113687 h 1114899"/>
                  <a:gd name="connsiteX4" fmla="*/ 0 w 956601"/>
                  <a:gd name="connsiteY4" fmla="*/ 1114899 h 1114899"/>
                  <a:gd name="connsiteX5" fmla="*/ 40056 w 956601"/>
                  <a:gd name="connsiteY5" fmla="*/ 1089636 h 1114899"/>
                  <a:gd name="connsiteX6" fmla="*/ 638394 w 956601"/>
                  <a:gd name="connsiteY6" fmla="*/ 162145 h 111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6601" h="1114899">
                    <a:moveTo>
                      <a:pt x="649311" y="0"/>
                    </a:moveTo>
                    <a:lnTo>
                      <a:pt x="956601" y="0"/>
                    </a:lnTo>
                    <a:lnTo>
                      <a:pt x="951973" y="97117"/>
                    </a:lnTo>
                    <a:cubicBezTo>
                      <a:pt x="906000" y="577465"/>
                      <a:pt x="522068" y="975272"/>
                      <a:pt x="5472" y="1113687"/>
                    </a:cubicBezTo>
                    <a:lnTo>
                      <a:pt x="0" y="1114899"/>
                    </a:lnTo>
                    <a:lnTo>
                      <a:pt x="40056" y="1089636"/>
                    </a:lnTo>
                    <a:cubicBezTo>
                      <a:pt x="365632" y="863013"/>
                      <a:pt x="587911" y="534591"/>
                      <a:pt x="638394" y="162145"/>
                    </a:cubicBezTo>
                    <a:close/>
                  </a:path>
                </a:pathLst>
              </a:cu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grpSp>
          <p:nvGrpSpPr>
            <p:cNvPr id="17" name="グループ化 16">
              <a:extLst>
                <a:ext uri="{FF2B5EF4-FFF2-40B4-BE49-F238E27FC236}">
                  <a16:creationId xmlns:a16="http://schemas.microsoft.com/office/drawing/2014/main" id="{1CC218CC-EEBC-1865-D9BB-837546C65874}"/>
                </a:ext>
              </a:extLst>
            </p:cNvPr>
            <p:cNvGrpSpPr/>
            <p:nvPr/>
          </p:nvGrpSpPr>
          <p:grpSpPr>
            <a:xfrm rot="14081671" flipV="1">
              <a:off x="1389673" y="2585074"/>
              <a:ext cx="800237" cy="959619"/>
              <a:chOff x="2664127" y="3374455"/>
              <a:chExt cx="1201975" cy="1567649"/>
            </a:xfrm>
          </p:grpSpPr>
          <p:sp>
            <p:nvSpPr>
              <p:cNvPr id="18" name="二等辺三角形 17">
                <a:extLst>
                  <a:ext uri="{FF2B5EF4-FFF2-40B4-BE49-F238E27FC236}">
                    <a16:creationId xmlns:a16="http://schemas.microsoft.com/office/drawing/2014/main" id="{F2F7520D-B9C9-EE46-43C0-1974C9EE110E}"/>
                  </a:ext>
                </a:extLst>
              </p:cNvPr>
              <p:cNvSpPr/>
              <p:nvPr/>
            </p:nvSpPr>
            <p:spPr>
              <a:xfrm rot="21516842">
                <a:off x="3025444" y="3374455"/>
                <a:ext cx="840658" cy="471949"/>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9" name="フリーフォーム: 図形 18">
                <a:extLst>
                  <a:ext uri="{FF2B5EF4-FFF2-40B4-BE49-F238E27FC236}">
                    <a16:creationId xmlns:a16="http://schemas.microsoft.com/office/drawing/2014/main" id="{91521E69-6981-7659-CD42-1242DA646433}"/>
                  </a:ext>
                </a:extLst>
              </p:cNvPr>
              <p:cNvSpPr/>
              <p:nvPr/>
            </p:nvSpPr>
            <p:spPr>
              <a:xfrm>
                <a:off x="2664127" y="3827205"/>
                <a:ext cx="956601" cy="1114899"/>
              </a:xfrm>
              <a:custGeom>
                <a:avLst/>
                <a:gdLst>
                  <a:gd name="connsiteX0" fmla="*/ 649311 w 956601"/>
                  <a:gd name="connsiteY0" fmla="*/ 0 h 1114899"/>
                  <a:gd name="connsiteX1" fmla="*/ 956601 w 956601"/>
                  <a:gd name="connsiteY1" fmla="*/ 0 h 1114899"/>
                  <a:gd name="connsiteX2" fmla="*/ 951973 w 956601"/>
                  <a:gd name="connsiteY2" fmla="*/ 97117 h 1114899"/>
                  <a:gd name="connsiteX3" fmla="*/ 5472 w 956601"/>
                  <a:gd name="connsiteY3" fmla="*/ 1113687 h 1114899"/>
                  <a:gd name="connsiteX4" fmla="*/ 0 w 956601"/>
                  <a:gd name="connsiteY4" fmla="*/ 1114899 h 1114899"/>
                  <a:gd name="connsiteX5" fmla="*/ 40056 w 956601"/>
                  <a:gd name="connsiteY5" fmla="*/ 1089636 h 1114899"/>
                  <a:gd name="connsiteX6" fmla="*/ 638394 w 956601"/>
                  <a:gd name="connsiteY6" fmla="*/ 162145 h 111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6601" h="1114899">
                    <a:moveTo>
                      <a:pt x="649311" y="0"/>
                    </a:moveTo>
                    <a:lnTo>
                      <a:pt x="956601" y="0"/>
                    </a:lnTo>
                    <a:lnTo>
                      <a:pt x="951973" y="97117"/>
                    </a:lnTo>
                    <a:cubicBezTo>
                      <a:pt x="906000" y="577465"/>
                      <a:pt x="522068" y="975272"/>
                      <a:pt x="5472" y="1113687"/>
                    </a:cubicBezTo>
                    <a:lnTo>
                      <a:pt x="0" y="1114899"/>
                    </a:lnTo>
                    <a:lnTo>
                      <a:pt x="40056" y="1089636"/>
                    </a:lnTo>
                    <a:cubicBezTo>
                      <a:pt x="365632" y="863013"/>
                      <a:pt x="587911" y="534591"/>
                      <a:pt x="638394" y="162145"/>
                    </a:cubicBezTo>
                    <a:close/>
                  </a:path>
                </a:pathLst>
              </a:cu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sp>
          <p:nvSpPr>
            <p:cNvPr id="21" name="テキスト ボックス 20">
              <a:extLst>
                <a:ext uri="{FF2B5EF4-FFF2-40B4-BE49-F238E27FC236}">
                  <a16:creationId xmlns:a16="http://schemas.microsoft.com/office/drawing/2014/main" id="{DBABD0C2-66B5-256B-4604-E348FEFAC56D}"/>
                </a:ext>
              </a:extLst>
            </p:cNvPr>
            <p:cNvSpPr txBox="1"/>
            <p:nvPr/>
          </p:nvSpPr>
          <p:spPr>
            <a:xfrm>
              <a:off x="4832338" y="2938238"/>
              <a:ext cx="1700782" cy="400110"/>
            </a:xfrm>
            <a:prstGeom prst="rect">
              <a:avLst/>
            </a:prstGeom>
            <a:noFill/>
          </p:spPr>
          <p:txBody>
            <a:bodyPr wrap="square" rtlCol="0">
              <a:spAutoFit/>
            </a:bodyPr>
            <a:lstStyle/>
            <a:p>
              <a:pPr algn="ctr"/>
              <a:r>
                <a:rPr lang="ja-JP" altLang="en-US" sz="2000" b="1" dirty="0">
                  <a:solidFill>
                    <a:schemeClr val="accent4"/>
                  </a:solidFill>
                  <a:latin typeface="游ゴシック" panose="020B0400000000000000" pitchFamily="50" charset="-128"/>
                  <a:ea typeface="游ゴシック" panose="020B0400000000000000" pitchFamily="50" charset="-128"/>
                </a:rPr>
                <a:t>変化</a:t>
              </a:r>
              <a:endParaRPr lang="en-US" altLang="ja-JP" sz="2000" b="1" dirty="0">
                <a:solidFill>
                  <a:schemeClr val="accent4"/>
                </a:solidFill>
                <a:latin typeface="游ゴシック" panose="020B0400000000000000" pitchFamily="50" charset="-128"/>
                <a:ea typeface="游ゴシック" panose="020B0400000000000000" pitchFamily="50" charset="-128"/>
              </a:endParaRPr>
            </a:p>
          </p:txBody>
        </p:sp>
        <p:sp>
          <p:nvSpPr>
            <p:cNvPr id="22" name="テキスト ボックス 21">
              <a:extLst>
                <a:ext uri="{FF2B5EF4-FFF2-40B4-BE49-F238E27FC236}">
                  <a16:creationId xmlns:a16="http://schemas.microsoft.com/office/drawing/2014/main" id="{D3D28F20-D312-FC56-A45A-9A9DD0F018F0}"/>
                </a:ext>
              </a:extLst>
            </p:cNvPr>
            <p:cNvSpPr txBox="1"/>
            <p:nvPr/>
          </p:nvSpPr>
          <p:spPr>
            <a:xfrm>
              <a:off x="2550709" y="5935209"/>
              <a:ext cx="1700782" cy="400110"/>
            </a:xfrm>
            <a:prstGeom prst="rect">
              <a:avLst/>
            </a:prstGeom>
            <a:noFill/>
          </p:spPr>
          <p:txBody>
            <a:bodyPr wrap="square" rtlCol="0">
              <a:spAutoFit/>
            </a:bodyPr>
            <a:lstStyle/>
            <a:p>
              <a:pPr algn="ctr"/>
              <a:r>
                <a:rPr lang="ja-JP" altLang="en-US" sz="2000" b="1" dirty="0">
                  <a:solidFill>
                    <a:schemeClr val="accent4"/>
                  </a:solidFill>
                  <a:latin typeface="游ゴシック" panose="020B0400000000000000" pitchFamily="50" charset="-128"/>
                  <a:ea typeface="游ゴシック" panose="020B0400000000000000" pitchFamily="50" charset="-128"/>
                </a:rPr>
                <a:t>変化</a:t>
              </a:r>
              <a:endParaRPr lang="en-US" altLang="ja-JP" sz="2000" b="1" dirty="0">
                <a:solidFill>
                  <a:schemeClr val="accent4"/>
                </a:solidFill>
                <a:latin typeface="游ゴシック" panose="020B0400000000000000" pitchFamily="50" charset="-128"/>
                <a:ea typeface="游ゴシック" panose="020B0400000000000000" pitchFamily="50" charset="-128"/>
              </a:endParaRPr>
            </a:p>
          </p:txBody>
        </p:sp>
        <p:sp>
          <p:nvSpPr>
            <p:cNvPr id="23" name="テキスト ボックス 22">
              <a:extLst>
                <a:ext uri="{FF2B5EF4-FFF2-40B4-BE49-F238E27FC236}">
                  <a16:creationId xmlns:a16="http://schemas.microsoft.com/office/drawing/2014/main" id="{032857B8-91F1-CA95-91BD-24CB159AB079}"/>
                </a:ext>
              </a:extLst>
            </p:cNvPr>
            <p:cNvSpPr txBox="1"/>
            <p:nvPr/>
          </p:nvSpPr>
          <p:spPr>
            <a:xfrm>
              <a:off x="0" y="2983833"/>
              <a:ext cx="1700782" cy="400110"/>
            </a:xfrm>
            <a:prstGeom prst="rect">
              <a:avLst/>
            </a:prstGeom>
            <a:noFill/>
          </p:spPr>
          <p:txBody>
            <a:bodyPr wrap="square" rtlCol="0">
              <a:spAutoFit/>
            </a:bodyPr>
            <a:lstStyle/>
            <a:p>
              <a:pPr algn="ctr"/>
              <a:r>
                <a:rPr lang="ja-JP" altLang="en-US" sz="2000" b="1" dirty="0">
                  <a:solidFill>
                    <a:schemeClr val="accent4"/>
                  </a:solidFill>
                  <a:latin typeface="游ゴシック" panose="020B0400000000000000" pitchFamily="50" charset="-128"/>
                  <a:ea typeface="游ゴシック" panose="020B0400000000000000" pitchFamily="50" charset="-128"/>
                </a:rPr>
                <a:t>変化</a:t>
              </a:r>
              <a:endParaRPr lang="en-US" altLang="ja-JP" sz="2000" b="1" dirty="0">
                <a:solidFill>
                  <a:schemeClr val="accent4"/>
                </a:solidFill>
                <a:latin typeface="游ゴシック" panose="020B0400000000000000" pitchFamily="50" charset="-128"/>
                <a:ea typeface="游ゴシック" panose="020B0400000000000000" pitchFamily="50" charset="-128"/>
              </a:endParaRPr>
            </a:p>
          </p:txBody>
        </p:sp>
      </p:grpSp>
      <p:sp>
        <p:nvSpPr>
          <p:cNvPr id="25" name="楕円 24">
            <a:extLst>
              <a:ext uri="{FF2B5EF4-FFF2-40B4-BE49-F238E27FC236}">
                <a16:creationId xmlns:a16="http://schemas.microsoft.com/office/drawing/2014/main" id="{FA69373F-043A-BD62-065E-9238200A2914}"/>
              </a:ext>
            </a:extLst>
          </p:cNvPr>
          <p:cNvSpPr/>
          <p:nvPr/>
        </p:nvSpPr>
        <p:spPr>
          <a:xfrm>
            <a:off x="7462655" y="1651262"/>
            <a:ext cx="323850" cy="323850"/>
          </a:xfrm>
          <a:prstGeom prst="ellipse">
            <a:avLst/>
          </a:prstGeom>
          <a:solidFill>
            <a:schemeClr val="accent2"/>
          </a:solidFill>
          <a:ln>
            <a:solidFill>
              <a:schemeClr val="accent2"/>
            </a:solidFill>
          </a:ln>
          <a:effectLst>
            <a:glow rad="101600">
              <a:schemeClr val="accent2">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楕円 25">
            <a:extLst>
              <a:ext uri="{FF2B5EF4-FFF2-40B4-BE49-F238E27FC236}">
                <a16:creationId xmlns:a16="http://schemas.microsoft.com/office/drawing/2014/main" id="{47A74F06-9B64-1B4A-43BA-C938BE525936}"/>
              </a:ext>
            </a:extLst>
          </p:cNvPr>
          <p:cNvSpPr/>
          <p:nvPr/>
        </p:nvSpPr>
        <p:spPr>
          <a:xfrm>
            <a:off x="8108150" y="1651112"/>
            <a:ext cx="324000" cy="324000"/>
          </a:xfrm>
          <a:prstGeom prst="ellipse">
            <a:avLst/>
          </a:prstGeom>
          <a:solidFill>
            <a:srgbClr val="46877B"/>
          </a:solidFill>
          <a:ln>
            <a:solidFill>
              <a:srgbClr val="46877B"/>
            </a:solidFill>
          </a:ln>
          <a:effectLst>
            <a:glow rad="101600">
              <a:srgbClr val="46877B">
                <a:alpha val="4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7" name="楕円 26">
            <a:extLst>
              <a:ext uri="{FF2B5EF4-FFF2-40B4-BE49-F238E27FC236}">
                <a16:creationId xmlns:a16="http://schemas.microsoft.com/office/drawing/2014/main" id="{804C8D84-DF1A-9E36-6B35-4F08C09A0AEE}"/>
              </a:ext>
            </a:extLst>
          </p:cNvPr>
          <p:cNvSpPr/>
          <p:nvPr/>
        </p:nvSpPr>
        <p:spPr>
          <a:xfrm>
            <a:off x="7730366" y="2165069"/>
            <a:ext cx="342900" cy="333267"/>
          </a:xfrm>
          <a:prstGeom prst="ellipse">
            <a:avLst/>
          </a:prstGeom>
          <a:solidFill>
            <a:schemeClr val="accent2"/>
          </a:solidFill>
          <a:ln>
            <a:solidFill>
              <a:schemeClr val="accent2"/>
            </a:solid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楕円 27">
            <a:extLst>
              <a:ext uri="{FF2B5EF4-FFF2-40B4-BE49-F238E27FC236}">
                <a16:creationId xmlns:a16="http://schemas.microsoft.com/office/drawing/2014/main" id="{57C0E608-BA74-F485-BAE3-702170BC32CC}"/>
              </a:ext>
            </a:extLst>
          </p:cNvPr>
          <p:cNvSpPr/>
          <p:nvPr/>
        </p:nvSpPr>
        <p:spPr>
          <a:xfrm>
            <a:off x="8528263" y="3060360"/>
            <a:ext cx="2901487" cy="1236539"/>
          </a:xfrm>
          <a:custGeom>
            <a:avLst/>
            <a:gdLst>
              <a:gd name="connsiteX0" fmla="*/ 0 w 2901487"/>
              <a:gd name="connsiteY0" fmla="*/ 618270 h 1236539"/>
              <a:gd name="connsiteX1" fmla="*/ 1450744 w 2901487"/>
              <a:gd name="connsiteY1" fmla="*/ 0 h 1236539"/>
              <a:gd name="connsiteX2" fmla="*/ 2901488 w 2901487"/>
              <a:gd name="connsiteY2" fmla="*/ 618270 h 1236539"/>
              <a:gd name="connsiteX3" fmla="*/ 1450744 w 2901487"/>
              <a:gd name="connsiteY3" fmla="*/ 1236540 h 1236539"/>
              <a:gd name="connsiteX4" fmla="*/ 0 w 2901487"/>
              <a:gd name="connsiteY4" fmla="*/ 618270 h 12365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01487" h="1236539" fill="none" extrusionOk="0">
                <a:moveTo>
                  <a:pt x="0" y="618270"/>
                </a:moveTo>
                <a:cubicBezTo>
                  <a:pt x="84712" y="196294"/>
                  <a:pt x="764269" y="7572"/>
                  <a:pt x="1450744" y="0"/>
                </a:cubicBezTo>
                <a:cubicBezTo>
                  <a:pt x="2280633" y="48997"/>
                  <a:pt x="2861081" y="275941"/>
                  <a:pt x="2901488" y="618270"/>
                </a:cubicBezTo>
                <a:cubicBezTo>
                  <a:pt x="3011552" y="975692"/>
                  <a:pt x="2166690" y="1197621"/>
                  <a:pt x="1450744" y="1236540"/>
                </a:cubicBezTo>
                <a:cubicBezTo>
                  <a:pt x="618922" y="1245671"/>
                  <a:pt x="36345" y="910461"/>
                  <a:pt x="0" y="618270"/>
                </a:cubicBezTo>
                <a:close/>
              </a:path>
              <a:path w="2901487" h="1236539" stroke="0" extrusionOk="0">
                <a:moveTo>
                  <a:pt x="0" y="618270"/>
                </a:moveTo>
                <a:cubicBezTo>
                  <a:pt x="-7565" y="290082"/>
                  <a:pt x="641644" y="-3252"/>
                  <a:pt x="1450744" y="0"/>
                </a:cubicBezTo>
                <a:cubicBezTo>
                  <a:pt x="2306126" y="-7995"/>
                  <a:pt x="2871529" y="331374"/>
                  <a:pt x="2901488" y="618270"/>
                </a:cubicBezTo>
                <a:cubicBezTo>
                  <a:pt x="2849516" y="977102"/>
                  <a:pt x="2227727" y="1265205"/>
                  <a:pt x="1450744" y="1236540"/>
                </a:cubicBezTo>
                <a:cubicBezTo>
                  <a:pt x="683291" y="1214685"/>
                  <a:pt x="-15441" y="963273"/>
                  <a:pt x="0" y="618270"/>
                </a:cubicBezTo>
                <a:close/>
              </a:path>
            </a:pathLst>
          </a:custGeom>
          <a:solidFill>
            <a:srgbClr val="D3E9E5"/>
          </a:solidFill>
          <a:ln>
            <a:solidFill>
              <a:srgbClr val="D3E9E5"/>
            </a:solidFill>
            <a:extLst>
              <a:ext uri="{C807C97D-BFC1-408E-A445-0C87EB9F89A2}">
                <ask:lineSketchStyleProps xmlns:ask="http://schemas.microsoft.com/office/drawing/2018/sketchyshapes" sd="981765707">
                  <a:prstGeom prst="ellipse">
                    <a:avLst/>
                  </a:pr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楕円 28">
            <a:extLst>
              <a:ext uri="{FF2B5EF4-FFF2-40B4-BE49-F238E27FC236}">
                <a16:creationId xmlns:a16="http://schemas.microsoft.com/office/drawing/2014/main" id="{11994F12-90A6-E96A-5BE6-5E9F08D17B74}"/>
              </a:ext>
            </a:extLst>
          </p:cNvPr>
          <p:cNvSpPr/>
          <p:nvPr/>
        </p:nvSpPr>
        <p:spPr>
          <a:xfrm>
            <a:off x="9518584" y="1567812"/>
            <a:ext cx="2235127" cy="2177274"/>
          </a:xfrm>
          <a:custGeom>
            <a:avLst/>
            <a:gdLst>
              <a:gd name="connsiteX0" fmla="*/ 0 w 2235127"/>
              <a:gd name="connsiteY0" fmla="*/ 1088637 h 2177274"/>
              <a:gd name="connsiteX1" fmla="*/ 1117564 w 2235127"/>
              <a:gd name="connsiteY1" fmla="*/ 0 h 2177274"/>
              <a:gd name="connsiteX2" fmla="*/ 2235128 w 2235127"/>
              <a:gd name="connsiteY2" fmla="*/ 1088637 h 2177274"/>
              <a:gd name="connsiteX3" fmla="*/ 1117564 w 2235127"/>
              <a:gd name="connsiteY3" fmla="*/ 2177274 h 2177274"/>
              <a:gd name="connsiteX4" fmla="*/ 0 w 2235127"/>
              <a:gd name="connsiteY4" fmla="*/ 1088637 h 21772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5127" h="2177274" fill="none" extrusionOk="0">
                <a:moveTo>
                  <a:pt x="0" y="1088637"/>
                </a:moveTo>
                <a:cubicBezTo>
                  <a:pt x="-78231" y="501361"/>
                  <a:pt x="470933" y="81460"/>
                  <a:pt x="1117564" y="0"/>
                </a:cubicBezTo>
                <a:cubicBezTo>
                  <a:pt x="1655506" y="-29676"/>
                  <a:pt x="2249283" y="494351"/>
                  <a:pt x="2235128" y="1088637"/>
                </a:cubicBezTo>
                <a:cubicBezTo>
                  <a:pt x="2256564" y="1635402"/>
                  <a:pt x="1745396" y="2193472"/>
                  <a:pt x="1117564" y="2177274"/>
                </a:cubicBezTo>
                <a:cubicBezTo>
                  <a:pt x="511602" y="2187319"/>
                  <a:pt x="85868" y="1650356"/>
                  <a:pt x="0" y="1088637"/>
                </a:cubicBezTo>
                <a:close/>
              </a:path>
              <a:path w="2235127" h="2177274" stroke="0" extrusionOk="0">
                <a:moveTo>
                  <a:pt x="0" y="1088637"/>
                </a:moveTo>
                <a:cubicBezTo>
                  <a:pt x="44180" y="558178"/>
                  <a:pt x="501211" y="-92223"/>
                  <a:pt x="1117564" y="0"/>
                </a:cubicBezTo>
                <a:cubicBezTo>
                  <a:pt x="1755182" y="98031"/>
                  <a:pt x="2176597" y="447074"/>
                  <a:pt x="2235128" y="1088637"/>
                </a:cubicBezTo>
                <a:cubicBezTo>
                  <a:pt x="2248407" y="1590409"/>
                  <a:pt x="1732930" y="2112771"/>
                  <a:pt x="1117564" y="2177274"/>
                </a:cubicBezTo>
                <a:cubicBezTo>
                  <a:pt x="512908" y="2113663"/>
                  <a:pt x="14757" y="1627634"/>
                  <a:pt x="0" y="1088637"/>
                </a:cubicBezTo>
                <a:close/>
              </a:path>
            </a:pathLst>
          </a:custGeom>
          <a:solidFill>
            <a:schemeClr val="accent2"/>
          </a:solidFill>
          <a:ln>
            <a:solidFill>
              <a:schemeClr val="accent2"/>
            </a:solidFill>
            <a:extLst>
              <a:ext uri="{C807C97D-BFC1-408E-A445-0C87EB9F89A2}">
                <ask:lineSketchStyleProps xmlns:ask="http://schemas.microsoft.com/office/drawing/2018/sketchyshapes" sd="3669468432">
                  <a:prstGeom prst="ellipse">
                    <a:avLst/>
                  </a:pr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b="1" dirty="0">
                <a:solidFill>
                  <a:schemeClr val="bg1"/>
                </a:solidFill>
                <a:latin typeface="游ゴシック" panose="020B0400000000000000" pitchFamily="50" charset="-128"/>
                <a:ea typeface="游ゴシック" panose="020B0400000000000000" pitchFamily="50" charset="-128"/>
              </a:rPr>
              <a:t> </a:t>
            </a:r>
            <a:r>
              <a:rPr lang="ja-JP" altLang="en-US" sz="2800" b="1" dirty="0">
                <a:solidFill>
                  <a:schemeClr val="bg1"/>
                </a:solidFill>
                <a:latin typeface="游ゴシック" panose="020B0400000000000000" pitchFamily="50" charset="-128"/>
                <a:ea typeface="游ゴシック" panose="020B0400000000000000" pitchFamily="50" charset="-128"/>
              </a:rPr>
              <a:t>何か</a:t>
            </a:r>
            <a:endParaRPr lang="en-US" altLang="ja-JP" sz="2800" b="1" dirty="0">
              <a:solidFill>
                <a:schemeClr val="bg1"/>
              </a:solidFill>
              <a:latin typeface="游ゴシック" panose="020B0400000000000000" pitchFamily="50" charset="-128"/>
              <a:ea typeface="游ゴシック" panose="020B0400000000000000" pitchFamily="50" charset="-128"/>
            </a:endParaRPr>
          </a:p>
          <a:p>
            <a:pPr algn="ctr"/>
            <a:r>
              <a:rPr lang="ja-JP" altLang="en-US" dirty="0">
                <a:solidFill>
                  <a:schemeClr val="bg1"/>
                </a:solidFill>
                <a:latin typeface="+mn-ea"/>
              </a:rPr>
              <a:t>メッセージ</a:t>
            </a:r>
            <a:endParaRPr lang="ja-JP" altLang="en-US" sz="1200" dirty="0">
              <a:solidFill>
                <a:schemeClr val="bg1"/>
              </a:solidFill>
              <a:latin typeface="+mn-ea"/>
            </a:endParaRPr>
          </a:p>
        </p:txBody>
      </p:sp>
      <p:sp>
        <p:nvSpPr>
          <p:cNvPr id="30" name="正方形/長方形 29">
            <a:extLst>
              <a:ext uri="{FF2B5EF4-FFF2-40B4-BE49-F238E27FC236}">
                <a16:creationId xmlns:a16="http://schemas.microsoft.com/office/drawing/2014/main" id="{9B369ACC-5757-B80B-61BF-EC839E501C38}"/>
              </a:ext>
            </a:extLst>
          </p:cNvPr>
          <p:cNvSpPr/>
          <p:nvPr/>
        </p:nvSpPr>
        <p:spPr>
          <a:xfrm rot="20169432">
            <a:off x="8795580" y="3503340"/>
            <a:ext cx="3160032" cy="167421"/>
          </a:xfrm>
          <a:custGeom>
            <a:avLst/>
            <a:gdLst>
              <a:gd name="connsiteX0" fmla="*/ 0 w 3160032"/>
              <a:gd name="connsiteY0" fmla="*/ 0 h 167421"/>
              <a:gd name="connsiteX1" fmla="*/ 3160032 w 3160032"/>
              <a:gd name="connsiteY1" fmla="*/ 0 h 167421"/>
              <a:gd name="connsiteX2" fmla="*/ 3160032 w 3160032"/>
              <a:gd name="connsiteY2" fmla="*/ 167421 h 167421"/>
              <a:gd name="connsiteX3" fmla="*/ 0 w 3160032"/>
              <a:gd name="connsiteY3" fmla="*/ 167421 h 167421"/>
              <a:gd name="connsiteX4" fmla="*/ 0 w 3160032"/>
              <a:gd name="connsiteY4" fmla="*/ 0 h 1674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60032" h="167421" fill="none" extrusionOk="0">
                <a:moveTo>
                  <a:pt x="0" y="0"/>
                </a:moveTo>
                <a:cubicBezTo>
                  <a:pt x="1576265" y="-130857"/>
                  <a:pt x="1695485" y="63250"/>
                  <a:pt x="3160032" y="0"/>
                </a:cubicBezTo>
                <a:cubicBezTo>
                  <a:pt x="3149888" y="54417"/>
                  <a:pt x="3161660" y="117978"/>
                  <a:pt x="3160032" y="167421"/>
                </a:cubicBezTo>
                <a:cubicBezTo>
                  <a:pt x="2559770" y="222085"/>
                  <a:pt x="1098592" y="215523"/>
                  <a:pt x="0" y="167421"/>
                </a:cubicBezTo>
                <a:cubicBezTo>
                  <a:pt x="-5" y="147243"/>
                  <a:pt x="-2866" y="55723"/>
                  <a:pt x="0" y="0"/>
                </a:cubicBezTo>
                <a:close/>
              </a:path>
              <a:path w="3160032" h="167421" stroke="0" extrusionOk="0">
                <a:moveTo>
                  <a:pt x="0" y="0"/>
                </a:moveTo>
                <a:cubicBezTo>
                  <a:pt x="1189394" y="93023"/>
                  <a:pt x="2837410" y="111448"/>
                  <a:pt x="3160032" y="0"/>
                </a:cubicBezTo>
                <a:cubicBezTo>
                  <a:pt x="3145341" y="75065"/>
                  <a:pt x="3161279" y="142728"/>
                  <a:pt x="3160032" y="167421"/>
                </a:cubicBezTo>
                <a:cubicBezTo>
                  <a:pt x="2786659" y="165537"/>
                  <a:pt x="902558" y="243552"/>
                  <a:pt x="0" y="167421"/>
                </a:cubicBezTo>
                <a:cubicBezTo>
                  <a:pt x="-7129" y="150251"/>
                  <a:pt x="4229" y="45135"/>
                  <a:pt x="0" y="0"/>
                </a:cubicBezTo>
                <a:close/>
              </a:path>
            </a:pathLst>
          </a:custGeom>
          <a:solidFill>
            <a:schemeClr val="bg1"/>
          </a:solidFill>
          <a:ln>
            <a:solidFill>
              <a:schemeClr val="bg1"/>
            </a:solidFill>
            <a:extLst>
              <a:ext uri="{C807C97D-BFC1-408E-A445-0C87EB9F89A2}">
                <ask:lineSketchStyleProps xmlns:ask="http://schemas.microsoft.com/office/drawing/2018/sketchyshapes" sd="1001808606">
                  <a:prstGeom prst="rect">
                    <a:avLst/>
                  </a:pr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十字形 30">
            <a:extLst>
              <a:ext uri="{FF2B5EF4-FFF2-40B4-BE49-F238E27FC236}">
                <a16:creationId xmlns:a16="http://schemas.microsoft.com/office/drawing/2014/main" id="{AE6B2308-93E3-CE3B-D6A4-F65B8B44608F}"/>
              </a:ext>
            </a:extLst>
          </p:cNvPr>
          <p:cNvSpPr/>
          <p:nvPr/>
        </p:nvSpPr>
        <p:spPr>
          <a:xfrm rot="2590055">
            <a:off x="8265921" y="4413059"/>
            <a:ext cx="1869719" cy="1886551"/>
          </a:xfrm>
          <a:custGeom>
            <a:avLst/>
            <a:gdLst>
              <a:gd name="connsiteX0" fmla="*/ 0 w 1869719"/>
              <a:gd name="connsiteY0" fmla="*/ 871682 h 1886551"/>
              <a:gd name="connsiteX1" fmla="*/ 871682 w 1869719"/>
              <a:gd name="connsiteY1" fmla="*/ 871682 h 1886551"/>
              <a:gd name="connsiteX2" fmla="*/ 871682 w 1869719"/>
              <a:gd name="connsiteY2" fmla="*/ 0 h 1886551"/>
              <a:gd name="connsiteX3" fmla="*/ 998037 w 1869719"/>
              <a:gd name="connsiteY3" fmla="*/ 0 h 1886551"/>
              <a:gd name="connsiteX4" fmla="*/ 998037 w 1869719"/>
              <a:gd name="connsiteY4" fmla="*/ 871682 h 1886551"/>
              <a:gd name="connsiteX5" fmla="*/ 1869719 w 1869719"/>
              <a:gd name="connsiteY5" fmla="*/ 871682 h 1886551"/>
              <a:gd name="connsiteX6" fmla="*/ 1869719 w 1869719"/>
              <a:gd name="connsiteY6" fmla="*/ 1014869 h 1886551"/>
              <a:gd name="connsiteX7" fmla="*/ 998037 w 1869719"/>
              <a:gd name="connsiteY7" fmla="*/ 1014869 h 1886551"/>
              <a:gd name="connsiteX8" fmla="*/ 998037 w 1869719"/>
              <a:gd name="connsiteY8" fmla="*/ 1886551 h 1886551"/>
              <a:gd name="connsiteX9" fmla="*/ 871682 w 1869719"/>
              <a:gd name="connsiteY9" fmla="*/ 1886551 h 1886551"/>
              <a:gd name="connsiteX10" fmla="*/ 871682 w 1869719"/>
              <a:gd name="connsiteY10" fmla="*/ 1014869 h 1886551"/>
              <a:gd name="connsiteX11" fmla="*/ 0 w 1869719"/>
              <a:gd name="connsiteY11" fmla="*/ 1014869 h 1886551"/>
              <a:gd name="connsiteX12" fmla="*/ 0 w 1869719"/>
              <a:gd name="connsiteY12" fmla="*/ 871682 h 188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69719" h="1886551" fill="none" extrusionOk="0">
                <a:moveTo>
                  <a:pt x="0" y="871682"/>
                </a:moveTo>
                <a:cubicBezTo>
                  <a:pt x="150577" y="878137"/>
                  <a:pt x="691672" y="826285"/>
                  <a:pt x="871682" y="871682"/>
                </a:cubicBezTo>
                <a:cubicBezTo>
                  <a:pt x="944600" y="699805"/>
                  <a:pt x="866968" y="165485"/>
                  <a:pt x="871682" y="0"/>
                </a:cubicBezTo>
                <a:cubicBezTo>
                  <a:pt x="917842" y="-3582"/>
                  <a:pt x="948566" y="-7301"/>
                  <a:pt x="998037" y="0"/>
                </a:cubicBezTo>
                <a:cubicBezTo>
                  <a:pt x="1034408" y="206213"/>
                  <a:pt x="958303" y="545702"/>
                  <a:pt x="998037" y="871682"/>
                </a:cubicBezTo>
                <a:cubicBezTo>
                  <a:pt x="1403914" y="918941"/>
                  <a:pt x="1768096" y="817161"/>
                  <a:pt x="1869719" y="871682"/>
                </a:cubicBezTo>
                <a:cubicBezTo>
                  <a:pt x="1862247" y="898346"/>
                  <a:pt x="1867979" y="944707"/>
                  <a:pt x="1869719" y="1014869"/>
                </a:cubicBezTo>
                <a:cubicBezTo>
                  <a:pt x="1548144" y="940983"/>
                  <a:pt x="1153210" y="1019821"/>
                  <a:pt x="998037" y="1014869"/>
                </a:cubicBezTo>
                <a:cubicBezTo>
                  <a:pt x="1038278" y="1306496"/>
                  <a:pt x="926672" y="1453007"/>
                  <a:pt x="998037" y="1886551"/>
                </a:cubicBezTo>
                <a:cubicBezTo>
                  <a:pt x="957192" y="1890993"/>
                  <a:pt x="910226" y="1892254"/>
                  <a:pt x="871682" y="1886551"/>
                </a:cubicBezTo>
                <a:cubicBezTo>
                  <a:pt x="900212" y="1470477"/>
                  <a:pt x="885227" y="1205920"/>
                  <a:pt x="871682" y="1014869"/>
                </a:cubicBezTo>
                <a:cubicBezTo>
                  <a:pt x="678222" y="1052749"/>
                  <a:pt x="371283" y="1038878"/>
                  <a:pt x="0" y="1014869"/>
                </a:cubicBezTo>
                <a:cubicBezTo>
                  <a:pt x="7573" y="960095"/>
                  <a:pt x="-108" y="893456"/>
                  <a:pt x="0" y="871682"/>
                </a:cubicBezTo>
                <a:close/>
              </a:path>
              <a:path w="1869719" h="1886551" stroke="0" extrusionOk="0">
                <a:moveTo>
                  <a:pt x="0" y="871682"/>
                </a:moveTo>
                <a:cubicBezTo>
                  <a:pt x="344289" y="885060"/>
                  <a:pt x="600800" y="905684"/>
                  <a:pt x="871682" y="871682"/>
                </a:cubicBezTo>
                <a:cubicBezTo>
                  <a:pt x="931893" y="628664"/>
                  <a:pt x="943650" y="370527"/>
                  <a:pt x="871682" y="0"/>
                </a:cubicBezTo>
                <a:cubicBezTo>
                  <a:pt x="893890" y="9838"/>
                  <a:pt x="946111" y="7517"/>
                  <a:pt x="998037" y="0"/>
                </a:cubicBezTo>
                <a:cubicBezTo>
                  <a:pt x="992055" y="159455"/>
                  <a:pt x="932820" y="532460"/>
                  <a:pt x="998037" y="871682"/>
                </a:cubicBezTo>
                <a:cubicBezTo>
                  <a:pt x="1357843" y="820993"/>
                  <a:pt x="1686362" y="905907"/>
                  <a:pt x="1869719" y="871682"/>
                </a:cubicBezTo>
                <a:cubicBezTo>
                  <a:pt x="1875174" y="925174"/>
                  <a:pt x="1873986" y="947346"/>
                  <a:pt x="1869719" y="1014869"/>
                </a:cubicBezTo>
                <a:cubicBezTo>
                  <a:pt x="1764808" y="1082825"/>
                  <a:pt x="1290886" y="1035898"/>
                  <a:pt x="998037" y="1014869"/>
                </a:cubicBezTo>
                <a:cubicBezTo>
                  <a:pt x="975473" y="1296156"/>
                  <a:pt x="935667" y="1781961"/>
                  <a:pt x="998037" y="1886551"/>
                </a:cubicBezTo>
                <a:cubicBezTo>
                  <a:pt x="962951" y="1880256"/>
                  <a:pt x="921537" y="1889798"/>
                  <a:pt x="871682" y="1886551"/>
                </a:cubicBezTo>
                <a:cubicBezTo>
                  <a:pt x="818077" y="1555126"/>
                  <a:pt x="859397" y="1130088"/>
                  <a:pt x="871682" y="1014869"/>
                </a:cubicBezTo>
                <a:cubicBezTo>
                  <a:pt x="608586" y="952921"/>
                  <a:pt x="306780" y="1005001"/>
                  <a:pt x="0" y="1014869"/>
                </a:cubicBezTo>
                <a:cubicBezTo>
                  <a:pt x="-3635" y="972697"/>
                  <a:pt x="-10926" y="894203"/>
                  <a:pt x="0" y="871682"/>
                </a:cubicBezTo>
                <a:close/>
              </a:path>
            </a:pathLst>
          </a:custGeom>
          <a:solidFill>
            <a:schemeClr val="accent2"/>
          </a:solidFill>
          <a:ln>
            <a:solidFill>
              <a:schemeClr val="accent2"/>
            </a:solidFill>
            <a:extLst>
              <a:ext uri="{C807C97D-BFC1-408E-A445-0C87EB9F89A2}">
                <ask:lineSketchStyleProps xmlns:ask="http://schemas.microsoft.com/office/drawing/2018/sketchyshapes" sd="3129110413">
                  <a:prstGeom prst="plus">
                    <a:avLst>
                      <a:gd name="adj" fmla="val 46621"/>
                    </a:avLst>
                  </a:pr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楕円 31">
            <a:extLst>
              <a:ext uri="{FF2B5EF4-FFF2-40B4-BE49-F238E27FC236}">
                <a16:creationId xmlns:a16="http://schemas.microsoft.com/office/drawing/2014/main" id="{4548D72B-CA5C-59FC-584F-E0EF5BBB25BA}"/>
              </a:ext>
            </a:extLst>
          </p:cNvPr>
          <p:cNvSpPr/>
          <p:nvPr/>
        </p:nvSpPr>
        <p:spPr>
          <a:xfrm>
            <a:off x="7090921" y="4792728"/>
            <a:ext cx="1253486" cy="1236539"/>
          </a:xfrm>
          <a:custGeom>
            <a:avLst/>
            <a:gdLst>
              <a:gd name="connsiteX0" fmla="*/ 0 w 1253486"/>
              <a:gd name="connsiteY0" fmla="*/ 618270 h 1236539"/>
              <a:gd name="connsiteX1" fmla="*/ 626743 w 1253486"/>
              <a:gd name="connsiteY1" fmla="*/ 0 h 1236539"/>
              <a:gd name="connsiteX2" fmla="*/ 1253486 w 1253486"/>
              <a:gd name="connsiteY2" fmla="*/ 618270 h 1236539"/>
              <a:gd name="connsiteX3" fmla="*/ 626743 w 1253486"/>
              <a:gd name="connsiteY3" fmla="*/ 1236540 h 1236539"/>
              <a:gd name="connsiteX4" fmla="*/ 0 w 1253486"/>
              <a:gd name="connsiteY4" fmla="*/ 618270 h 12365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3486" h="1236539" extrusionOk="0">
                <a:moveTo>
                  <a:pt x="0" y="618270"/>
                </a:moveTo>
                <a:cubicBezTo>
                  <a:pt x="11333" y="288976"/>
                  <a:pt x="265442" y="19656"/>
                  <a:pt x="626743" y="0"/>
                </a:cubicBezTo>
                <a:cubicBezTo>
                  <a:pt x="963521" y="-49908"/>
                  <a:pt x="1223269" y="275473"/>
                  <a:pt x="1253486" y="618270"/>
                </a:cubicBezTo>
                <a:cubicBezTo>
                  <a:pt x="1256702" y="984230"/>
                  <a:pt x="1029945" y="1242942"/>
                  <a:pt x="626743" y="1236540"/>
                </a:cubicBezTo>
                <a:cubicBezTo>
                  <a:pt x="282897" y="1246744"/>
                  <a:pt x="5423" y="961932"/>
                  <a:pt x="0" y="618270"/>
                </a:cubicBezTo>
                <a:close/>
              </a:path>
            </a:pathLst>
          </a:custGeom>
          <a:noFill/>
          <a:ln w="76200">
            <a:solidFill>
              <a:schemeClr val="accent4">
                <a:lumMod val="40000"/>
                <a:lumOff val="60000"/>
              </a:schemeClr>
            </a:solidFill>
            <a:extLst>
              <a:ext uri="{C807C97D-BFC1-408E-A445-0C87EB9F89A2}">
                <ask:lineSketchStyleProps xmlns:ask="http://schemas.microsoft.com/office/drawing/2018/sketchyshapes" sd="1678478707">
                  <a:prstGeom prst="ellipse">
                    <a:avLst/>
                  </a:pr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Tree>
    <p:extLst>
      <p:ext uri="{BB962C8B-B14F-4D97-AF65-F5344CB8AC3E}">
        <p14:creationId xmlns:p14="http://schemas.microsoft.com/office/powerpoint/2010/main" val="27312343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DE16C55-369C-4304-9852-55ED13ACD070}"/>
              </a:ext>
            </a:extLst>
          </p:cNvPr>
          <p:cNvSpPr>
            <a:spLocks noGrp="1"/>
          </p:cNvSpPr>
          <p:nvPr>
            <p:ph type="title"/>
          </p:nvPr>
        </p:nvSpPr>
        <p:spPr>
          <a:xfrm>
            <a:off x="558799" y="1015999"/>
            <a:ext cx="11357897" cy="938159"/>
          </a:xfrm>
        </p:spPr>
        <p:txBody>
          <a:bodyPr/>
          <a:lstStyle/>
          <a:p>
            <a:r>
              <a:rPr lang="ja-JP" altLang="en-US" dirty="0"/>
              <a:t>３つあることが一目でわかる</a:t>
            </a:r>
            <a:endParaRPr kumimoji="1" lang="ja-JP" altLang="en-US" dirty="0"/>
          </a:p>
        </p:txBody>
      </p:sp>
      <p:sp>
        <p:nvSpPr>
          <p:cNvPr id="4" name="テキスト プレースホルダー 3">
            <a:extLst>
              <a:ext uri="{FF2B5EF4-FFF2-40B4-BE49-F238E27FC236}">
                <a16:creationId xmlns:a16="http://schemas.microsoft.com/office/drawing/2014/main" id="{2B61A5A0-94BF-4998-8B9C-2A7D26AFF253}"/>
              </a:ext>
            </a:extLst>
          </p:cNvPr>
          <p:cNvSpPr>
            <a:spLocks noGrp="1"/>
          </p:cNvSpPr>
          <p:nvPr>
            <p:ph type="body" sz="quarter" idx="11"/>
          </p:nvPr>
        </p:nvSpPr>
        <p:spPr/>
        <p:txBody>
          <a:bodyPr>
            <a:normAutofit lnSpcReduction="10000"/>
          </a:bodyPr>
          <a:lstStyle/>
          <a:p>
            <a:r>
              <a:rPr lang="ja-JP" altLang="en-US" dirty="0"/>
              <a:t>３</a:t>
            </a:r>
            <a:r>
              <a:rPr kumimoji="1" lang="ja-JP" altLang="en-US" dirty="0"/>
              <a:t>カードのレイアウトテンプレート</a:t>
            </a:r>
          </a:p>
        </p:txBody>
      </p:sp>
      <p:sp>
        <p:nvSpPr>
          <p:cNvPr id="5" name="正方形/長方形 4">
            <a:extLst>
              <a:ext uri="{FF2B5EF4-FFF2-40B4-BE49-F238E27FC236}">
                <a16:creationId xmlns:a16="http://schemas.microsoft.com/office/drawing/2014/main" id="{39C0D132-2F4B-4006-8549-232F72C8420E}"/>
              </a:ext>
            </a:extLst>
          </p:cNvPr>
          <p:cNvSpPr/>
          <p:nvPr/>
        </p:nvSpPr>
        <p:spPr>
          <a:xfrm>
            <a:off x="471271" y="1994510"/>
            <a:ext cx="3649340" cy="4622190"/>
          </a:xfrm>
          <a:prstGeom prst="rect">
            <a:avLst/>
          </a:prstGeom>
          <a:solidFill>
            <a:srgbClr val="FFFFFF"/>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A6B3703F-3442-4C13-A424-26EDC78FA83C}"/>
              </a:ext>
            </a:extLst>
          </p:cNvPr>
          <p:cNvSpPr/>
          <p:nvPr/>
        </p:nvSpPr>
        <p:spPr>
          <a:xfrm>
            <a:off x="4314710" y="1987780"/>
            <a:ext cx="3649340" cy="4622190"/>
          </a:xfrm>
          <a:prstGeom prst="rect">
            <a:avLst/>
          </a:prstGeom>
          <a:solidFill>
            <a:srgbClr val="FFFFFF"/>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12938DBA-3C61-44F9-B40C-5EE6E7382AD8}"/>
              </a:ext>
            </a:extLst>
          </p:cNvPr>
          <p:cNvSpPr/>
          <p:nvPr/>
        </p:nvSpPr>
        <p:spPr>
          <a:xfrm>
            <a:off x="8131938" y="1994510"/>
            <a:ext cx="3649340" cy="4622190"/>
          </a:xfrm>
          <a:prstGeom prst="rect">
            <a:avLst/>
          </a:prstGeom>
          <a:solidFill>
            <a:srgbClr val="FFFFFF"/>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A8841067-3C56-4306-BDEF-96AAF2CDC245}"/>
              </a:ext>
            </a:extLst>
          </p:cNvPr>
          <p:cNvSpPr txBox="1"/>
          <p:nvPr/>
        </p:nvSpPr>
        <p:spPr>
          <a:xfrm>
            <a:off x="531259" y="2006597"/>
            <a:ext cx="954107" cy="369332"/>
          </a:xfrm>
          <a:prstGeom prst="rect">
            <a:avLst/>
          </a:prstGeom>
          <a:noFill/>
        </p:spPr>
        <p:txBody>
          <a:bodyPr wrap="none" rtlCol="0">
            <a:spAutoFit/>
          </a:bodyPr>
          <a:lstStyle/>
          <a:p>
            <a:r>
              <a:rPr lang="ja-JP" altLang="en-US" sz="1400" b="1" dirty="0">
                <a:solidFill>
                  <a:schemeClr val="tx2"/>
                </a:solidFill>
                <a:latin typeface="游ゴシック" panose="020B0400000000000000" pitchFamily="50" charset="-128"/>
                <a:ea typeface="游ゴシック" panose="020B0400000000000000" pitchFamily="50" charset="-128"/>
              </a:rPr>
              <a:t>カード</a:t>
            </a:r>
            <a:r>
              <a:rPr kumimoji="1" lang="ja-JP" altLang="en-US" b="1" dirty="0">
                <a:solidFill>
                  <a:schemeClr val="tx2"/>
                </a:solidFill>
                <a:latin typeface="游ゴシック" panose="020B0400000000000000" pitchFamily="50" charset="-128"/>
                <a:ea typeface="游ゴシック" panose="020B0400000000000000" pitchFamily="50" charset="-128"/>
              </a:rPr>
              <a:t>①</a:t>
            </a:r>
          </a:p>
        </p:txBody>
      </p:sp>
      <p:sp>
        <p:nvSpPr>
          <p:cNvPr id="9" name="テキスト ボックス 8">
            <a:extLst>
              <a:ext uri="{FF2B5EF4-FFF2-40B4-BE49-F238E27FC236}">
                <a16:creationId xmlns:a16="http://schemas.microsoft.com/office/drawing/2014/main" id="{36301C33-873B-474E-BF88-9FB516462188}"/>
              </a:ext>
            </a:extLst>
          </p:cNvPr>
          <p:cNvSpPr txBox="1"/>
          <p:nvPr/>
        </p:nvSpPr>
        <p:spPr>
          <a:xfrm>
            <a:off x="4358102" y="2003704"/>
            <a:ext cx="954107" cy="369332"/>
          </a:xfrm>
          <a:prstGeom prst="rect">
            <a:avLst/>
          </a:prstGeom>
          <a:noFill/>
        </p:spPr>
        <p:txBody>
          <a:bodyPr wrap="none" rtlCol="0">
            <a:spAutoFit/>
          </a:bodyPr>
          <a:lstStyle/>
          <a:p>
            <a:r>
              <a:rPr kumimoji="1" lang="ja-JP" altLang="en-US" sz="1400" b="1" dirty="0">
                <a:solidFill>
                  <a:schemeClr val="tx2"/>
                </a:solidFill>
                <a:latin typeface="游ゴシック" panose="020B0400000000000000" pitchFamily="50" charset="-128"/>
                <a:ea typeface="游ゴシック" panose="020B0400000000000000" pitchFamily="50" charset="-128"/>
              </a:rPr>
              <a:t>カード</a:t>
            </a:r>
            <a:r>
              <a:rPr kumimoji="1" lang="ja-JP" altLang="en-US" b="1" dirty="0">
                <a:solidFill>
                  <a:schemeClr val="tx2"/>
                </a:solidFill>
                <a:latin typeface="游ゴシック" panose="020B0400000000000000" pitchFamily="50" charset="-128"/>
                <a:ea typeface="游ゴシック" panose="020B0400000000000000" pitchFamily="50" charset="-128"/>
              </a:rPr>
              <a:t>②</a:t>
            </a:r>
          </a:p>
        </p:txBody>
      </p:sp>
      <p:sp>
        <p:nvSpPr>
          <p:cNvPr id="10" name="テキスト ボックス 9">
            <a:extLst>
              <a:ext uri="{FF2B5EF4-FFF2-40B4-BE49-F238E27FC236}">
                <a16:creationId xmlns:a16="http://schemas.microsoft.com/office/drawing/2014/main" id="{5D7ED84C-8E42-4B3F-9C8D-98BF1B9561CF}"/>
              </a:ext>
            </a:extLst>
          </p:cNvPr>
          <p:cNvSpPr txBox="1"/>
          <p:nvPr/>
        </p:nvSpPr>
        <p:spPr>
          <a:xfrm>
            <a:off x="479700" y="2280372"/>
            <a:ext cx="2698175" cy="523220"/>
          </a:xfrm>
          <a:prstGeom prst="rect">
            <a:avLst/>
          </a:prstGeom>
          <a:noFill/>
        </p:spPr>
        <p:txBody>
          <a:bodyPr wrap="none" rtlCol="0">
            <a:spAutoFit/>
          </a:bodyPr>
          <a:lstStyle/>
          <a:p>
            <a:r>
              <a:rPr kumimoji="1" lang="ja-JP" altLang="en-US" sz="2800" b="1" dirty="0">
                <a:solidFill>
                  <a:schemeClr val="accent4"/>
                </a:solidFill>
                <a:latin typeface="游ゴシック" panose="020B0400000000000000" pitchFamily="50" charset="-128"/>
                <a:ea typeface="游ゴシック" panose="020B0400000000000000" pitchFamily="50" charset="-128"/>
              </a:rPr>
              <a:t>カードの見出し</a:t>
            </a:r>
          </a:p>
        </p:txBody>
      </p:sp>
      <p:sp>
        <p:nvSpPr>
          <p:cNvPr id="11" name="テキスト ボックス 10">
            <a:extLst>
              <a:ext uri="{FF2B5EF4-FFF2-40B4-BE49-F238E27FC236}">
                <a16:creationId xmlns:a16="http://schemas.microsoft.com/office/drawing/2014/main" id="{621D5999-FC9D-4598-9163-72444CBA8BFD}"/>
              </a:ext>
            </a:extLst>
          </p:cNvPr>
          <p:cNvSpPr txBox="1"/>
          <p:nvPr/>
        </p:nvSpPr>
        <p:spPr>
          <a:xfrm>
            <a:off x="4333110" y="2280372"/>
            <a:ext cx="2698175" cy="523220"/>
          </a:xfrm>
          <a:prstGeom prst="rect">
            <a:avLst/>
          </a:prstGeom>
          <a:noFill/>
        </p:spPr>
        <p:txBody>
          <a:bodyPr wrap="none" rtlCol="0">
            <a:spAutoFit/>
          </a:bodyPr>
          <a:lstStyle/>
          <a:p>
            <a:r>
              <a:rPr lang="ja-JP" altLang="en-US" sz="2800" b="1" dirty="0">
                <a:solidFill>
                  <a:schemeClr val="accent4"/>
                </a:solidFill>
                <a:latin typeface="游ゴシック" panose="020B0400000000000000" pitchFamily="50" charset="-128"/>
                <a:ea typeface="游ゴシック" panose="020B0400000000000000" pitchFamily="50" charset="-128"/>
              </a:rPr>
              <a:t>カードの見出し</a:t>
            </a:r>
            <a:endParaRPr kumimoji="1" lang="ja-JP" altLang="en-US" sz="2800" b="1" dirty="0">
              <a:solidFill>
                <a:schemeClr val="accent4"/>
              </a:solidFill>
              <a:latin typeface="游ゴシック" panose="020B0400000000000000" pitchFamily="50" charset="-128"/>
              <a:ea typeface="游ゴシック" panose="020B0400000000000000" pitchFamily="50" charset="-128"/>
            </a:endParaRPr>
          </a:p>
        </p:txBody>
      </p:sp>
      <p:sp>
        <p:nvSpPr>
          <p:cNvPr id="12" name="テキスト ボックス 11">
            <a:extLst>
              <a:ext uri="{FF2B5EF4-FFF2-40B4-BE49-F238E27FC236}">
                <a16:creationId xmlns:a16="http://schemas.microsoft.com/office/drawing/2014/main" id="{C150C880-B64C-462F-9C59-C613006463BF}"/>
              </a:ext>
            </a:extLst>
          </p:cNvPr>
          <p:cNvSpPr txBox="1"/>
          <p:nvPr/>
        </p:nvSpPr>
        <p:spPr>
          <a:xfrm>
            <a:off x="8202685" y="2003704"/>
            <a:ext cx="954107" cy="369332"/>
          </a:xfrm>
          <a:prstGeom prst="rect">
            <a:avLst/>
          </a:prstGeom>
          <a:noFill/>
        </p:spPr>
        <p:txBody>
          <a:bodyPr wrap="none" rtlCol="0">
            <a:spAutoFit/>
          </a:bodyPr>
          <a:lstStyle/>
          <a:p>
            <a:r>
              <a:rPr lang="ja-JP" altLang="en-US" sz="1400" b="1" dirty="0">
                <a:solidFill>
                  <a:schemeClr val="tx2"/>
                </a:solidFill>
                <a:latin typeface="游ゴシック" panose="020B0400000000000000" pitchFamily="50" charset="-128"/>
                <a:ea typeface="游ゴシック" panose="020B0400000000000000" pitchFamily="50" charset="-128"/>
              </a:rPr>
              <a:t>カード</a:t>
            </a:r>
            <a:r>
              <a:rPr kumimoji="1" lang="ja-JP" altLang="en-US" b="1" dirty="0">
                <a:solidFill>
                  <a:schemeClr val="tx2"/>
                </a:solidFill>
                <a:latin typeface="游ゴシック" panose="020B0400000000000000" pitchFamily="50" charset="-128"/>
                <a:ea typeface="游ゴシック" panose="020B0400000000000000" pitchFamily="50" charset="-128"/>
              </a:rPr>
              <a:t>③</a:t>
            </a:r>
          </a:p>
        </p:txBody>
      </p:sp>
      <p:sp>
        <p:nvSpPr>
          <p:cNvPr id="13" name="テキスト ボックス 12">
            <a:extLst>
              <a:ext uri="{FF2B5EF4-FFF2-40B4-BE49-F238E27FC236}">
                <a16:creationId xmlns:a16="http://schemas.microsoft.com/office/drawing/2014/main" id="{65A50A97-71BB-427E-9EEF-4F8464471794}"/>
              </a:ext>
            </a:extLst>
          </p:cNvPr>
          <p:cNvSpPr txBox="1"/>
          <p:nvPr/>
        </p:nvSpPr>
        <p:spPr>
          <a:xfrm>
            <a:off x="8148196" y="2280372"/>
            <a:ext cx="2698175" cy="523220"/>
          </a:xfrm>
          <a:prstGeom prst="rect">
            <a:avLst/>
          </a:prstGeom>
          <a:noFill/>
        </p:spPr>
        <p:txBody>
          <a:bodyPr wrap="none" rtlCol="0">
            <a:spAutoFit/>
          </a:bodyPr>
          <a:lstStyle/>
          <a:p>
            <a:r>
              <a:rPr kumimoji="1" lang="ja-JP" altLang="en-US" sz="2800" b="1" dirty="0">
                <a:solidFill>
                  <a:schemeClr val="accent4"/>
                </a:solidFill>
                <a:latin typeface="游ゴシック" panose="020B0400000000000000" pitchFamily="50" charset="-128"/>
                <a:ea typeface="游ゴシック" panose="020B0400000000000000" pitchFamily="50" charset="-128"/>
              </a:rPr>
              <a:t>カードの見出し</a:t>
            </a:r>
          </a:p>
        </p:txBody>
      </p:sp>
    </p:spTree>
    <p:extLst>
      <p:ext uri="{BB962C8B-B14F-4D97-AF65-F5344CB8AC3E}">
        <p14:creationId xmlns:p14="http://schemas.microsoft.com/office/powerpoint/2010/main" val="13524943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DE16C55-369C-4304-9852-55ED13ACD070}"/>
              </a:ext>
            </a:extLst>
          </p:cNvPr>
          <p:cNvSpPr>
            <a:spLocks noGrp="1"/>
          </p:cNvSpPr>
          <p:nvPr>
            <p:ph type="title"/>
          </p:nvPr>
        </p:nvSpPr>
        <p:spPr>
          <a:xfrm>
            <a:off x="558799" y="1015999"/>
            <a:ext cx="11357897" cy="938159"/>
          </a:xfrm>
        </p:spPr>
        <p:txBody>
          <a:bodyPr/>
          <a:lstStyle/>
          <a:p>
            <a:r>
              <a:rPr lang="ja-JP" altLang="en-US" dirty="0"/>
              <a:t>順序関係がある場合は並列よりこちらが良い</a:t>
            </a:r>
            <a:endParaRPr kumimoji="1" lang="ja-JP" altLang="en-US" dirty="0"/>
          </a:p>
        </p:txBody>
      </p:sp>
      <p:sp>
        <p:nvSpPr>
          <p:cNvPr id="4" name="テキスト プレースホルダー 3">
            <a:extLst>
              <a:ext uri="{FF2B5EF4-FFF2-40B4-BE49-F238E27FC236}">
                <a16:creationId xmlns:a16="http://schemas.microsoft.com/office/drawing/2014/main" id="{2B61A5A0-94BF-4998-8B9C-2A7D26AFF253}"/>
              </a:ext>
            </a:extLst>
          </p:cNvPr>
          <p:cNvSpPr>
            <a:spLocks noGrp="1"/>
          </p:cNvSpPr>
          <p:nvPr>
            <p:ph type="body" sz="quarter" idx="11"/>
          </p:nvPr>
        </p:nvSpPr>
        <p:spPr/>
        <p:txBody>
          <a:bodyPr>
            <a:normAutofit lnSpcReduction="10000"/>
          </a:bodyPr>
          <a:lstStyle/>
          <a:p>
            <a:r>
              <a:rPr lang="ja-JP" altLang="en-US" dirty="0"/>
              <a:t>３</a:t>
            </a:r>
            <a:r>
              <a:rPr kumimoji="1" lang="ja-JP" altLang="en-US" dirty="0"/>
              <a:t>カードのレイアウトテンプレートのアレンジ</a:t>
            </a:r>
          </a:p>
        </p:txBody>
      </p:sp>
      <p:sp>
        <p:nvSpPr>
          <p:cNvPr id="5" name="正方形/長方形 4">
            <a:extLst>
              <a:ext uri="{FF2B5EF4-FFF2-40B4-BE49-F238E27FC236}">
                <a16:creationId xmlns:a16="http://schemas.microsoft.com/office/drawing/2014/main" id="{39C0D132-2F4B-4006-8549-232F72C8420E}"/>
              </a:ext>
            </a:extLst>
          </p:cNvPr>
          <p:cNvSpPr/>
          <p:nvPr/>
        </p:nvSpPr>
        <p:spPr>
          <a:xfrm>
            <a:off x="471270" y="1994510"/>
            <a:ext cx="4333735" cy="3452668"/>
          </a:xfrm>
          <a:prstGeom prst="rect">
            <a:avLst/>
          </a:prstGeom>
          <a:solidFill>
            <a:srgbClr val="FFFFFF"/>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A6B3703F-3442-4C13-A424-26EDC78FA83C}"/>
              </a:ext>
            </a:extLst>
          </p:cNvPr>
          <p:cNvSpPr/>
          <p:nvPr/>
        </p:nvSpPr>
        <p:spPr>
          <a:xfrm>
            <a:off x="3975496" y="2474477"/>
            <a:ext cx="4333735" cy="3461104"/>
          </a:xfrm>
          <a:prstGeom prst="rect">
            <a:avLst/>
          </a:prstGeom>
          <a:solidFill>
            <a:srgbClr val="FFFFFF"/>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12938DBA-3C61-44F9-B40C-5EE6E7382AD8}"/>
              </a:ext>
            </a:extLst>
          </p:cNvPr>
          <p:cNvSpPr/>
          <p:nvPr/>
        </p:nvSpPr>
        <p:spPr>
          <a:xfrm>
            <a:off x="7479722" y="2962880"/>
            <a:ext cx="4333735" cy="3461104"/>
          </a:xfrm>
          <a:prstGeom prst="rect">
            <a:avLst/>
          </a:prstGeom>
          <a:solidFill>
            <a:srgbClr val="FFFFFF"/>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A8841067-3C56-4306-BDEF-96AAF2CDC245}"/>
              </a:ext>
            </a:extLst>
          </p:cNvPr>
          <p:cNvSpPr txBox="1"/>
          <p:nvPr/>
        </p:nvSpPr>
        <p:spPr>
          <a:xfrm>
            <a:off x="531259" y="2006597"/>
            <a:ext cx="954107" cy="369332"/>
          </a:xfrm>
          <a:prstGeom prst="rect">
            <a:avLst/>
          </a:prstGeom>
          <a:noFill/>
        </p:spPr>
        <p:txBody>
          <a:bodyPr wrap="none" rtlCol="0">
            <a:spAutoFit/>
          </a:bodyPr>
          <a:lstStyle/>
          <a:p>
            <a:r>
              <a:rPr lang="ja-JP" altLang="en-US" sz="1400" b="1" dirty="0">
                <a:solidFill>
                  <a:schemeClr val="tx2"/>
                </a:solidFill>
                <a:latin typeface="游ゴシック" panose="020B0400000000000000" pitchFamily="50" charset="-128"/>
                <a:ea typeface="游ゴシック" panose="020B0400000000000000" pitchFamily="50" charset="-128"/>
              </a:rPr>
              <a:t>カード</a:t>
            </a:r>
            <a:r>
              <a:rPr kumimoji="1" lang="ja-JP" altLang="en-US" b="1" dirty="0">
                <a:solidFill>
                  <a:schemeClr val="tx2"/>
                </a:solidFill>
                <a:latin typeface="游ゴシック" panose="020B0400000000000000" pitchFamily="50" charset="-128"/>
                <a:ea typeface="游ゴシック" panose="020B0400000000000000" pitchFamily="50" charset="-128"/>
              </a:rPr>
              <a:t>①</a:t>
            </a:r>
          </a:p>
        </p:txBody>
      </p:sp>
      <p:sp>
        <p:nvSpPr>
          <p:cNvPr id="9" name="テキスト ボックス 8">
            <a:extLst>
              <a:ext uri="{FF2B5EF4-FFF2-40B4-BE49-F238E27FC236}">
                <a16:creationId xmlns:a16="http://schemas.microsoft.com/office/drawing/2014/main" id="{36301C33-873B-474E-BF88-9FB516462188}"/>
              </a:ext>
            </a:extLst>
          </p:cNvPr>
          <p:cNvSpPr txBox="1"/>
          <p:nvPr/>
        </p:nvSpPr>
        <p:spPr>
          <a:xfrm>
            <a:off x="4018889" y="2490401"/>
            <a:ext cx="954107" cy="369332"/>
          </a:xfrm>
          <a:prstGeom prst="rect">
            <a:avLst/>
          </a:prstGeom>
          <a:noFill/>
        </p:spPr>
        <p:txBody>
          <a:bodyPr wrap="none" rtlCol="0">
            <a:spAutoFit/>
          </a:bodyPr>
          <a:lstStyle/>
          <a:p>
            <a:r>
              <a:rPr kumimoji="1" lang="ja-JP" altLang="en-US" sz="1400" b="1" dirty="0">
                <a:solidFill>
                  <a:schemeClr val="tx2"/>
                </a:solidFill>
                <a:latin typeface="游ゴシック" panose="020B0400000000000000" pitchFamily="50" charset="-128"/>
                <a:ea typeface="游ゴシック" panose="020B0400000000000000" pitchFamily="50" charset="-128"/>
              </a:rPr>
              <a:t>カード</a:t>
            </a:r>
            <a:r>
              <a:rPr kumimoji="1" lang="ja-JP" altLang="en-US" b="1" dirty="0">
                <a:solidFill>
                  <a:schemeClr val="tx2"/>
                </a:solidFill>
                <a:latin typeface="游ゴシック" panose="020B0400000000000000" pitchFamily="50" charset="-128"/>
                <a:ea typeface="游ゴシック" panose="020B0400000000000000" pitchFamily="50" charset="-128"/>
              </a:rPr>
              <a:t>②</a:t>
            </a:r>
          </a:p>
        </p:txBody>
      </p:sp>
      <p:sp>
        <p:nvSpPr>
          <p:cNvPr id="10" name="テキスト ボックス 9">
            <a:extLst>
              <a:ext uri="{FF2B5EF4-FFF2-40B4-BE49-F238E27FC236}">
                <a16:creationId xmlns:a16="http://schemas.microsoft.com/office/drawing/2014/main" id="{5D7ED84C-8E42-4B3F-9C8D-98BF1B9561CF}"/>
              </a:ext>
            </a:extLst>
          </p:cNvPr>
          <p:cNvSpPr txBox="1"/>
          <p:nvPr/>
        </p:nvSpPr>
        <p:spPr>
          <a:xfrm>
            <a:off x="479700" y="2280372"/>
            <a:ext cx="2698175" cy="523220"/>
          </a:xfrm>
          <a:prstGeom prst="rect">
            <a:avLst/>
          </a:prstGeom>
          <a:noFill/>
        </p:spPr>
        <p:txBody>
          <a:bodyPr wrap="none" rtlCol="0">
            <a:spAutoFit/>
          </a:bodyPr>
          <a:lstStyle/>
          <a:p>
            <a:r>
              <a:rPr kumimoji="1" lang="ja-JP" altLang="en-US" sz="2800" b="1" dirty="0">
                <a:solidFill>
                  <a:schemeClr val="accent4"/>
                </a:solidFill>
                <a:latin typeface="游ゴシック" panose="020B0400000000000000" pitchFamily="50" charset="-128"/>
                <a:ea typeface="游ゴシック" panose="020B0400000000000000" pitchFamily="50" charset="-128"/>
              </a:rPr>
              <a:t>カードの見出し</a:t>
            </a:r>
          </a:p>
        </p:txBody>
      </p:sp>
      <p:sp>
        <p:nvSpPr>
          <p:cNvPr id="11" name="テキスト ボックス 10">
            <a:extLst>
              <a:ext uri="{FF2B5EF4-FFF2-40B4-BE49-F238E27FC236}">
                <a16:creationId xmlns:a16="http://schemas.microsoft.com/office/drawing/2014/main" id="{621D5999-FC9D-4598-9163-72444CBA8BFD}"/>
              </a:ext>
            </a:extLst>
          </p:cNvPr>
          <p:cNvSpPr txBox="1"/>
          <p:nvPr/>
        </p:nvSpPr>
        <p:spPr>
          <a:xfrm>
            <a:off x="3993897" y="2767069"/>
            <a:ext cx="2698175" cy="523220"/>
          </a:xfrm>
          <a:prstGeom prst="rect">
            <a:avLst/>
          </a:prstGeom>
          <a:noFill/>
        </p:spPr>
        <p:txBody>
          <a:bodyPr wrap="none" rtlCol="0">
            <a:spAutoFit/>
          </a:bodyPr>
          <a:lstStyle/>
          <a:p>
            <a:r>
              <a:rPr lang="ja-JP" altLang="en-US" sz="2800" b="1" dirty="0">
                <a:solidFill>
                  <a:schemeClr val="accent4"/>
                </a:solidFill>
                <a:latin typeface="游ゴシック" panose="020B0400000000000000" pitchFamily="50" charset="-128"/>
                <a:ea typeface="游ゴシック" panose="020B0400000000000000" pitchFamily="50" charset="-128"/>
              </a:rPr>
              <a:t>カードの見出し</a:t>
            </a:r>
            <a:endParaRPr kumimoji="1" lang="ja-JP" altLang="en-US" sz="2800" b="1" dirty="0">
              <a:solidFill>
                <a:schemeClr val="accent4"/>
              </a:solidFill>
              <a:latin typeface="游ゴシック" panose="020B0400000000000000" pitchFamily="50" charset="-128"/>
              <a:ea typeface="游ゴシック" panose="020B0400000000000000" pitchFamily="50" charset="-128"/>
            </a:endParaRPr>
          </a:p>
        </p:txBody>
      </p:sp>
      <p:sp>
        <p:nvSpPr>
          <p:cNvPr id="12" name="テキスト ボックス 11">
            <a:extLst>
              <a:ext uri="{FF2B5EF4-FFF2-40B4-BE49-F238E27FC236}">
                <a16:creationId xmlns:a16="http://schemas.microsoft.com/office/drawing/2014/main" id="{C150C880-B64C-462F-9C59-C613006463BF}"/>
              </a:ext>
            </a:extLst>
          </p:cNvPr>
          <p:cNvSpPr txBox="1"/>
          <p:nvPr/>
        </p:nvSpPr>
        <p:spPr>
          <a:xfrm>
            <a:off x="7550470" y="2972074"/>
            <a:ext cx="954107" cy="369332"/>
          </a:xfrm>
          <a:prstGeom prst="rect">
            <a:avLst/>
          </a:prstGeom>
          <a:noFill/>
        </p:spPr>
        <p:txBody>
          <a:bodyPr wrap="none" rtlCol="0">
            <a:spAutoFit/>
          </a:bodyPr>
          <a:lstStyle/>
          <a:p>
            <a:r>
              <a:rPr lang="ja-JP" altLang="en-US" sz="1400" b="1" dirty="0">
                <a:solidFill>
                  <a:schemeClr val="tx2"/>
                </a:solidFill>
                <a:latin typeface="游ゴシック" panose="020B0400000000000000" pitchFamily="50" charset="-128"/>
                <a:ea typeface="游ゴシック" panose="020B0400000000000000" pitchFamily="50" charset="-128"/>
              </a:rPr>
              <a:t>カード</a:t>
            </a:r>
            <a:r>
              <a:rPr kumimoji="1" lang="ja-JP" altLang="en-US" b="1" dirty="0">
                <a:solidFill>
                  <a:schemeClr val="tx2"/>
                </a:solidFill>
                <a:latin typeface="游ゴシック" panose="020B0400000000000000" pitchFamily="50" charset="-128"/>
                <a:ea typeface="游ゴシック" panose="020B0400000000000000" pitchFamily="50" charset="-128"/>
              </a:rPr>
              <a:t>③</a:t>
            </a:r>
          </a:p>
        </p:txBody>
      </p:sp>
      <p:sp>
        <p:nvSpPr>
          <p:cNvPr id="13" name="テキスト ボックス 12">
            <a:extLst>
              <a:ext uri="{FF2B5EF4-FFF2-40B4-BE49-F238E27FC236}">
                <a16:creationId xmlns:a16="http://schemas.microsoft.com/office/drawing/2014/main" id="{65A50A97-71BB-427E-9EEF-4F8464471794}"/>
              </a:ext>
            </a:extLst>
          </p:cNvPr>
          <p:cNvSpPr txBox="1"/>
          <p:nvPr/>
        </p:nvSpPr>
        <p:spPr>
          <a:xfrm>
            <a:off x="7495981" y="3248742"/>
            <a:ext cx="2698175" cy="523220"/>
          </a:xfrm>
          <a:prstGeom prst="rect">
            <a:avLst/>
          </a:prstGeom>
          <a:noFill/>
        </p:spPr>
        <p:txBody>
          <a:bodyPr wrap="none" rtlCol="0">
            <a:spAutoFit/>
          </a:bodyPr>
          <a:lstStyle/>
          <a:p>
            <a:r>
              <a:rPr kumimoji="1" lang="ja-JP" altLang="en-US" sz="2800" b="1" dirty="0">
                <a:solidFill>
                  <a:schemeClr val="accent4"/>
                </a:solidFill>
                <a:latin typeface="游ゴシック" panose="020B0400000000000000" pitchFamily="50" charset="-128"/>
                <a:ea typeface="游ゴシック" panose="020B0400000000000000" pitchFamily="50" charset="-128"/>
              </a:rPr>
              <a:t>カードの見出し</a:t>
            </a:r>
          </a:p>
        </p:txBody>
      </p:sp>
      <p:grpSp>
        <p:nvGrpSpPr>
          <p:cNvPr id="14" name="グループ化 13">
            <a:extLst>
              <a:ext uri="{FF2B5EF4-FFF2-40B4-BE49-F238E27FC236}">
                <a16:creationId xmlns:a16="http://schemas.microsoft.com/office/drawing/2014/main" id="{17F509DC-624C-49A3-87E6-BBEE33EDEF3D}"/>
              </a:ext>
            </a:extLst>
          </p:cNvPr>
          <p:cNvGrpSpPr/>
          <p:nvPr/>
        </p:nvGrpSpPr>
        <p:grpSpPr>
          <a:xfrm rot="19356426" flipV="1">
            <a:off x="4678821" y="1901851"/>
            <a:ext cx="638334" cy="948153"/>
            <a:chOff x="2664127" y="3374455"/>
            <a:chExt cx="1201975" cy="1567649"/>
          </a:xfrm>
        </p:grpSpPr>
        <p:sp>
          <p:nvSpPr>
            <p:cNvPr id="15" name="二等辺三角形 14">
              <a:extLst>
                <a:ext uri="{FF2B5EF4-FFF2-40B4-BE49-F238E27FC236}">
                  <a16:creationId xmlns:a16="http://schemas.microsoft.com/office/drawing/2014/main" id="{9EEC710F-D694-4533-BCFA-E134D0A97020}"/>
                </a:ext>
              </a:extLst>
            </p:cNvPr>
            <p:cNvSpPr/>
            <p:nvPr/>
          </p:nvSpPr>
          <p:spPr>
            <a:xfrm rot="21516842">
              <a:off x="3025444" y="3374455"/>
              <a:ext cx="840658" cy="471949"/>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6" name="フリーフォーム: 図形 15">
              <a:extLst>
                <a:ext uri="{FF2B5EF4-FFF2-40B4-BE49-F238E27FC236}">
                  <a16:creationId xmlns:a16="http://schemas.microsoft.com/office/drawing/2014/main" id="{15C81248-34D7-4734-9365-7AF9C9D6CE42}"/>
                </a:ext>
              </a:extLst>
            </p:cNvPr>
            <p:cNvSpPr/>
            <p:nvPr/>
          </p:nvSpPr>
          <p:spPr>
            <a:xfrm>
              <a:off x="2664127" y="3827205"/>
              <a:ext cx="956601" cy="1114899"/>
            </a:xfrm>
            <a:custGeom>
              <a:avLst/>
              <a:gdLst>
                <a:gd name="connsiteX0" fmla="*/ 649311 w 956601"/>
                <a:gd name="connsiteY0" fmla="*/ 0 h 1114899"/>
                <a:gd name="connsiteX1" fmla="*/ 956601 w 956601"/>
                <a:gd name="connsiteY1" fmla="*/ 0 h 1114899"/>
                <a:gd name="connsiteX2" fmla="*/ 951973 w 956601"/>
                <a:gd name="connsiteY2" fmla="*/ 97117 h 1114899"/>
                <a:gd name="connsiteX3" fmla="*/ 5472 w 956601"/>
                <a:gd name="connsiteY3" fmla="*/ 1113687 h 1114899"/>
                <a:gd name="connsiteX4" fmla="*/ 0 w 956601"/>
                <a:gd name="connsiteY4" fmla="*/ 1114899 h 1114899"/>
                <a:gd name="connsiteX5" fmla="*/ 40056 w 956601"/>
                <a:gd name="connsiteY5" fmla="*/ 1089636 h 1114899"/>
                <a:gd name="connsiteX6" fmla="*/ 638394 w 956601"/>
                <a:gd name="connsiteY6" fmla="*/ 162145 h 111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6601" h="1114899">
                  <a:moveTo>
                    <a:pt x="649311" y="0"/>
                  </a:moveTo>
                  <a:lnTo>
                    <a:pt x="956601" y="0"/>
                  </a:lnTo>
                  <a:lnTo>
                    <a:pt x="951973" y="97117"/>
                  </a:lnTo>
                  <a:cubicBezTo>
                    <a:pt x="906000" y="577465"/>
                    <a:pt x="522068" y="975272"/>
                    <a:pt x="5472" y="1113687"/>
                  </a:cubicBezTo>
                  <a:lnTo>
                    <a:pt x="0" y="1114899"/>
                  </a:lnTo>
                  <a:lnTo>
                    <a:pt x="40056" y="1089636"/>
                  </a:lnTo>
                  <a:cubicBezTo>
                    <a:pt x="365632" y="863013"/>
                    <a:pt x="587911" y="534591"/>
                    <a:pt x="638394" y="162145"/>
                  </a:cubicBezTo>
                  <a:close/>
                </a:path>
              </a:pathLst>
            </a:cu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grpSp>
        <p:nvGrpSpPr>
          <p:cNvPr id="17" name="グループ化 16">
            <a:extLst>
              <a:ext uri="{FF2B5EF4-FFF2-40B4-BE49-F238E27FC236}">
                <a16:creationId xmlns:a16="http://schemas.microsoft.com/office/drawing/2014/main" id="{62916356-7E2D-4DCC-AB30-31745E58C8A8}"/>
              </a:ext>
            </a:extLst>
          </p:cNvPr>
          <p:cNvGrpSpPr/>
          <p:nvPr/>
        </p:nvGrpSpPr>
        <p:grpSpPr>
          <a:xfrm rot="19356426" flipV="1">
            <a:off x="8176087" y="2353531"/>
            <a:ext cx="638334" cy="948153"/>
            <a:chOff x="2664127" y="3374455"/>
            <a:chExt cx="1201975" cy="1567649"/>
          </a:xfrm>
        </p:grpSpPr>
        <p:sp>
          <p:nvSpPr>
            <p:cNvPr id="18" name="二等辺三角形 17">
              <a:extLst>
                <a:ext uri="{FF2B5EF4-FFF2-40B4-BE49-F238E27FC236}">
                  <a16:creationId xmlns:a16="http://schemas.microsoft.com/office/drawing/2014/main" id="{C87AD141-B943-4BC4-BD07-C571A6486C27}"/>
                </a:ext>
              </a:extLst>
            </p:cNvPr>
            <p:cNvSpPr/>
            <p:nvPr/>
          </p:nvSpPr>
          <p:spPr>
            <a:xfrm rot="21516842">
              <a:off x="3025444" y="3374455"/>
              <a:ext cx="840658" cy="471949"/>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9" name="フリーフォーム: 図形 18">
              <a:extLst>
                <a:ext uri="{FF2B5EF4-FFF2-40B4-BE49-F238E27FC236}">
                  <a16:creationId xmlns:a16="http://schemas.microsoft.com/office/drawing/2014/main" id="{7964E781-5C13-4DB8-8006-A03F32235976}"/>
                </a:ext>
              </a:extLst>
            </p:cNvPr>
            <p:cNvSpPr/>
            <p:nvPr/>
          </p:nvSpPr>
          <p:spPr>
            <a:xfrm>
              <a:off x="2664127" y="3827205"/>
              <a:ext cx="956601" cy="1114899"/>
            </a:xfrm>
            <a:custGeom>
              <a:avLst/>
              <a:gdLst>
                <a:gd name="connsiteX0" fmla="*/ 649311 w 956601"/>
                <a:gd name="connsiteY0" fmla="*/ 0 h 1114899"/>
                <a:gd name="connsiteX1" fmla="*/ 956601 w 956601"/>
                <a:gd name="connsiteY1" fmla="*/ 0 h 1114899"/>
                <a:gd name="connsiteX2" fmla="*/ 951973 w 956601"/>
                <a:gd name="connsiteY2" fmla="*/ 97117 h 1114899"/>
                <a:gd name="connsiteX3" fmla="*/ 5472 w 956601"/>
                <a:gd name="connsiteY3" fmla="*/ 1113687 h 1114899"/>
                <a:gd name="connsiteX4" fmla="*/ 0 w 956601"/>
                <a:gd name="connsiteY4" fmla="*/ 1114899 h 1114899"/>
                <a:gd name="connsiteX5" fmla="*/ 40056 w 956601"/>
                <a:gd name="connsiteY5" fmla="*/ 1089636 h 1114899"/>
                <a:gd name="connsiteX6" fmla="*/ 638394 w 956601"/>
                <a:gd name="connsiteY6" fmla="*/ 162145 h 111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6601" h="1114899">
                  <a:moveTo>
                    <a:pt x="649311" y="0"/>
                  </a:moveTo>
                  <a:lnTo>
                    <a:pt x="956601" y="0"/>
                  </a:lnTo>
                  <a:lnTo>
                    <a:pt x="951973" y="97117"/>
                  </a:lnTo>
                  <a:cubicBezTo>
                    <a:pt x="906000" y="577465"/>
                    <a:pt x="522068" y="975272"/>
                    <a:pt x="5472" y="1113687"/>
                  </a:cubicBezTo>
                  <a:lnTo>
                    <a:pt x="0" y="1114899"/>
                  </a:lnTo>
                  <a:lnTo>
                    <a:pt x="40056" y="1089636"/>
                  </a:lnTo>
                  <a:cubicBezTo>
                    <a:pt x="365632" y="863013"/>
                    <a:pt x="587911" y="534591"/>
                    <a:pt x="638394" y="162145"/>
                  </a:cubicBezTo>
                  <a:close/>
                </a:path>
              </a:pathLst>
            </a:cu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spTree>
    <p:extLst>
      <p:ext uri="{BB962C8B-B14F-4D97-AF65-F5344CB8AC3E}">
        <p14:creationId xmlns:p14="http://schemas.microsoft.com/office/powerpoint/2010/main" val="34353251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DE16C55-369C-4304-9852-55ED13ACD070}"/>
              </a:ext>
            </a:extLst>
          </p:cNvPr>
          <p:cNvSpPr>
            <a:spLocks noGrp="1"/>
          </p:cNvSpPr>
          <p:nvPr>
            <p:ph type="title"/>
          </p:nvPr>
        </p:nvSpPr>
        <p:spPr>
          <a:xfrm>
            <a:off x="558799" y="1015999"/>
            <a:ext cx="11357897" cy="938159"/>
          </a:xfrm>
        </p:spPr>
        <p:txBody>
          <a:bodyPr/>
          <a:lstStyle/>
          <a:p>
            <a:r>
              <a:rPr lang="ja-JP" altLang="en-US" dirty="0"/>
              <a:t>カードの間隔やアスペクト比は適宜調整</a:t>
            </a:r>
            <a:endParaRPr kumimoji="1" lang="ja-JP" altLang="en-US" dirty="0"/>
          </a:p>
        </p:txBody>
      </p:sp>
      <p:sp>
        <p:nvSpPr>
          <p:cNvPr id="4" name="テキスト プレースホルダー 3">
            <a:extLst>
              <a:ext uri="{FF2B5EF4-FFF2-40B4-BE49-F238E27FC236}">
                <a16:creationId xmlns:a16="http://schemas.microsoft.com/office/drawing/2014/main" id="{2B61A5A0-94BF-4998-8B9C-2A7D26AFF253}"/>
              </a:ext>
            </a:extLst>
          </p:cNvPr>
          <p:cNvSpPr>
            <a:spLocks noGrp="1"/>
          </p:cNvSpPr>
          <p:nvPr>
            <p:ph type="body" sz="quarter" idx="11"/>
          </p:nvPr>
        </p:nvSpPr>
        <p:spPr/>
        <p:txBody>
          <a:bodyPr>
            <a:normAutofit lnSpcReduction="10000"/>
          </a:bodyPr>
          <a:lstStyle/>
          <a:p>
            <a:r>
              <a:rPr kumimoji="1" lang="ja-JP" altLang="en-US" dirty="0"/>
              <a:t>４カードのレイアウトテンプレート</a:t>
            </a:r>
          </a:p>
        </p:txBody>
      </p:sp>
      <p:sp>
        <p:nvSpPr>
          <p:cNvPr id="5" name="正方形/長方形 4">
            <a:extLst>
              <a:ext uri="{FF2B5EF4-FFF2-40B4-BE49-F238E27FC236}">
                <a16:creationId xmlns:a16="http://schemas.microsoft.com/office/drawing/2014/main" id="{39C0D132-2F4B-4006-8549-232F72C8420E}"/>
              </a:ext>
            </a:extLst>
          </p:cNvPr>
          <p:cNvSpPr/>
          <p:nvPr/>
        </p:nvSpPr>
        <p:spPr>
          <a:xfrm>
            <a:off x="640876" y="1994510"/>
            <a:ext cx="5341676" cy="2194032"/>
          </a:xfrm>
          <a:prstGeom prst="rect">
            <a:avLst/>
          </a:prstGeom>
          <a:solidFill>
            <a:srgbClr val="FFFFFF"/>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A8841067-3C56-4306-BDEF-96AAF2CDC245}"/>
              </a:ext>
            </a:extLst>
          </p:cNvPr>
          <p:cNvSpPr txBox="1"/>
          <p:nvPr/>
        </p:nvSpPr>
        <p:spPr>
          <a:xfrm>
            <a:off x="700865" y="2006597"/>
            <a:ext cx="954107" cy="369332"/>
          </a:xfrm>
          <a:prstGeom prst="rect">
            <a:avLst/>
          </a:prstGeom>
          <a:noFill/>
        </p:spPr>
        <p:txBody>
          <a:bodyPr wrap="none" rtlCol="0">
            <a:spAutoFit/>
          </a:bodyPr>
          <a:lstStyle/>
          <a:p>
            <a:r>
              <a:rPr lang="ja-JP" altLang="en-US" sz="1400" b="1" dirty="0">
                <a:solidFill>
                  <a:schemeClr val="tx2"/>
                </a:solidFill>
                <a:latin typeface="游ゴシック" panose="020B0400000000000000" pitchFamily="50" charset="-128"/>
                <a:ea typeface="游ゴシック" panose="020B0400000000000000" pitchFamily="50" charset="-128"/>
              </a:rPr>
              <a:t>カード</a:t>
            </a:r>
            <a:r>
              <a:rPr kumimoji="1" lang="ja-JP" altLang="en-US" b="1" dirty="0">
                <a:solidFill>
                  <a:schemeClr val="tx2"/>
                </a:solidFill>
                <a:latin typeface="游ゴシック" panose="020B0400000000000000" pitchFamily="50" charset="-128"/>
                <a:ea typeface="游ゴシック" panose="020B0400000000000000" pitchFamily="50" charset="-128"/>
              </a:rPr>
              <a:t>①</a:t>
            </a:r>
          </a:p>
        </p:txBody>
      </p:sp>
      <p:sp>
        <p:nvSpPr>
          <p:cNvPr id="10" name="テキスト ボックス 9">
            <a:extLst>
              <a:ext uri="{FF2B5EF4-FFF2-40B4-BE49-F238E27FC236}">
                <a16:creationId xmlns:a16="http://schemas.microsoft.com/office/drawing/2014/main" id="{5D7ED84C-8E42-4B3F-9C8D-98BF1B9561CF}"/>
              </a:ext>
            </a:extLst>
          </p:cNvPr>
          <p:cNvSpPr txBox="1"/>
          <p:nvPr/>
        </p:nvSpPr>
        <p:spPr>
          <a:xfrm>
            <a:off x="649306" y="2280372"/>
            <a:ext cx="2698175" cy="523220"/>
          </a:xfrm>
          <a:prstGeom prst="rect">
            <a:avLst/>
          </a:prstGeom>
          <a:noFill/>
        </p:spPr>
        <p:txBody>
          <a:bodyPr wrap="none" rtlCol="0">
            <a:spAutoFit/>
          </a:bodyPr>
          <a:lstStyle/>
          <a:p>
            <a:r>
              <a:rPr kumimoji="1" lang="ja-JP" altLang="en-US" sz="2800" b="1" dirty="0">
                <a:solidFill>
                  <a:schemeClr val="accent4"/>
                </a:solidFill>
                <a:latin typeface="游ゴシック" panose="020B0400000000000000" pitchFamily="50" charset="-128"/>
                <a:ea typeface="游ゴシック" panose="020B0400000000000000" pitchFamily="50" charset="-128"/>
              </a:rPr>
              <a:t>カードの見出し</a:t>
            </a:r>
          </a:p>
        </p:txBody>
      </p:sp>
      <p:sp>
        <p:nvSpPr>
          <p:cNvPr id="14" name="正方形/長方形 13">
            <a:extLst>
              <a:ext uri="{FF2B5EF4-FFF2-40B4-BE49-F238E27FC236}">
                <a16:creationId xmlns:a16="http://schemas.microsoft.com/office/drawing/2014/main" id="{5232DDF0-95D5-460E-AA94-DC8D8DD0F064}"/>
              </a:ext>
            </a:extLst>
          </p:cNvPr>
          <p:cNvSpPr/>
          <p:nvPr/>
        </p:nvSpPr>
        <p:spPr>
          <a:xfrm>
            <a:off x="640876" y="4391123"/>
            <a:ext cx="5341676" cy="2194032"/>
          </a:xfrm>
          <a:prstGeom prst="rect">
            <a:avLst/>
          </a:prstGeom>
          <a:solidFill>
            <a:srgbClr val="FFFFFF"/>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C202D58C-18EE-4E67-9AEF-1DB098633F06}"/>
              </a:ext>
            </a:extLst>
          </p:cNvPr>
          <p:cNvSpPr txBox="1"/>
          <p:nvPr/>
        </p:nvSpPr>
        <p:spPr>
          <a:xfrm>
            <a:off x="700865" y="4403210"/>
            <a:ext cx="954107" cy="369332"/>
          </a:xfrm>
          <a:prstGeom prst="rect">
            <a:avLst/>
          </a:prstGeom>
          <a:noFill/>
        </p:spPr>
        <p:txBody>
          <a:bodyPr wrap="none" rtlCol="0">
            <a:spAutoFit/>
          </a:bodyPr>
          <a:lstStyle/>
          <a:p>
            <a:r>
              <a:rPr lang="ja-JP" altLang="en-US" sz="1400" b="1" dirty="0">
                <a:solidFill>
                  <a:schemeClr val="tx2"/>
                </a:solidFill>
                <a:latin typeface="游ゴシック" panose="020B0400000000000000" pitchFamily="50" charset="-128"/>
                <a:ea typeface="游ゴシック" panose="020B0400000000000000" pitchFamily="50" charset="-128"/>
              </a:rPr>
              <a:t>カード</a:t>
            </a:r>
            <a:r>
              <a:rPr lang="ja-JP" altLang="en-US" b="1" dirty="0">
                <a:solidFill>
                  <a:schemeClr val="tx2"/>
                </a:solidFill>
                <a:latin typeface="游ゴシック" panose="020B0400000000000000" pitchFamily="50" charset="-128"/>
                <a:ea typeface="游ゴシック" panose="020B0400000000000000" pitchFamily="50" charset="-128"/>
              </a:rPr>
              <a:t>②</a:t>
            </a:r>
            <a:endParaRPr kumimoji="1" lang="ja-JP" altLang="en-US" b="1" dirty="0">
              <a:solidFill>
                <a:schemeClr val="tx2"/>
              </a:solidFill>
              <a:latin typeface="游ゴシック" panose="020B0400000000000000" pitchFamily="50" charset="-128"/>
              <a:ea typeface="游ゴシック" panose="020B0400000000000000" pitchFamily="50" charset="-128"/>
            </a:endParaRPr>
          </a:p>
        </p:txBody>
      </p:sp>
      <p:sp>
        <p:nvSpPr>
          <p:cNvPr id="16" name="テキスト ボックス 15">
            <a:extLst>
              <a:ext uri="{FF2B5EF4-FFF2-40B4-BE49-F238E27FC236}">
                <a16:creationId xmlns:a16="http://schemas.microsoft.com/office/drawing/2014/main" id="{543829EA-747F-4BA0-8F66-AFA3FDC010E5}"/>
              </a:ext>
            </a:extLst>
          </p:cNvPr>
          <p:cNvSpPr txBox="1"/>
          <p:nvPr/>
        </p:nvSpPr>
        <p:spPr>
          <a:xfrm>
            <a:off x="649306" y="4676985"/>
            <a:ext cx="2698175" cy="523220"/>
          </a:xfrm>
          <a:prstGeom prst="rect">
            <a:avLst/>
          </a:prstGeom>
          <a:noFill/>
        </p:spPr>
        <p:txBody>
          <a:bodyPr wrap="none" rtlCol="0">
            <a:spAutoFit/>
          </a:bodyPr>
          <a:lstStyle/>
          <a:p>
            <a:r>
              <a:rPr kumimoji="1" lang="ja-JP" altLang="en-US" sz="2800" b="1" dirty="0">
                <a:solidFill>
                  <a:schemeClr val="accent4"/>
                </a:solidFill>
                <a:latin typeface="游ゴシック" panose="020B0400000000000000" pitchFamily="50" charset="-128"/>
                <a:ea typeface="游ゴシック" panose="020B0400000000000000" pitchFamily="50" charset="-128"/>
              </a:rPr>
              <a:t>カードの見出し</a:t>
            </a:r>
          </a:p>
        </p:txBody>
      </p:sp>
      <p:sp>
        <p:nvSpPr>
          <p:cNvPr id="17" name="正方形/長方形 16">
            <a:extLst>
              <a:ext uri="{FF2B5EF4-FFF2-40B4-BE49-F238E27FC236}">
                <a16:creationId xmlns:a16="http://schemas.microsoft.com/office/drawing/2014/main" id="{9F1A11E8-9C9F-4A77-8B31-57D3139B4012}"/>
              </a:ext>
            </a:extLst>
          </p:cNvPr>
          <p:cNvSpPr/>
          <p:nvPr/>
        </p:nvSpPr>
        <p:spPr>
          <a:xfrm>
            <a:off x="6201018" y="1994510"/>
            <a:ext cx="5341676" cy="2194032"/>
          </a:xfrm>
          <a:prstGeom prst="rect">
            <a:avLst/>
          </a:prstGeom>
          <a:solidFill>
            <a:srgbClr val="FFFFFF"/>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テキスト ボックス 17">
            <a:extLst>
              <a:ext uri="{FF2B5EF4-FFF2-40B4-BE49-F238E27FC236}">
                <a16:creationId xmlns:a16="http://schemas.microsoft.com/office/drawing/2014/main" id="{305F87C2-6D93-4EA3-9EEA-55D3CDA272FA}"/>
              </a:ext>
            </a:extLst>
          </p:cNvPr>
          <p:cNvSpPr txBox="1"/>
          <p:nvPr/>
        </p:nvSpPr>
        <p:spPr>
          <a:xfrm>
            <a:off x="6261007" y="2006597"/>
            <a:ext cx="954107" cy="369332"/>
          </a:xfrm>
          <a:prstGeom prst="rect">
            <a:avLst/>
          </a:prstGeom>
          <a:noFill/>
        </p:spPr>
        <p:txBody>
          <a:bodyPr wrap="none" rtlCol="0">
            <a:spAutoFit/>
          </a:bodyPr>
          <a:lstStyle/>
          <a:p>
            <a:r>
              <a:rPr lang="ja-JP" altLang="en-US" sz="1400" b="1" dirty="0">
                <a:solidFill>
                  <a:schemeClr val="tx2"/>
                </a:solidFill>
                <a:latin typeface="游ゴシック" panose="020B0400000000000000" pitchFamily="50" charset="-128"/>
                <a:ea typeface="游ゴシック" panose="020B0400000000000000" pitchFamily="50" charset="-128"/>
              </a:rPr>
              <a:t>カード</a:t>
            </a:r>
            <a:r>
              <a:rPr kumimoji="1" lang="ja-JP" altLang="en-US" b="1" dirty="0">
                <a:solidFill>
                  <a:schemeClr val="tx2"/>
                </a:solidFill>
                <a:latin typeface="游ゴシック" panose="020B0400000000000000" pitchFamily="50" charset="-128"/>
                <a:ea typeface="游ゴシック" panose="020B0400000000000000" pitchFamily="50" charset="-128"/>
              </a:rPr>
              <a:t>③</a:t>
            </a:r>
          </a:p>
        </p:txBody>
      </p:sp>
      <p:sp>
        <p:nvSpPr>
          <p:cNvPr id="19" name="テキスト ボックス 18">
            <a:extLst>
              <a:ext uri="{FF2B5EF4-FFF2-40B4-BE49-F238E27FC236}">
                <a16:creationId xmlns:a16="http://schemas.microsoft.com/office/drawing/2014/main" id="{DC663FC7-C1AA-4982-A767-1FF58FE96905}"/>
              </a:ext>
            </a:extLst>
          </p:cNvPr>
          <p:cNvSpPr txBox="1"/>
          <p:nvPr/>
        </p:nvSpPr>
        <p:spPr>
          <a:xfrm>
            <a:off x="6209448" y="2280372"/>
            <a:ext cx="2698175" cy="523220"/>
          </a:xfrm>
          <a:prstGeom prst="rect">
            <a:avLst/>
          </a:prstGeom>
          <a:noFill/>
        </p:spPr>
        <p:txBody>
          <a:bodyPr wrap="none" rtlCol="0">
            <a:spAutoFit/>
          </a:bodyPr>
          <a:lstStyle/>
          <a:p>
            <a:r>
              <a:rPr kumimoji="1" lang="ja-JP" altLang="en-US" sz="2800" b="1" dirty="0">
                <a:solidFill>
                  <a:schemeClr val="accent4"/>
                </a:solidFill>
                <a:latin typeface="游ゴシック" panose="020B0400000000000000" pitchFamily="50" charset="-128"/>
                <a:ea typeface="游ゴシック" panose="020B0400000000000000" pitchFamily="50" charset="-128"/>
              </a:rPr>
              <a:t>カードの見出し</a:t>
            </a:r>
          </a:p>
        </p:txBody>
      </p:sp>
      <p:sp>
        <p:nvSpPr>
          <p:cNvPr id="20" name="正方形/長方形 19">
            <a:extLst>
              <a:ext uri="{FF2B5EF4-FFF2-40B4-BE49-F238E27FC236}">
                <a16:creationId xmlns:a16="http://schemas.microsoft.com/office/drawing/2014/main" id="{4ACBC013-96B2-409F-A562-B589C1D0B1BD}"/>
              </a:ext>
            </a:extLst>
          </p:cNvPr>
          <p:cNvSpPr/>
          <p:nvPr/>
        </p:nvSpPr>
        <p:spPr>
          <a:xfrm>
            <a:off x="6201018" y="4391123"/>
            <a:ext cx="5341676" cy="2194032"/>
          </a:xfrm>
          <a:prstGeom prst="rect">
            <a:avLst/>
          </a:prstGeom>
          <a:solidFill>
            <a:srgbClr val="FFFFFF"/>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テキスト ボックス 20">
            <a:extLst>
              <a:ext uri="{FF2B5EF4-FFF2-40B4-BE49-F238E27FC236}">
                <a16:creationId xmlns:a16="http://schemas.microsoft.com/office/drawing/2014/main" id="{E3373E90-C939-46D0-994B-AB3E8CD503F8}"/>
              </a:ext>
            </a:extLst>
          </p:cNvPr>
          <p:cNvSpPr txBox="1"/>
          <p:nvPr/>
        </p:nvSpPr>
        <p:spPr>
          <a:xfrm>
            <a:off x="6261007" y="4403210"/>
            <a:ext cx="954107" cy="369332"/>
          </a:xfrm>
          <a:prstGeom prst="rect">
            <a:avLst/>
          </a:prstGeom>
          <a:noFill/>
        </p:spPr>
        <p:txBody>
          <a:bodyPr wrap="none" rtlCol="0">
            <a:spAutoFit/>
          </a:bodyPr>
          <a:lstStyle/>
          <a:p>
            <a:r>
              <a:rPr lang="ja-JP" altLang="en-US" sz="1400" b="1" dirty="0">
                <a:solidFill>
                  <a:schemeClr val="tx2"/>
                </a:solidFill>
                <a:latin typeface="游ゴシック" panose="020B0400000000000000" pitchFamily="50" charset="-128"/>
                <a:ea typeface="游ゴシック" panose="020B0400000000000000" pitchFamily="50" charset="-128"/>
              </a:rPr>
              <a:t>カード</a:t>
            </a:r>
            <a:r>
              <a:rPr kumimoji="1" lang="ja-JP" altLang="en-US" b="1" dirty="0">
                <a:solidFill>
                  <a:schemeClr val="tx2"/>
                </a:solidFill>
                <a:latin typeface="游ゴシック" panose="020B0400000000000000" pitchFamily="50" charset="-128"/>
                <a:ea typeface="游ゴシック" panose="020B0400000000000000" pitchFamily="50" charset="-128"/>
              </a:rPr>
              <a:t>④</a:t>
            </a:r>
          </a:p>
        </p:txBody>
      </p:sp>
      <p:sp>
        <p:nvSpPr>
          <p:cNvPr id="22" name="テキスト ボックス 21">
            <a:extLst>
              <a:ext uri="{FF2B5EF4-FFF2-40B4-BE49-F238E27FC236}">
                <a16:creationId xmlns:a16="http://schemas.microsoft.com/office/drawing/2014/main" id="{0D3CB004-3604-4BD1-BEAE-D199DD31A9E0}"/>
              </a:ext>
            </a:extLst>
          </p:cNvPr>
          <p:cNvSpPr txBox="1"/>
          <p:nvPr/>
        </p:nvSpPr>
        <p:spPr>
          <a:xfrm>
            <a:off x="6209448" y="4676985"/>
            <a:ext cx="2698175" cy="523220"/>
          </a:xfrm>
          <a:prstGeom prst="rect">
            <a:avLst/>
          </a:prstGeom>
          <a:noFill/>
        </p:spPr>
        <p:txBody>
          <a:bodyPr wrap="none" rtlCol="0">
            <a:spAutoFit/>
          </a:bodyPr>
          <a:lstStyle/>
          <a:p>
            <a:r>
              <a:rPr kumimoji="1" lang="ja-JP" altLang="en-US" sz="2800" b="1" dirty="0">
                <a:solidFill>
                  <a:schemeClr val="accent4"/>
                </a:solidFill>
                <a:latin typeface="游ゴシック" panose="020B0400000000000000" pitchFamily="50" charset="-128"/>
                <a:ea typeface="游ゴシック" panose="020B0400000000000000" pitchFamily="50" charset="-128"/>
              </a:rPr>
              <a:t>カードの見出し</a:t>
            </a:r>
          </a:p>
        </p:txBody>
      </p:sp>
    </p:spTree>
    <p:extLst>
      <p:ext uri="{BB962C8B-B14F-4D97-AF65-F5344CB8AC3E}">
        <p14:creationId xmlns:p14="http://schemas.microsoft.com/office/powerpoint/2010/main" val="38382897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 name="正方形/長方形 16">
            <a:extLst>
              <a:ext uri="{FF2B5EF4-FFF2-40B4-BE49-F238E27FC236}">
                <a16:creationId xmlns:a16="http://schemas.microsoft.com/office/drawing/2014/main" id="{9F1A11E8-9C9F-4A77-8B31-57D3139B4012}"/>
              </a:ext>
            </a:extLst>
          </p:cNvPr>
          <p:cNvSpPr/>
          <p:nvPr/>
        </p:nvSpPr>
        <p:spPr>
          <a:xfrm>
            <a:off x="6201018" y="1994510"/>
            <a:ext cx="5341676" cy="2194032"/>
          </a:xfrm>
          <a:prstGeom prst="rect">
            <a:avLst/>
          </a:prstGeom>
          <a:solidFill>
            <a:srgbClr val="FFFFFF"/>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a:extLst>
              <a:ext uri="{FF2B5EF4-FFF2-40B4-BE49-F238E27FC236}">
                <a16:creationId xmlns:a16="http://schemas.microsoft.com/office/drawing/2014/main" id="{4ACBC013-96B2-409F-A562-B589C1D0B1BD}"/>
              </a:ext>
            </a:extLst>
          </p:cNvPr>
          <p:cNvSpPr/>
          <p:nvPr/>
        </p:nvSpPr>
        <p:spPr>
          <a:xfrm>
            <a:off x="6201018" y="4391123"/>
            <a:ext cx="5341676" cy="2194032"/>
          </a:xfrm>
          <a:prstGeom prst="rect">
            <a:avLst/>
          </a:prstGeom>
          <a:solidFill>
            <a:srgbClr val="FFFFFF"/>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5232DDF0-95D5-460E-AA94-DC8D8DD0F064}"/>
              </a:ext>
            </a:extLst>
          </p:cNvPr>
          <p:cNvSpPr/>
          <p:nvPr/>
        </p:nvSpPr>
        <p:spPr>
          <a:xfrm>
            <a:off x="640876" y="4391123"/>
            <a:ext cx="5341676" cy="2194032"/>
          </a:xfrm>
          <a:prstGeom prst="rect">
            <a:avLst/>
          </a:prstGeom>
          <a:solidFill>
            <a:srgbClr val="FFFFFF"/>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正方形/長方形 4">
            <a:extLst>
              <a:ext uri="{FF2B5EF4-FFF2-40B4-BE49-F238E27FC236}">
                <a16:creationId xmlns:a16="http://schemas.microsoft.com/office/drawing/2014/main" id="{39C0D132-2F4B-4006-8549-232F72C8420E}"/>
              </a:ext>
            </a:extLst>
          </p:cNvPr>
          <p:cNvSpPr/>
          <p:nvPr/>
        </p:nvSpPr>
        <p:spPr>
          <a:xfrm>
            <a:off x="640876" y="1994510"/>
            <a:ext cx="5341676" cy="2194032"/>
          </a:xfrm>
          <a:prstGeom prst="rect">
            <a:avLst/>
          </a:prstGeom>
          <a:solidFill>
            <a:srgbClr val="FFFFFF"/>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6DE16C55-369C-4304-9852-55ED13ACD070}"/>
              </a:ext>
            </a:extLst>
          </p:cNvPr>
          <p:cNvSpPr>
            <a:spLocks noGrp="1"/>
          </p:cNvSpPr>
          <p:nvPr>
            <p:ph type="title"/>
          </p:nvPr>
        </p:nvSpPr>
        <p:spPr>
          <a:xfrm>
            <a:off x="558799" y="1015999"/>
            <a:ext cx="11357897" cy="938159"/>
          </a:xfrm>
        </p:spPr>
        <p:txBody>
          <a:bodyPr/>
          <a:lstStyle/>
          <a:p>
            <a:r>
              <a:rPr lang="ja-JP" altLang="en-US" dirty="0"/>
              <a:t>循環がある場合はこんな感じが良い</a:t>
            </a:r>
            <a:endParaRPr kumimoji="1" lang="ja-JP" altLang="en-US" dirty="0"/>
          </a:p>
        </p:txBody>
      </p:sp>
      <p:sp>
        <p:nvSpPr>
          <p:cNvPr id="4" name="テキスト プレースホルダー 3">
            <a:extLst>
              <a:ext uri="{FF2B5EF4-FFF2-40B4-BE49-F238E27FC236}">
                <a16:creationId xmlns:a16="http://schemas.microsoft.com/office/drawing/2014/main" id="{2B61A5A0-94BF-4998-8B9C-2A7D26AFF253}"/>
              </a:ext>
            </a:extLst>
          </p:cNvPr>
          <p:cNvSpPr>
            <a:spLocks noGrp="1"/>
          </p:cNvSpPr>
          <p:nvPr>
            <p:ph type="body" sz="quarter" idx="11"/>
          </p:nvPr>
        </p:nvSpPr>
        <p:spPr/>
        <p:txBody>
          <a:bodyPr>
            <a:normAutofit lnSpcReduction="10000"/>
          </a:bodyPr>
          <a:lstStyle/>
          <a:p>
            <a:r>
              <a:rPr kumimoji="1" lang="ja-JP" altLang="en-US" dirty="0"/>
              <a:t>４カードのレイアウトテンプレートのアレンジ</a:t>
            </a:r>
          </a:p>
        </p:txBody>
      </p:sp>
      <p:sp>
        <p:nvSpPr>
          <p:cNvPr id="8" name="テキスト ボックス 7">
            <a:extLst>
              <a:ext uri="{FF2B5EF4-FFF2-40B4-BE49-F238E27FC236}">
                <a16:creationId xmlns:a16="http://schemas.microsoft.com/office/drawing/2014/main" id="{A8841067-3C56-4306-BDEF-96AAF2CDC245}"/>
              </a:ext>
            </a:extLst>
          </p:cNvPr>
          <p:cNvSpPr txBox="1"/>
          <p:nvPr/>
        </p:nvSpPr>
        <p:spPr>
          <a:xfrm>
            <a:off x="700865" y="2006597"/>
            <a:ext cx="954107" cy="369332"/>
          </a:xfrm>
          <a:prstGeom prst="rect">
            <a:avLst/>
          </a:prstGeom>
          <a:noFill/>
        </p:spPr>
        <p:txBody>
          <a:bodyPr wrap="none" rtlCol="0">
            <a:spAutoFit/>
          </a:bodyPr>
          <a:lstStyle/>
          <a:p>
            <a:r>
              <a:rPr lang="ja-JP" altLang="en-US" sz="1400" b="1" dirty="0">
                <a:solidFill>
                  <a:schemeClr val="tx2"/>
                </a:solidFill>
                <a:latin typeface="游ゴシック" panose="020B0400000000000000" pitchFamily="50" charset="-128"/>
                <a:ea typeface="游ゴシック" panose="020B0400000000000000" pitchFamily="50" charset="-128"/>
              </a:rPr>
              <a:t>カード</a:t>
            </a:r>
            <a:r>
              <a:rPr kumimoji="1" lang="ja-JP" altLang="en-US" b="1" dirty="0">
                <a:solidFill>
                  <a:schemeClr val="tx2"/>
                </a:solidFill>
                <a:latin typeface="游ゴシック" panose="020B0400000000000000" pitchFamily="50" charset="-128"/>
                <a:ea typeface="游ゴシック" panose="020B0400000000000000" pitchFamily="50" charset="-128"/>
              </a:rPr>
              <a:t>①</a:t>
            </a:r>
          </a:p>
        </p:txBody>
      </p:sp>
      <p:sp>
        <p:nvSpPr>
          <p:cNvPr id="10" name="テキスト ボックス 9">
            <a:extLst>
              <a:ext uri="{FF2B5EF4-FFF2-40B4-BE49-F238E27FC236}">
                <a16:creationId xmlns:a16="http://schemas.microsoft.com/office/drawing/2014/main" id="{5D7ED84C-8E42-4B3F-9C8D-98BF1B9561CF}"/>
              </a:ext>
            </a:extLst>
          </p:cNvPr>
          <p:cNvSpPr txBox="1"/>
          <p:nvPr/>
        </p:nvSpPr>
        <p:spPr>
          <a:xfrm>
            <a:off x="649306" y="2280372"/>
            <a:ext cx="2698175" cy="523220"/>
          </a:xfrm>
          <a:prstGeom prst="rect">
            <a:avLst/>
          </a:prstGeom>
          <a:noFill/>
        </p:spPr>
        <p:txBody>
          <a:bodyPr wrap="none" rtlCol="0">
            <a:spAutoFit/>
          </a:bodyPr>
          <a:lstStyle/>
          <a:p>
            <a:r>
              <a:rPr kumimoji="1" lang="ja-JP" altLang="en-US" sz="2800" b="1" dirty="0">
                <a:solidFill>
                  <a:schemeClr val="accent4"/>
                </a:solidFill>
                <a:latin typeface="游ゴシック" panose="020B0400000000000000" pitchFamily="50" charset="-128"/>
                <a:ea typeface="游ゴシック" panose="020B0400000000000000" pitchFamily="50" charset="-128"/>
              </a:rPr>
              <a:t>カードの見出し</a:t>
            </a:r>
          </a:p>
        </p:txBody>
      </p:sp>
      <p:sp>
        <p:nvSpPr>
          <p:cNvPr id="15" name="テキスト ボックス 14">
            <a:extLst>
              <a:ext uri="{FF2B5EF4-FFF2-40B4-BE49-F238E27FC236}">
                <a16:creationId xmlns:a16="http://schemas.microsoft.com/office/drawing/2014/main" id="{C202D58C-18EE-4E67-9AEF-1DB098633F06}"/>
              </a:ext>
            </a:extLst>
          </p:cNvPr>
          <p:cNvSpPr txBox="1"/>
          <p:nvPr/>
        </p:nvSpPr>
        <p:spPr>
          <a:xfrm>
            <a:off x="700865" y="4403210"/>
            <a:ext cx="954107" cy="369332"/>
          </a:xfrm>
          <a:prstGeom prst="rect">
            <a:avLst/>
          </a:prstGeom>
          <a:noFill/>
        </p:spPr>
        <p:txBody>
          <a:bodyPr wrap="none" rtlCol="0">
            <a:spAutoFit/>
          </a:bodyPr>
          <a:lstStyle/>
          <a:p>
            <a:r>
              <a:rPr lang="ja-JP" altLang="en-US" sz="1400" b="1" dirty="0">
                <a:solidFill>
                  <a:schemeClr val="tx2"/>
                </a:solidFill>
                <a:latin typeface="游ゴシック" panose="020B0400000000000000" pitchFamily="50" charset="-128"/>
                <a:ea typeface="游ゴシック" panose="020B0400000000000000" pitchFamily="50" charset="-128"/>
              </a:rPr>
              <a:t>カード</a:t>
            </a:r>
            <a:r>
              <a:rPr lang="ja-JP" altLang="en-US" b="1" dirty="0">
                <a:solidFill>
                  <a:schemeClr val="tx2"/>
                </a:solidFill>
                <a:latin typeface="游ゴシック" panose="020B0400000000000000" pitchFamily="50" charset="-128"/>
                <a:ea typeface="游ゴシック" panose="020B0400000000000000" pitchFamily="50" charset="-128"/>
              </a:rPr>
              <a:t>②</a:t>
            </a:r>
            <a:endParaRPr kumimoji="1" lang="ja-JP" altLang="en-US" b="1" dirty="0">
              <a:solidFill>
                <a:schemeClr val="tx2"/>
              </a:solidFill>
              <a:latin typeface="游ゴシック" panose="020B0400000000000000" pitchFamily="50" charset="-128"/>
              <a:ea typeface="游ゴシック" panose="020B0400000000000000" pitchFamily="50" charset="-128"/>
            </a:endParaRPr>
          </a:p>
        </p:txBody>
      </p:sp>
      <p:sp>
        <p:nvSpPr>
          <p:cNvPr id="16" name="テキスト ボックス 15">
            <a:extLst>
              <a:ext uri="{FF2B5EF4-FFF2-40B4-BE49-F238E27FC236}">
                <a16:creationId xmlns:a16="http://schemas.microsoft.com/office/drawing/2014/main" id="{543829EA-747F-4BA0-8F66-AFA3FDC010E5}"/>
              </a:ext>
            </a:extLst>
          </p:cNvPr>
          <p:cNvSpPr txBox="1"/>
          <p:nvPr/>
        </p:nvSpPr>
        <p:spPr>
          <a:xfrm>
            <a:off x="649306" y="4676985"/>
            <a:ext cx="2698175" cy="523220"/>
          </a:xfrm>
          <a:prstGeom prst="rect">
            <a:avLst/>
          </a:prstGeom>
          <a:noFill/>
        </p:spPr>
        <p:txBody>
          <a:bodyPr wrap="none" rtlCol="0">
            <a:spAutoFit/>
          </a:bodyPr>
          <a:lstStyle/>
          <a:p>
            <a:r>
              <a:rPr kumimoji="1" lang="ja-JP" altLang="en-US" sz="2800" b="1" dirty="0">
                <a:solidFill>
                  <a:schemeClr val="accent4"/>
                </a:solidFill>
                <a:latin typeface="游ゴシック" panose="020B0400000000000000" pitchFamily="50" charset="-128"/>
                <a:ea typeface="游ゴシック" panose="020B0400000000000000" pitchFamily="50" charset="-128"/>
              </a:rPr>
              <a:t>カードの見出し</a:t>
            </a:r>
          </a:p>
        </p:txBody>
      </p:sp>
      <p:sp>
        <p:nvSpPr>
          <p:cNvPr id="18" name="テキスト ボックス 17">
            <a:extLst>
              <a:ext uri="{FF2B5EF4-FFF2-40B4-BE49-F238E27FC236}">
                <a16:creationId xmlns:a16="http://schemas.microsoft.com/office/drawing/2014/main" id="{305F87C2-6D93-4EA3-9EEA-55D3CDA272FA}"/>
              </a:ext>
            </a:extLst>
          </p:cNvPr>
          <p:cNvSpPr txBox="1"/>
          <p:nvPr/>
        </p:nvSpPr>
        <p:spPr>
          <a:xfrm>
            <a:off x="6261007" y="2006597"/>
            <a:ext cx="954107" cy="369332"/>
          </a:xfrm>
          <a:prstGeom prst="rect">
            <a:avLst/>
          </a:prstGeom>
          <a:noFill/>
        </p:spPr>
        <p:txBody>
          <a:bodyPr wrap="none" rtlCol="0">
            <a:spAutoFit/>
          </a:bodyPr>
          <a:lstStyle/>
          <a:p>
            <a:r>
              <a:rPr lang="ja-JP" altLang="en-US" sz="1400" b="1" dirty="0">
                <a:solidFill>
                  <a:schemeClr val="tx2"/>
                </a:solidFill>
                <a:latin typeface="游ゴシック" panose="020B0400000000000000" pitchFamily="50" charset="-128"/>
                <a:ea typeface="游ゴシック" panose="020B0400000000000000" pitchFamily="50" charset="-128"/>
              </a:rPr>
              <a:t>カード</a:t>
            </a:r>
            <a:r>
              <a:rPr kumimoji="1" lang="ja-JP" altLang="en-US" b="1" dirty="0">
                <a:solidFill>
                  <a:schemeClr val="tx2"/>
                </a:solidFill>
                <a:latin typeface="游ゴシック" panose="020B0400000000000000" pitchFamily="50" charset="-128"/>
                <a:ea typeface="游ゴシック" panose="020B0400000000000000" pitchFamily="50" charset="-128"/>
              </a:rPr>
              <a:t>③</a:t>
            </a:r>
          </a:p>
        </p:txBody>
      </p:sp>
      <p:sp>
        <p:nvSpPr>
          <p:cNvPr id="19" name="テキスト ボックス 18">
            <a:extLst>
              <a:ext uri="{FF2B5EF4-FFF2-40B4-BE49-F238E27FC236}">
                <a16:creationId xmlns:a16="http://schemas.microsoft.com/office/drawing/2014/main" id="{DC663FC7-C1AA-4982-A767-1FF58FE96905}"/>
              </a:ext>
            </a:extLst>
          </p:cNvPr>
          <p:cNvSpPr txBox="1"/>
          <p:nvPr/>
        </p:nvSpPr>
        <p:spPr>
          <a:xfrm>
            <a:off x="6209448" y="2280372"/>
            <a:ext cx="2698175" cy="523220"/>
          </a:xfrm>
          <a:prstGeom prst="rect">
            <a:avLst/>
          </a:prstGeom>
          <a:noFill/>
        </p:spPr>
        <p:txBody>
          <a:bodyPr wrap="none" rtlCol="0">
            <a:spAutoFit/>
          </a:bodyPr>
          <a:lstStyle/>
          <a:p>
            <a:r>
              <a:rPr kumimoji="1" lang="ja-JP" altLang="en-US" sz="2800" b="1" dirty="0">
                <a:solidFill>
                  <a:schemeClr val="accent4"/>
                </a:solidFill>
                <a:latin typeface="游ゴシック" panose="020B0400000000000000" pitchFamily="50" charset="-128"/>
                <a:ea typeface="游ゴシック" panose="020B0400000000000000" pitchFamily="50" charset="-128"/>
              </a:rPr>
              <a:t>カードの見出し</a:t>
            </a:r>
          </a:p>
        </p:txBody>
      </p:sp>
      <p:sp>
        <p:nvSpPr>
          <p:cNvPr id="21" name="テキスト ボックス 20">
            <a:extLst>
              <a:ext uri="{FF2B5EF4-FFF2-40B4-BE49-F238E27FC236}">
                <a16:creationId xmlns:a16="http://schemas.microsoft.com/office/drawing/2014/main" id="{E3373E90-C939-46D0-994B-AB3E8CD503F8}"/>
              </a:ext>
            </a:extLst>
          </p:cNvPr>
          <p:cNvSpPr txBox="1"/>
          <p:nvPr/>
        </p:nvSpPr>
        <p:spPr>
          <a:xfrm>
            <a:off x="6261007" y="4403210"/>
            <a:ext cx="954107" cy="369332"/>
          </a:xfrm>
          <a:prstGeom prst="rect">
            <a:avLst/>
          </a:prstGeom>
          <a:noFill/>
        </p:spPr>
        <p:txBody>
          <a:bodyPr wrap="none" rtlCol="0">
            <a:spAutoFit/>
          </a:bodyPr>
          <a:lstStyle/>
          <a:p>
            <a:r>
              <a:rPr lang="ja-JP" altLang="en-US" sz="1400" b="1" dirty="0">
                <a:solidFill>
                  <a:schemeClr val="tx2"/>
                </a:solidFill>
                <a:latin typeface="游ゴシック" panose="020B0400000000000000" pitchFamily="50" charset="-128"/>
                <a:ea typeface="游ゴシック" panose="020B0400000000000000" pitchFamily="50" charset="-128"/>
              </a:rPr>
              <a:t>カード</a:t>
            </a:r>
            <a:r>
              <a:rPr kumimoji="1" lang="ja-JP" altLang="en-US" b="1" dirty="0">
                <a:solidFill>
                  <a:schemeClr val="tx2"/>
                </a:solidFill>
                <a:latin typeface="游ゴシック" panose="020B0400000000000000" pitchFamily="50" charset="-128"/>
                <a:ea typeface="游ゴシック" panose="020B0400000000000000" pitchFamily="50" charset="-128"/>
              </a:rPr>
              <a:t>④</a:t>
            </a:r>
          </a:p>
        </p:txBody>
      </p:sp>
      <p:sp>
        <p:nvSpPr>
          <p:cNvPr id="22" name="テキスト ボックス 21">
            <a:extLst>
              <a:ext uri="{FF2B5EF4-FFF2-40B4-BE49-F238E27FC236}">
                <a16:creationId xmlns:a16="http://schemas.microsoft.com/office/drawing/2014/main" id="{0D3CB004-3604-4BD1-BEAE-D199DD31A9E0}"/>
              </a:ext>
            </a:extLst>
          </p:cNvPr>
          <p:cNvSpPr txBox="1"/>
          <p:nvPr/>
        </p:nvSpPr>
        <p:spPr>
          <a:xfrm>
            <a:off x="6209448" y="4676985"/>
            <a:ext cx="2698175" cy="523220"/>
          </a:xfrm>
          <a:prstGeom prst="rect">
            <a:avLst/>
          </a:prstGeom>
          <a:noFill/>
        </p:spPr>
        <p:txBody>
          <a:bodyPr wrap="none" rtlCol="0">
            <a:spAutoFit/>
          </a:bodyPr>
          <a:lstStyle/>
          <a:p>
            <a:r>
              <a:rPr kumimoji="1" lang="ja-JP" altLang="en-US" sz="2800" b="1" dirty="0">
                <a:solidFill>
                  <a:schemeClr val="accent4"/>
                </a:solidFill>
                <a:latin typeface="游ゴシック" panose="020B0400000000000000" pitchFamily="50" charset="-128"/>
                <a:ea typeface="游ゴシック" panose="020B0400000000000000" pitchFamily="50" charset="-128"/>
              </a:rPr>
              <a:t>カードの見出し</a:t>
            </a:r>
          </a:p>
        </p:txBody>
      </p:sp>
      <p:grpSp>
        <p:nvGrpSpPr>
          <p:cNvPr id="38" name="グループ化 37">
            <a:extLst>
              <a:ext uri="{FF2B5EF4-FFF2-40B4-BE49-F238E27FC236}">
                <a16:creationId xmlns:a16="http://schemas.microsoft.com/office/drawing/2014/main" id="{F763E3EA-C838-48BF-92C8-FD155CD72C61}"/>
              </a:ext>
            </a:extLst>
          </p:cNvPr>
          <p:cNvGrpSpPr/>
          <p:nvPr/>
        </p:nvGrpSpPr>
        <p:grpSpPr>
          <a:xfrm>
            <a:off x="5963376" y="5058404"/>
            <a:ext cx="595261" cy="523221"/>
            <a:chOff x="1572269" y="4816089"/>
            <a:chExt cx="938304" cy="840658"/>
          </a:xfrm>
        </p:grpSpPr>
        <p:sp>
          <p:nvSpPr>
            <p:cNvPr id="39" name="二等辺三角形 38">
              <a:extLst>
                <a:ext uri="{FF2B5EF4-FFF2-40B4-BE49-F238E27FC236}">
                  <a16:creationId xmlns:a16="http://schemas.microsoft.com/office/drawing/2014/main" id="{857E573D-CBEA-4840-BB8D-12A43C05AF2C}"/>
                </a:ext>
              </a:extLst>
            </p:cNvPr>
            <p:cNvSpPr/>
            <p:nvPr/>
          </p:nvSpPr>
          <p:spPr>
            <a:xfrm rot="4051206">
              <a:off x="1854270" y="5000443"/>
              <a:ext cx="840658" cy="471949"/>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0" name="フリーフォーム: 図形 39">
              <a:extLst>
                <a:ext uri="{FF2B5EF4-FFF2-40B4-BE49-F238E27FC236}">
                  <a16:creationId xmlns:a16="http://schemas.microsoft.com/office/drawing/2014/main" id="{5EF6E50A-F8C0-4A0B-828C-3A1574F01379}"/>
                </a:ext>
              </a:extLst>
            </p:cNvPr>
            <p:cNvSpPr/>
            <p:nvPr/>
          </p:nvSpPr>
          <p:spPr>
            <a:xfrm rot="4134364">
              <a:off x="1636592" y="5135506"/>
              <a:ext cx="382670" cy="511315"/>
            </a:xfrm>
            <a:custGeom>
              <a:avLst/>
              <a:gdLst>
                <a:gd name="connsiteX0" fmla="*/ 75380 w 382670"/>
                <a:gd name="connsiteY0" fmla="*/ 0 h 511315"/>
                <a:gd name="connsiteX1" fmla="*/ 382670 w 382670"/>
                <a:gd name="connsiteY1" fmla="*/ 0 h 511315"/>
                <a:gd name="connsiteX2" fmla="*/ 378042 w 382670"/>
                <a:gd name="connsiteY2" fmla="*/ 97117 h 511315"/>
                <a:gd name="connsiteX3" fmla="*/ 283402 w 382670"/>
                <a:gd name="connsiteY3" fmla="*/ 439138 h 511315"/>
                <a:gd name="connsiteX4" fmla="*/ 241829 w 382670"/>
                <a:gd name="connsiteY4" fmla="*/ 511315 h 511315"/>
                <a:gd name="connsiteX5" fmla="*/ 0 w 382670"/>
                <a:gd name="connsiteY5" fmla="*/ 418030 h 511315"/>
                <a:gd name="connsiteX6" fmla="*/ 37613 w 382670"/>
                <a:gd name="connsiteY6" fmla="*/ 299636 h 511315"/>
                <a:gd name="connsiteX7" fmla="*/ 64463 w 382670"/>
                <a:gd name="connsiteY7" fmla="*/ 162145 h 511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2670" h="511315">
                  <a:moveTo>
                    <a:pt x="75380" y="0"/>
                  </a:moveTo>
                  <a:lnTo>
                    <a:pt x="382670" y="0"/>
                  </a:lnTo>
                  <a:lnTo>
                    <a:pt x="378042" y="97117"/>
                  </a:lnTo>
                  <a:cubicBezTo>
                    <a:pt x="366549" y="217204"/>
                    <a:pt x="333933" y="332132"/>
                    <a:pt x="283402" y="439138"/>
                  </a:cubicBezTo>
                  <a:lnTo>
                    <a:pt x="241829" y="511315"/>
                  </a:lnTo>
                  <a:lnTo>
                    <a:pt x="0" y="418030"/>
                  </a:lnTo>
                  <a:lnTo>
                    <a:pt x="37613" y="299636"/>
                  </a:lnTo>
                  <a:cubicBezTo>
                    <a:pt x="49158" y="254569"/>
                    <a:pt x="58153" y="208701"/>
                    <a:pt x="64463" y="162145"/>
                  </a:cubicBezTo>
                  <a:close/>
                </a:path>
              </a:pathLst>
            </a:cu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dirty="0"/>
            </a:p>
          </p:txBody>
        </p:sp>
      </p:grpSp>
      <p:grpSp>
        <p:nvGrpSpPr>
          <p:cNvPr id="41" name="グループ化 40">
            <a:extLst>
              <a:ext uri="{FF2B5EF4-FFF2-40B4-BE49-F238E27FC236}">
                <a16:creationId xmlns:a16="http://schemas.microsoft.com/office/drawing/2014/main" id="{98959377-C979-4DBC-91B0-EE8A4B495524}"/>
              </a:ext>
            </a:extLst>
          </p:cNvPr>
          <p:cNvGrpSpPr/>
          <p:nvPr/>
        </p:nvGrpSpPr>
        <p:grpSpPr>
          <a:xfrm rot="16200000">
            <a:off x="6871061" y="3852436"/>
            <a:ext cx="595261" cy="523221"/>
            <a:chOff x="1572269" y="4816089"/>
            <a:chExt cx="938304" cy="840658"/>
          </a:xfrm>
        </p:grpSpPr>
        <p:sp>
          <p:nvSpPr>
            <p:cNvPr id="42" name="二等辺三角形 41">
              <a:extLst>
                <a:ext uri="{FF2B5EF4-FFF2-40B4-BE49-F238E27FC236}">
                  <a16:creationId xmlns:a16="http://schemas.microsoft.com/office/drawing/2014/main" id="{D24E386F-2924-40CC-9E36-E7C432F87F61}"/>
                </a:ext>
              </a:extLst>
            </p:cNvPr>
            <p:cNvSpPr/>
            <p:nvPr/>
          </p:nvSpPr>
          <p:spPr>
            <a:xfrm rot="4051206">
              <a:off x="1854270" y="5000443"/>
              <a:ext cx="840658" cy="471949"/>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3" name="フリーフォーム: 図形 42">
              <a:extLst>
                <a:ext uri="{FF2B5EF4-FFF2-40B4-BE49-F238E27FC236}">
                  <a16:creationId xmlns:a16="http://schemas.microsoft.com/office/drawing/2014/main" id="{01947CE4-9925-438C-87B9-4BD670E28BBC}"/>
                </a:ext>
              </a:extLst>
            </p:cNvPr>
            <p:cNvSpPr/>
            <p:nvPr/>
          </p:nvSpPr>
          <p:spPr>
            <a:xfrm rot="4134364">
              <a:off x="1636592" y="5135506"/>
              <a:ext cx="382670" cy="511315"/>
            </a:xfrm>
            <a:custGeom>
              <a:avLst/>
              <a:gdLst>
                <a:gd name="connsiteX0" fmla="*/ 75380 w 382670"/>
                <a:gd name="connsiteY0" fmla="*/ 0 h 511315"/>
                <a:gd name="connsiteX1" fmla="*/ 382670 w 382670"/>
                <a:gd name="connsiteY1" fmla="*/ 0 h 511315"/>
                <a:gd name="connsiteX2" fmla="*/ 378042 w 382670"/>
                <a:gd name="connsiteY2" fmla="*/ 97117 h 511315"/>
                <a:gd name="connsiteX3" fmla="*/ 283402 w 382670"/>
                <a:gd name="connsiteY3" fmla="*/ 439138 h 511315"/>
                <a:gd name="connsiteX4" fmla="*/ 241829 w 382670"/>
                <a:gd name="connsiteY4" fmla="*/ 511315 h 511315"/>
                <a:gd name="connsiteX5" fmla="*/ 0 w 382670"/>
                <a:gd name="connsiteY5" fmla="*/ 418030 h 511315"/>
                <a:gd name="connsiteX6" fmla="*/ 37613 w 382670"/>
                <a:gd name="connsiteY6" fmla="*/ 299636 h 511315"/>
                <a:gd name="connsiteX7" fmla="*/ 64463 w 382670"/>
                <a:gd name="connsiteY7" fmla="*/ 162145 h 511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2670" h="511315">
                  <a:moveTo>
                    <a:pt x="75380" y="0"/>
                  </a:moveTo>
                  <a:lnTo>
                    <a:pt x="382670" y="0"/>
                  </a:lnTo>
                  <a:lnTo>
                    <a:pt x="378042" y="97117"/>
                  </a:lnTo>
                  <a:cubicBezTo>
                    <a:pt x="366549" y="217204"/>
                    <a:pt x="333933" y="332132"/>
                    <a:pt x="283402" y="439138"/>
                  </a:cubicBezTo>
                  <a:lnTo>
                    <a:pt x="241829" y="511315"/>
                  </a:lnTo>
                  <a:lnTo>
                    <a:pt x="0" y="418030"/>
                  </a:lnTo>
                  <a:lnTo>
                    <a:pt x="37613" y="299636"/>
                  </a:lnTo>
                  <a:cubicBezTo>
                    <a:pt x="49158" y="254569"/>
                    <a:pt x="58153" y="208701"/>
                    <a:pt x="64463" y="162145"/>
                  </a:cubicBezTo>
                  <a:close/>
                </a:path>
              </a:pathLst>
            </a:cu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dirty="0"/>
            </a:p>
          </p:txBody>
        </p:sp>
      </p:grpSp>
      <p:grpSp>
        <p:nvGrpSpPr>
          <p:cNvPr id="44" name="グループ化 43">
            <a:extLst>
              <a:ext uri="{FF2B5EF4-FFF2-40B4-BE49-F238E27FC236}">
                <a16:creationId xmlns:a16="http://schemas.microsoft.com/office/drawing/2014/main" id="{3F72FAD5-5227-424C-B040-A021696E413C}"/>
              </a:ext>
            </a:extLst>
          </p:cNvPr>
          <p:cNvGrpSpPr/>
          <p:nvPr/>
        </p:nvGrpSpPr>
        <p:grpSpPr>
          <a:xfrm rot="10800000">
            <a:off x="5622654" y="3077138"/>
            <a:ext cx="595261" cy="523221"/>
            <a:chOff x="1572269" y="4816089"/>
            <a:chExt cx="938304" cy="840658"/>
          </a:xfrm>
        </p:grpSpPr>
        <p:sp>
          <p:nvSpPr>
            <p:cNvPr id="45" name="二等辺三角形 44">
              <a:extLst>
                <a:ext uri="{FF2B5EF4-FFF2-40B4-BE49-F238E27FC236}">
                  <a16:creationId xmlns:a16="http://schemas.microsoft.com/office/drawing/2014/main" id="{CC9CF80C-33A0-4CD9-A492-0F5FE96D7E9F}"/>
                </a:ext>
              </a:extLst>
            </p:cNvPr>
            <p:cNvSpPr/>
            <p:nvPr/>
          </p:nvSpPr>
          <p:spPr>
            <a:xfrm rot="4051206">
              <a:off x="1854270" y="5000443"/>
              <a:ext cx="840658" cy="471949"/>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6" name="フリーフォーム: 図形 45">
              <a:extLst>
                <a:ext uri="{FF2B5EF4-FFF2-40B4-BE49-F238E27FC236}">
                  <a16:creationId xmlns:a16="http://schemas.microsoft.com/office/drawing/2014/main" id="{464BB2E2-722B-44B5-98C5-2E999D1E52E1}"/>
                </a:ext>
              </a:extLst>
            </p:cNvPr>
            <p:cNvSpPr/>
            <p:nvPr/>
          </p:nvSpPr>
          <p:spPr>
            <a:xfrm rot="4134364">
              <a:off x="1636592" y="5135506"/>
              <a:ext cx="382670" cy="511315"/>
            </a:xfrm>
            <a:custGeom>
              <a:avLst/>
              <a:gdLst>
                <a:gd name="connsiteX0" fmla="*/ 75380 w 382670"/>
                <a:gd name="connsiteY0" fmla="*/ 0 h 511315"/>
                <a:gd name="connsiteX1" fmla="*/ 382670 w 382670"/>
                <a:gd name="connsiteY1" fmla="*/ 0 h 511315"/>
                <a:gd name="connsiteX2" fmla="*/ 378042 w 382670"/>
                <a:gd name="connsiteY2" fmla="*/ 97117 h 511315"/>
                <a:gd name="connsiteX3" fmla="*/ 283402 w 382670"/>
                <a:gd name="connsiteY3" fmla="*/ 439138 h 511315"/>
                <a:gd name="connsiteX4" fmla="*/ 241829 w 382670"/>
                <a:gd name="connsiteY4" fmla="*/ 511315 h 511315"/>
                <a:gd name="connsiteX5" fmla="*/ 0 w 382670"/>
                <a:gd name="connsiteY5" fmla="*/ 418030 h 511315"/>
                <a:gd name="connsiteX6" fmla="*/ 37613 w 382670"/>
                <a:gd name="connsiteY6" fmla="*/ 299636 h 511315"/>
                <a:gd name="connsiteX7" fmla="*/ 64463 w 382670"/>
                <a:gd name="connsiteY7" fmla="*/ 162145 h 511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2670" h="511315">
                  <a:moveTo>
                    <a:pt x="75380" y="0"/>
                  </a:moveTo>
                  <a:lnTo>
                    <a:pt x="382670" y="0"/>
                  </a:lnTo>
                  <a:lnTo>
                    <a:pt x="378042" y="97117"/>
                  </a:lnTo>
                  <a:cubicBezTo>
                    <a:pt x="366549" y="217204"/>
                    <a:pt x="333933" y="332132"/>
                    <a:pt x="283402" y="439138"/>
                  </a:cubicBezTo>
                  <a:lnTo>
                    <a:pt x="241829" y="511315"/>
                  </a:lnTo>
                  <a:lnTo>
                    <a:pt x="0" y="418030"/>
                  </a:lnTo>
                  <a:lnTo>
                    <a:pt x="37613" y="299636"/>
                  </a:lnTo>
                  <a:cubicBezTo>
                    <a:pt x="49158" y="254569"/>
                    <a:pt x="58153" y="208701"/>
                    <a:pt x="64463" y="162145"/>
                  </a:cubicBezTo>
                  <a:close/>
                </a:path>
              </a:pathLst>
            </a:cu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dirty="0"/>
            </a:p>
          </p:txBody>
        </p:sp>
      </p:grpSp>
      <p:grpSp>
        <p:nvGrpSpPr>
          <p:cNvPr id="47" name="グループ化 46">
            <a:extLst>
              <a:ext uri="{FF2B5EF4-FFF2-40B4-BE49-F238E27FC236}">
                <a16:creationId xmlns:a16="http://schemas.microsoft.com/office/drawing/2014/main" id="{DF776DC2-B0C8-4C4B-870E-11E5094A648C}"/>
              </a:ext>
            </a:extLst>
          </p:cNvPr>
          <p:cNvGrpSpPr/>
          <p:nvPr/>
        </p:nvGrpSpPr>
        <p:grpSpPr>
          <a:xfrm rot="5400000">
            <a:off x="4798844" y="4214160"/>
            <a:ext cx="595261" cy="523221"/>
            <a:chOff x="1572269" y="4816089"/>
            <a:chExt cx="938304" cy="840658"/>
          </a:xfrm>
        </p:grpSpPr>
        <p:sp>
          <p:nvSpPr>
            <p:cNvPr id="48" name="二等辺三角形 47">
              <a:extLst>
                <a:ext uri="{FF2B5EF4-FFF2-40B4-BE49-F238E27FC236}">
                  <a16:creationId xmlns:a16="http://schemas.microsoft.com/office/drawing/2014/main" id="{B73EA7B5-2C86-4BC2-927B-676AE8EE2F83}"/>
                </a:ext>
              </a:extLst>
            </p:cNvPr>
            <p:cNvSpPr/>
            <p:nvPr/>
          </p:nvSpPr>
          <p:spPr>
            <a:xfrm rot="4051206">
              <a:off x="1854270" y="5000443"/>
              <a:ext cx="840658" cy="471949"/>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9" name="フリーフォーム: 図形 48">
              <a:extLst>
                <a:ext uri="{FF2B5EF4-FFF2-40B4-BE49-F238E27FC236}">
                  <a16:creationId xmlns:a16="http://schemas.microsoft.com/office/drawing/2014/main" id="{6394FB25-B87E-4AD3-80ED-6FD1473CADC2}"/>
                </a:ext>
              </a:extLst>
            </p:cNvPr>
            <p:cNvSpPr/>
            <p:nvPr/>
          </p:nvSpPr>
          <p:spPr>
            <a:xfrm rot="4134364">
              <a:off x="1636592" y="5135506"/>
              <a:ext cx="382670" cy="511315"/>
            </a:xfrm>
            <a:custGeom>
              <a:avLst/>
              <a:gdLst>
                <a:gd name="connsiteX0" fmla="*/ 75380 w 382670"/>
                <a:gd name="connsiteY0" fmla="*/ 0 h 511315"/>
                <a:gd name="connsiteX1" fmla="*/ 382670 w 382670"/>
                <a:gd name="connsiteY1" fmla="*/ 0 h 511315"/>
                <a:gd name="connsiteX2" fmla="*/ 378042 w 382670"/>
                <a:gd name="connsiteY2" fmla="*/ 97117 h 511315"/>
                <a:gd name="connsiteX3" fmla="*/ 283402 w 382670"/>
                <a:gd name="connsiteY3" fmla="*/ 439138 h 511315"/>
                <a:gd name="connsiteX4" fmla="*/ 241829 w 382670"/>
                <a:gd name="connsiteY4" fmla="*/ 511315 h 511315"/>
                <a:gd name="connsiteX5" fmla="*/ 0 w 382670"/>
                <a:gd name="connsiteY5" fmla="*/ 418030 h 511315"/>
                <a:gd name="connsiteX6" fmla="*/ 37613 w 382670"/>
                <a:gd name="connsiteY6" fmla="*/ 299636 h 511315"/>
                <a:gd name="connsiteX7" fmla="*/ 64463 w 382670"/>
                <a:gd name="connsiteY7" fmla="*/ 162145 h 511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2670" h="511315">
                  <a:moveTo>
                    <a:pt x="75380" y="0"/>
                  </a:moveTo>
                  <a:lnTo>
                    <a:pt x="382670" y="0"/>
                  </a:lnTo>
                  <a:lnTo>
                    <a:pt x="378042" y="97117"/>
                  </a:lnTo>
                  <a:cubicBezTo>
                    <a:pt x="366549" y="217204"/>
                    <a:pt x="333933" y="332132"/>
                    <a:pt x="283402" y="439138"/>
                  </a:cubicBezTo>
                  <a:lnTo>
                    <a:pt x="241829" y="511315"/>
                  </a:lnTo>
                  <a:lnTo>
                    <a:pt x="0" y="418030"/>
                  </a:lnTo>
                  <a:lnTo>
                    <a:pt x="37613" y="299636"/>
                  </a:lnTo>
                  <a:cubicBezTo>
                    <a:pt x="49158" y="254569"/>
                    <a:pt x="58153" y="208701"/>
                    <a:pt x="64463" y="162145"/>
                  </a:cubicBezTo>
                  <a:close/>
                </a:path>
              </a:pathLst>
            </a:cu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dirty="0"/>
            </a:p>
          </p:txBody>
        </p:sp>
      </p:grpSp>
    </p:spTree>
    <p:extLst>
      <p:ext uri="{BB962C8B-B14F-4D97-AF65-F5344CB8AC3E}">
        <p14:creationId xmlns:p14="http://schemas.microsoft.com/office/powerpoint/2010/main" val="1994194877"/>
      </p:ext>
    </p:extLst>
  </p:cSld>
  <p:clrMapOvr>
    <a:masterClrMapping/>
  </p:clrMapOvr>
</p:sld>
</file>

<file path=ppt/theme/theme1.xml><?xml version="1.0" encoding="utf-8"?>
<a:theme xmlns:a="http://schemas.openxmlformats.org/drawingml/2006/main" name="研究発表スライドマスタ">
  <a:themeElements>
    <a:clrScheme name="ユーザー定義 8">
      <a:dk1>
        <a:srgbClr val="4D4D4D"/>
      </a:dk1>
      <a:lt1>
        <a:srgbClr val="F8F8F8"/>
      </a:lt1>
      <a:dk2>
        <a:srgbClr val="7F7F7F"/>
      </a:dk2>
      <a:lt2>
        <a:srgbClr val="B2B2B2"/>
      </a:lt2>
      <a:accent1>
        <a:srgbClr val="2E5B96"/>
      </a:accent1>
      <a:accent2>
        <a:srgbClr val="C03936"/>
      </a:accent2>
      <a:accent3>
        <a:srgbClr val="ED7D31"/>
      </a:accent3>
      <a:accent4>
        <a:srgbClr val="3E9288"/>
      </a:accent4>
      <a:accent5>
        <a:srgbClr val="4747C1"/>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テンプレート" id="{58458E5F-FB60-C34D-AE9A-C2D9E8C6351E}" vid="{B9B23DC5-AAC1-6E41-875D-A9712F288395}"/>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E7783413B678BA4F83764129A5DB4607" ma:contentTypeVersion="0" ma:contentTypeDescription="新しいドキュメントを作成します。" ma:contentTypeScope="" ma:versionID="36bbfa3e05015206d9e02241ed477da6">
  <xsd:schema xmlns:xsd="http://www.w3.org/2001/XMLSchema" xmlns:xs="http://www.w3.org/2001/XMLSchema" xmlns:p="http://schemas.microsoft.com/office/2006/metadata/properties" targetNamespace="http://schemas.microsoft.com/office/2006/metadata/properties" ma:root="true" ma:fieldsID="bfa5fc393d419cfd9816b88a984ff78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EFD21F3-24CC-4605-A5CE-D678D2531AFB}">
  <ds:schemaRefs>
    <ds:schemaRef ds:uri="http://schemas.microsoft.com/sharepoint/v3/contenttype/forms"/>
  </ds:schemaRefs>
</ds:datastoreItem>
</file>

<file path=customXml/itemProps2.xml><?xml version="1.0" encoding="utf-8"?>
<ds:datastoreItem xmlns:ds="http://schemas.openxmlformats.org/officeDocument/2006/customXml" ds:itemID="{2B33ED81-A378-482E-B710-0D21A32023B2}">
  <ds:schemaRefs>
    <ds:schemaRef ds:uri="http://www.w3.org/XML/1998/namespace"/>
    <ds:schemaRef ds:uri="http://purl.org/dc/terms/"/>
    <ds:schemaRef ds:uri="http://schemas.microsoft.com/office/2006/metadata/properties"/>
    <ds:schemaRef ds:uri="http://schemas.microsoft.com/office/2006/documentManagement/types"/>
    <ds:schemaRef ds:uri="http://purl.org/dc/dcmitype/"/>
    <ds:schemaRef ds:uri="http://purl.org/dc/elements/1.1/"/>
    <ds:schemaRef ds:uri="http://schemas.openxmlformats.org/package/2006/metadata/core-properties"/>
    <ds:schemaRef ds:uri="http://schemas.microsoft.com/office/infopath/2007/PartnerControls"/>
  </ds:schemaRefs>
</ds:datastoreItem>
</file>

<file path=customXml/itemProps3.xml><?xml version="1.0" encoding="utf-8"?>
<ds:datastoreItem xmlns:ds="http://schemas.openxmlformats.org/officeDocument/2006/customXml" ds:itemID="{BE74453E-F96D-478A-A3EE-1788D5BEB2B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研究発表スライドマスタ</Template>
  <TotalTime>4378</TotalTime>
  <Words>1819</Words>
  <Application>Microsoft Macintosh PowerPoint</Application>
  <PresentationFormat>ワイド画面</PresentationFormat>
  <Paragraphs>254</Paragraphs>
  <Slides>18</Slides>
  <Notes>6</Notes>
  <HiddenSlides>7</HiddenSlides>
  <MMClips>0</MMClips>
  <ScaleCrop>false</ScaleCrop>
  <HeadingPairs>
    <vt:vector size="6" baseType="variant">
      <vt:variant>
        <vt:lpstr>使用されているフォント</vt:lpstr>
      </vt:variant>
      <vt:variant>
        <vt:i4>7</vt:i4>
      </vt:variant>
      <vt:variant>
        <vt:lpstr>テーマ</vt:lpstr>
      </vt:variant>
      <vt:variant>
        <vt:i4>1</vt:i4>
      </vt:variant>
      <vt:variant>
        <vt:lpstr>スライド タイトル</vt:lpstr>
      </vt:variant>
      <vt:variant>
        <vt:i4>18</vt:i4>
      </vt:variant>
    </vt:vector>
  </HeadingPairs>
  <TitlesOfParts>
    <vt:vector size="26" baseType="lpstr">
      <vt:lpstr>ＭＳ Ｐゴシック</vt:lpstr>
      <vt:lpstr>Yu Gothic</vt:lpstr>
      <vt:lpstr>Yu Gothic</vt:lpstr>
      <vt:lpstr>游ゴシック Medium</vt:lpstr>
      <vt:lpstr>Arial</vt:lpstr>
      <vt:lpstr>Merriweather Sans</vt:lpstr>
      <vt:lpstr>Wingdings</vt:lpstr>
      <vt:lpstr>研究発表スライドマスタ</vt:lpstr>
      <vt:lpstr>目的：TGR5に結合して活性化する作用をもつ生理活性ペプチドの探索</vt:lpstr>
      <vt:lpstr>PowerPoint プレゼンテーション</vt:lpstr>
      <vt:lpstr>次回はペプチドを変更し、攪拌を十分に行う</vt:lpstr>
      <vt:lpstr>次回は脱保護試薬を変更、ヘプタン/TBMEの量を増やす、水の量を変更する。</vt:lpstr>
      <vt:lpstr>沈殿は確認できたが、計測可能な量を得ることができなかった。</vt:lpstr>
      <vt:lpstr>窒素吹き付けを行い、十分な沈殿が得られるかを試してみる。</vt:lpstr>
      <vt:lpstr>PowerPoint プレゼンテーション</vt:lpstr>
      <vt:lpstr>重要な部分構造を根拠とするペプチドの予測モデルを作成したい。</vt:lpstr>
      <vt:lpstr>PowerPoint プレゼンテーション</vt:lpstr>
      <vt:lpstr>PowerPoint プレゼンテーション</vt:lpstr>
      <vt:lpstr>PowerPoint プレゼンテーション</vt:lpstr>
      <vt:lpstr>PowerPoint プレゼンテーション</vt:lpstr>
      <vt:lpstr>寸法や色は場合に応じて調整しましょう</vt:lpstr>
      <vt:lpstr>PowerPoint プレゼンテーション</vt:lpstr>
      <vt:lpstr>３つあることが一目でわかる</vt:lpstr>
      <vt:lpstr>順序関係がある場合は並列よりこちらが良い</vt:lpstr>
      <vt:lpstr>カードの間隔やアスペクト比は適宜調整</vt:lpstr>
      <vt:lpstr>循環がある場合はこんな感じが良い</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NAKAMURA Yusaku</dc:creator>
  <cp:lastModifiedBy>NAKAMURA Yusaku</cp:lastModifiedBy>
  <cp:revision>3</cp:revision>
  <dcterms:created xsi:type="dcterms:W3CDTF">2024-09-09T03:00:32Z</dcterms:created>
  <dcterms:modified xsi:type="dcterms:W3CDTF">2024-09-17T02:51:13Z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0x010100E7783413B678BA4F83764129A5DB4607</vt:lpwstr>
  </property>
</Properties>
</file>